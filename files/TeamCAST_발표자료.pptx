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>
      <p:cViewPr varScale="1">
        <p:scale>
          <a:sx n="73" d="100"/>
          <a:sy n="73" d="100"/>
        </p:scale>
        <p:origin x="81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jp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jp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2" Type="http://schemas.openxmlformats.org/officeDocument/2006/relationships/image" Target="../media/image39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5" Type="http://schemas.openxmlformats.org/officeDocument/2006/relationships/image" Target="../media/image51.png"/><Relationship Id="rId10" Type="http://schemas.openxmlformats.org/officeDocument/2006/relationships/image" Target="../media/image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jpg"/><Relationship Id="rId3" Type="http://schemas.openxmlformats.org/officeDocument/2006/relationships/image" Target="../media/image7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26" Type="http://schemas.openxmlformats.org/officeDocument/2006/relationships/image" Target="../media/image90.png"/><Relationship Id="rId3" Type="http://schemas.openxmlformats.org/officeDocument/2006/relationships/image" Target="../media/image67.png"/><Relationship Id="rId21" Type="http://schemas.openxmlformats.org/officeDocument/2006/relationships/image" Target="../media/image85.png"/><Relationship Id="rId34" Type="http://schemas.openxmlformats.org/officeDocument/2006/relationships/image" Target="../media/image9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5" Type="http://schemas.openxmlformats.org/officeDocument/2006/relationships/image" Target="../media/image89.png"/><Relationship Id="rId33" Type="http://schemas.openxmlformats.org/officeDocument/2006/relationships/image" Target="../media/image96.png"/><Relationship Id="rId2" Type="http://schemas.openxmlformats.org/officeDocument/2006/relationships/image" Target="../media/image66.pn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29" Type="http://schemas.openxmlformats.org/officeDocument/2006/relationships/image" Target="../media/image9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24" Type="http://schemas.openxmlformats.org/officeDocument/2006/relationships/image" Target="../media/image88.png"/><Relationship Id="rId32" Type="http://schemas.openxmlformats.org/officeDocument/2006/relationships/image" Target="../media/image9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87.png"/><Relationship Id="rId28" Type="http://schemas.openxmlformats.org/officeDocument/2006/relationships/image" Target="../media/image7.png"/><Relationship Id="rId36" Type="http://schemas.openxmlformats.org/officeDocument/2006/relationships/image" Target="../media/image99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31" Type="http://schemas.openxmlformats.org/officeDocument/2006/relationships/image" Target="../media/image9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Relationship Id="rId27" Type="http://schemas.openxmlformats.org/officeDocument/2006/relationships/image" Target="../media/image91.png"/><Relationship Id="rId30" Type="http://schemas.openxmlformats.org/officeDocument/2006/relationships/image" Target="../media/image93.png"/><Relationship Id="rId35" Type="http://schemas.openxmlformats.org/officeDocument/2006/relationships/image" Target="../media/image98.png"/><Relationship Id="rId8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475796" y="4749007"/>
            <a:ext cx="4333875" cy="1284605"/>
          </a:xfrm>
          <a:custGeom>
            <a:avLst/>
            <a:gdLst/>
            <a:ahLst/>
            <a:cxnLst/>
            <a:rect l="l" t="t" r="r" b="b"/>
            <a:pathLst>
              <a:path w="4333875" h="1284604">
                <a:moveTo>
                  <a:pt x="554119" y="0"/>
                </a:moveTo>
                <a:lnTo>
                  <a:pt x="497654" y="2019"/>
                </a:lnTo>
                <a:lnTo>
                  <a:pt x="443968" y="8078"/>
                </a:lnTo>
                <a:lnTo>
                  <a:pt x="393063" y="18177"/>
                </a:lnTo>
                <a:lnTo>
                  <a:pt x="344937" y="32315"/>
                </a:lnTo>
                <a:lnTo>
                  <a:pt x="299591" y="50492"/>
                </a:lnTo>
                <a:lnTo>
                  <a:pt x="257025" y="72709"/>
                </a:lnTo>
                <a:lnTo>
                  <a:pt x="217239" y="98966"/>
                </a:lnTo>
                <a:lnTo>
                  <a:pt x="180232" y="129261"/>
                </a:lnTo>
                <a:lnTo>
                  <a:pt x="146006" y="163597"/>
                </a:lnTo>
                <a:lnTo>
                  <a:pt x="118265" y="197794"/>
                </a:lnTo>
                <a:lnTo>
                  <a:pt x="93444" y="234946"/>
                </a:lnTo>
                <a:lnTo>
                  <a:pt x="71543" y="275054"/>
                </a:lnTo>
                <a:lnTo>
                  <a:pt x="52562" y="318117"/>
                </a:lnTo>
                <a:lnTo>
                  <a:pt x="36501" y="364135"/>
                </a:lnTo>
                <a:lnTo>
                  <a:pt x="23361" y="413109"/>
                </a:lnTo>
                <a:lnTo>
                  <a:pt x="13140" y="465037"/>
                </a:lnTo>
                <a:lnTo>
                  <a:pt x="5840" y="519922"/>
                </a:lnTo>
                <a:lnTo>
                  <a:pt x="1460" y="577761"/>
                </a:lnTo>
                <a:lnTo>
                  <a:pt x="0" y="638556"/>
                </a:lnTo>
                <a:lnTo>
                  <a:pt x="1460" y="699368"/>
                </a:lnTo>
                <a:lnTo>
                  <a:pt x="5840" y="757261"/>
                </a:lnTo>
                <a:lnTo>
                  <a:pt x="13140" y="812233"/>
                </a:lnTo>
                <a:lnTo>
                  <a:pt x="23361" y="864285"/>
                </a:lnTo>
                <a:lnTo>
                  <a:pt x="36501" y="913417"/>
                </a:lnTo>
                <a:lnTo>
                  <a:pt x="52562" y="959628"/>
                </a:lnTo>
                <a:lnTo>
                  <a:pt x="71598" y="1003021"/>
                </a:lnTo>
                <a:lnTo>
                  <a:pt x="93444" y="1043292"/>
                </a:lnTo>
                <a:lnTo>
                  <a:pt x="118265" y="1080743"/>
                </a:lnTo>
                <a:lnTo>
                  <a:pt x="146006" y="1115274"/>
                </a:lnTo>
                <a:lnTo>
                  <a:pt x="180232" y="1149610"/>
                </a:lnTo>
                <a:lnTo>
                  <a:pt x="217239" y="1179905"/>
                </a:lnTo>
                <a:lnTo>
                  <a:pt x="257025" y="1206162"/>
                </a:lnTo>
                <a:lnTo>
                  <a:pt x="299591" y="1228379"/>
                </a:lnTo>
                <a:lnTo>
                  <a:pt x="344937" y="1246556"/>
                </a:lnTo>
                <a:lnTo>
                  <a:pt x="393063" y="1260694"/>
                </a:lnTo>
                <a:lnTo>
                  <a:pt x="443968" y="1270793"/>
                </a:lnTo>
                <a:lnTo>
                  <a:pt x="497654" y="1276852"/>
                </a:lnTo>
                <a:lnTo>
                  <a:pt x="554119" y="1278872"/>
                </a:lnTo>
                <a:lnTo>
                  <a:pt x="607744" y="1277167"/>
                </a:lnTo>
                <a:lnTo>
                  <a:pt x="658676" y="1272055"/>
                </a:lnTo>
                <a:lnTo>
                  <a:pt x="706914" y="1263534"/>
                </a:lnTo>
                <a:lnTo>
                  <a:pt x="752459" y="1251605"/>
                </a:lnTo>
                <a:lnTo>
                  <a:pt x="795309" y="1236268"/>
                </a:lnTo>
                <a:lnTo>
                  <a:pt x="835467" y="1217523"/>
                </a:lnTo>
                <a:lnTo>
                  <a:pt x="872930" y="1195369"/>
                </a:lnTo>
                <a:lnTo>
                  <a:pt x="907700" y="1169807"/>
                </a:lnTo>
                <a:lnTo>
                  <a:pt x="944067" y="1136240"/>
                </a:lnTo>
                <a:lnTo>
                  <a:pt x="975767" y="1098868"/>
                </a:lnTo>
                <a:lnTo>
                  <a:pt x="978855" y="1094165"/>
                </a:lnTo>
                <a:lnTo>
                  <a:pt x="554119" y="1094165"/>
                </a:lnTo>
                <a:lnTo>
                  <a:pt x="500711" y="1091038"/>
                </a:lnTo>
                <a:lnTo>
                  <a:pt x="451895" y="1081656"/>
                </a:lnTo>
                <a:lnTo>
                  <a:pt x="407673" y="1066019"/>
                </a:lnTo>
                <a:lnTo>
                  <a:pt x="368044" y="1044128"/>
                </a:lnTo>
                <a:lnTo>
                  <a:pt x="333009" y="1015983"/>
                </a:lnTo>
                <a:lnTo>
                  <a:pt x="302567" y="981582"/>
                </a:lnTo>
                <a:lnTo>
                  <a:pt x="280632" y="947010"/>
                </a:lnTo>
                <a:lnTo>
                  <a:pt x="262071" y="907628"/>
                </a:lnTo>
                <a:lnTo>
                  <a:pt x="246885" y="863435"/>
                </a:lnTo>
                <a:lnTo>
                  <a:pt x="235074" y="814431"/>
                </a:lnTo>
                <a:lnTo>
                  <a:pt x="226638" y="760616"/>
                </a:lnTo>
                <a:lnTo>
                  <a:pt x="221576" y="701992"/>
                </a:lnTo>
                <a:lnTo>
                  <a:pt x="219888" y="638556"/>
                </a:lnTo>
                <a:lnTo>
                  <a:pt x="221517" y="577761"/>
                </a:lnTo>
                <a:lnTo>
                  <a:pt x="226638" y="517357"/>
                </a:lnTo>
                <a:lnTo>
                  <a:pt x="235074" y="463866"/>
                </a:lnTo>
                <a:lnTo>
                  <a:pt x="246885" y="415113"/>
                </a:lnTo>
                <a:lnTo>
                  <a:pt x="262071" y="371100"/>
                </a:lnTo>
                <a:lnTo>
                  <a:pt x="280632" y="331825"/>
                </a:lnTo>
                <a:lnTo>
                  <a:pt x="302567" y="297289"/>
                </a:lnTo>
                <a:lnTo>
                  <a:pt x="333009" y="262889"/>
                </a:lnTo>
                <a:lnTo>
                  <a:pt x="368044" y="234743"/>
                </a:lnTo>
                <a:lnTo>
                  <a:pt x="407673" y="212852"/>
                </a:lnTo>
                <a:lnTo>
                  <a:pt x="451895" y="197215"/>
                </a:lnTo>
                <a:lnTo>
                  <a:pt x="500711" y="187833"/>
                </a:lnTo>
                <a:lnTo>
                  <a:pt x="554119" y="184706"/>
                </a:lnTo>
                <a:lnTo>
                  <a:pt x="970981" y="184706"/>
                </a:lnTo>
                <a:lnTo>
                  <a:pt x="948934" y="157334"/>
                </a:lnTo>
                <a:lnTo>
                  <a:pt x="916425" y="124826"/>
                </a:lnTo>
                <a:lnTo>
                  <a:pt x="880539" y="95976"/>
                </a:lnTo>
                <a:lnTo>
                  <a:pt x="841276" y="70786"/>
                </a:lnTo>
                <a:lnTo>
                  <a:pt x="798635" y="49255"/>
                </a:lnTo>
                <a:lnTo>
                  <a:pt x="753954" y="31523"/>
                </a:lnTo>
                <a:lnTo>
                  <a:pt x="707162" y="17731"/>
                </a:lnTo>
                <a:lnTo>
                  <a:pt x="658258" y="7880"/>
                </a:lnTo>
                <a:lnTo>
                  <a:pt x="607672" y="2019"/>
                </a:lnTo>
                <a:lnTo>
                  <a:pt x="608579" y="2019"/>
                </a:lnTo>
                <a:lnTo>
                  <a:pt x="554119" y="0"/>
                </a:lnTo>
                <a:close/>
              </a:path>
              <a:path w="4333875" h="1284604">
                <a:moveTo>
                  <a:pt x="1064262" y="854926"/>
                </a:moveTo>
                <a:lnTo>
                  <a:pt x="846131" y="854926"/>
                </a:lnTo>
                <a:lnTo>
                  <a:pt x="833048" y="912427"/>
                </a:lnTo>
                <a:lnTo>
                  <a:pt x="813148" y="961792"/>
                </a:lnTo>
                <a:lnTo>
                  <a:pt x="786431" y="1003021"/>
                </a:lnTo>
                <a:lnTo>
                  <a:pt x="752898" y="1036115"/>
                </a:lnTo>
                <a:lnTo>
                  <a:pt x="712769" y="1061512"/>
                </a:lnTo>
                <a:lnTo>
                  <a:pt x="666262" y="1079652"/>
                </a:lnTo>
                <a:lnTo>
                  <a:pt x="613379" y="1090537"/>
                </a:lnTo>
                <a:lnTo>
                  <a:pt x="554119" y="1094165"/>
                </a:lnTo>
                <a:lnTo>
                  <a:pt x="978855" y="1094165"/>
                </a:lnTo>
                <a:lnTo>
                  <a:pt x="1002800" y="1057691"/>
                </a:lnTo>
                <a:lnTo>
                  <a:pt x="1025166" y="1012708"/>
                </a:lnTo>
                <a:lnTo>
                  <a:pt x="1042865" y="963919"/>
                </a:lnTo>
                <a:lnTo>
                  <a:pt x="1055897" y="911325"/>
                </a:lnTo>
                <a:lnTo>
                  <a:pt x="1064262" y="854926"/>
                </a:lnTo>
                <a:close/>
              </a:path>
              <a:path w="4333875" h="1284604">
                <a:moveTo>
                  <a:pt x="970981" y="184706"/>
                </a:moveTo>
                <a:lnTo>
                  <a:pt x="554119" y="184706"/>
                </a:lnTo>
                <a:lnTo>
                  <a:pt x="613269" y="188334"/>
                </a:lnTo>
                <a:lnTo>
                  <a:pt x="665822" y="199219"/>
                </a:lnTo>
                <a:lnTo>
                  <a:pt x="711779" y="217359"/>
                </a:lnTo>
                <a:lnTo>
                  <a:pt x="751139" y="242757"/>
                </a:lnTo>
                <a:lnTo>
                  <a:pt x="784672" y="275960"/>
                </a:lnTo>
                <a:lnTo>
                  <a:pt x="811389" y="317519"/>
                </a:lnTo>
                <a:lnTo>
                  <a:pt x="831289" y="367433"/>
                </a:lnTo>
                <a:lnTo>
                  <a:pt x="844372" y="425704"/>
                </a:lnTo>
                <a:lnTo>
                  <a:pt x="1062503" y="425704"/>
                </a:lnTo>
                <a:lnTo>
                  <a:pt x="1054622" y="372508"/>
                </a:lnTo>
                <a:lnTo>
                  <a:pt x="1042238" y="322690"/>
                </a:lnTo>
                <a:lnTo>
                  <a:pt x="1025350" y="276250"/>
                </a:lnTo>
                <a:lnTo>
                  <a:pt x="1003959" y="233187"/>
                </a:lnTo>
                <a:lnTo>
                  <a:pt x="978065" y="193501"/>
                </a:lnTo>
                <a:lnTo>
                  <a:pt x="970981" y="184706"/>
                </a:lnTo>
                <a:close/>
              </a:path>
              <a:path w="4333875" h="1284604">
                <a:moveTo>
                  <a:pt x="1827369" y="17591"/>
                </a:moveTo>
                <a:lnTo>
                  <a:pt x="1596926" y="17591"/>
                </a:lnTo>
                <a:lnTo>
                  <a:pt x="1134280" y="1261280"/>
                </a:lnTo>
                <a:lnTo>
                  <a:pt x="1350651" y="1261280"/>
                </a:lnTo>
                <a:lnTo>
                  <a:pt x="1462599" y="948159"/>
                </a:lnTo>
                <a:lnTo>
                  <a:pt x="1384074" y="948159"/>
                </a:lnTo>
                <a:lnTo>
                  <a:pt x="1384074" y="763453"/>
                </a:lnTo>
                <a:lnTo>
                  <a:pt x="1528635" y="763453"/>
                </a:lnTo>
                <a:lnTo>
                  <a:pt x="1705991" y="267384"/>
                </a:lnTo>
                <a:lnTo>
                  <a:pt x="1919938" y="267384"/>
                </a:lnTo>
                <a:lnTo>
                  <a:pt x="1827369" y="17591"/>
                </a:lnTo>
                <a:close/>
              </a:path>
              <a:path w="4333875" h="1284604">
                <a:moveTo>
                  <a:pt x="1919938" y="267384"/>
                </a:moveTo>
                <a:lnTo>
                  <a:pt x="1713027" y="267384"/>
                </a:lnTo>
                <a:lnTo>
                  <a:pt x="2063090" y="1261280"/>
                </a:lnTo>
                <a:lnTo>
                  <a:pt x="2288256" y="1261280"/>
                </a:lnTo>
                <a:lnTo>
                  <a:pt x="2172219" y="948159"/>
                </a:lnTo>
                <a:lnTo>
                  <a:pt x="2040221" y="948159"/>
                </a:lnTo>
                <a:lnTo>
                  <a:pt x="2040221" y="763453"/>
                </a:lnTo>
                <a:lnTo>
                  <a:pt x="2103771" y="763453"/>
                </a:lnTo>
                <a:lnTo>
                  <a:pt x="1919938" y="267384"/>
                </a:lnTo>
                <a:close/>
              </a:path>
              <a:path w="4333875" h="1284604">
                <a:moveTo>
                  <a:pt x="1528635" y="763453"/>
                </a:moveTo>
                <a:lnTo>
                  <a:pt x="1384074" y="763453"/>
                </a:lnTo>
                <a:lnTo>
                  <a:pt x="1384074" y="948159"/>
                </a:lnTo>
                <a:lnTo>
                  <a:pt x="1462599" y="948159"/>
                </a:lnTo>
                <a:lnTo>
                  <a:pt x="1528635" y="763453"/>
                </a:lnTo>
                <a:close/>
              </a:path>
              <a:path w="4333875" h="1284604">
                <a:moveTo>
                  <a:pt x="1887749" y="763453"/>
                </a:moveTo>
                <a:lnTo>
                  <a:pt x="1528635" y="763453"/>
                </a:lnTo>
                <a:lnTo>
                  <a:pt x="1462599" y="948159"/>
                </a:lnTo>
                <a:lnTo>
                  <a:pt x="1952805" y="948159"/>
                </a:lnTo>
                <a:lnTo>
                  <a:pt x="1887749" y="763453"/>
                </a:lnTo>
                <a:close/>
              </a:path>
              <a:path w="4333875" h="1284604">
                <a:moveTo>
                  <a:pt x="2103771" y="763453"/>
                </a:moveTo>
                <a:lnTo>
                  <a:pt x="2040221" y="763453"/>
                </a:lnTo>
                <a:lnTo>
                  <a:pt x="2040221" y="948159"/>
                </a:lnTo>
                <a:lnTo>
                  <a:pt x="2172219" y="948159"/>
                </a:lnTo>
                <a:lnTo>
                  <a:pt x="2103771" y="763453"/>
                </a:lnTo>
                <a:close/>
              </a:path>
              <a:path w="4333875" h="1284604">
                <a:moveTo>
                  <a:pt x="2595555" y="914736"/>
                </a:moveTo>
                <a:lnTo>
                  <a:pt x="2373908" y="914736"/>
                </a:lnTo>
                <a:lnTo>
                  <a:pt x="2379820" y="969659"/>
                </a:lnTo>
                <a:lnTo>
                  <a:pt x="2391603" y="1020283"/>
                </a:lnTo>
                <a:lnTo>
                  <a:pt x="2409530" y="1067778"/>
                </a:lnTo>
                <a:lnTo>
                  <a:pt x="2433326" y="1110974"/>
                </a:lnTo>
                <a:lnTo>
                  <a:pt x="2463085" y="1150261"/>
                </a:lnTo>
                <a:lnTo>
                  <a:pt x="2498804" y="1185639"/>
                </a:lnTo>
                <a:lnTo>
                  <a:pt x="2534705" y="1211774"/>
                </a:lnTo>
                <a:lnTo>
                  <a:pt x="2575056" y="1233889"/>
                </a:lnTo>
                <a:lnTo>
                  <a:pt x="2619860" y="1251982"/>
                </a:lnTo>
                <a:lnTo>
                  <a:pt x="2669115" y="1266055"/>
                </a:lnTo>
                <a:lnTo>
                  <a:pt x="2722821" y="1276107"/>
                </a:lnTo>
                <a:lnTo>
                  <a:pt x="2780980" y="1282138"/>
                </a:lnTo>
                <a:lnTo>
                  <a:pt x="2843590" y="1284149"/>
                </a:lnTo>
                <a:lnTo>
                  <a:pt x="2904736" y="1282319"/>
                </a:lnTo>
                <a:lnTo>
                  <a:pt x="2961520" y="1276831"/>
                </a:lnTo>
                <a:lnTo>
                  <a:pt x="3013942" y="1267684"/>
                </a:lnTo>
                <a:lnTo>
                  <a:pt x="3062001" y="1254877"/>
                </a:lnTo>
                <a:lnTo>
                  <a:pt x="3105697" y="1238412"/>
                </a:lnTo>
                <a:lnTo>
                  <a:pt x="3155172" y="1212355"/>
                </a:lnTo>
                <a:lnTo>
                  <a:pt x="3198050" y="1181681"/>
                </a:lnTo>
                <a:lnTo>
                  <a:pt x="3234332" y="1146389"/>
                </a:lnTo>
                <a:lnTo>
                  <a:pt x="3264017" y="1106479"/>
                </a:lnTo>
                <a:lnTo>
                  <a:pt x="3267843" y="1099442"/>
                </a:lnTo>
                <a:lnTo>
                  <a:pt x="2843590" y="1099442"/>
                </a:lnTo>
                <a:lnTo>
                  <a:pt x="2807088" y="1098233"/>
                </a:lnTo>
                <a:lnTo>
                  <a:pt x="2742001" y="1088558"/>
                </a:lnTo>
                <a:lnTo>
                  <a:pt x="2687689" y="1069098"/>
                </a:lnTo>
                <a:lnTo>
                  <a:pt x="2645470" y="1039193"/>
                </a:lnTo>
                <a:lnTo>
                  <a:pt x="2615675" y="998514"/>
                </a:lnTo>
                <a:lnTo>
                  <a:pt x="2598964" y="945740"/>
                </a:lnTo>
                <a:lnTo>
                  <a:pt x="2595555" y="914736"/>
                </a:lnTo>
                <a:close/>
              </a:path>
              <a:path w="4333875" h="1284604">
                <a:moveTo>
                  <a:pt x="2852385" y="0"/>
                </a:moveTo>
                <a:lnTo>
                  <a:pt x="2802075" y="1688"/>
                </a:lnTo>
                <a:lnTo>
                  <a:pt x="2753875" y="6754"/>
                </a:lnTo>
                <a:lnTo>
                  <a:pt x="2707786" y="15198"/>
                </a:lnTo>
                <a:lnTo>
                  <a:pt x="2663809" y="27019"/>
                </a:lnTo>
                <a:lnTo>
                  <a:pt x="2621942" y="42218"/>
                </a:lnTo>
                <a:lnTo>
                  <a:pt x="2574446" y="65746"/>
                </a:lnTo>
                <a:lnTo>
                  <a:pt x="2532227" y="94112"/>
                </a:lnTo>
                <a:lnTo>
                  <a:pt x="2495286" y="127315"/>
                </a:lnTo>
                <a:lnTo>
                  <a:pt x="2463622" y="165356"/>
                </a:lnTo>
                <a:lnTo>
                  <a:pt x="2438995" y="207244"/>
                </a:lnTo>
                <a:lnTo>
                  <a:pt x="2421404" y="253751"/>
                </a:lnTo>
                <a:lnTo>
                  <a:pt x="2410849" y="304875"/>
                </a:lnTo>
                <a:lnTo>
                  <a:pt x="2407331" y="360617"/>
                </a:lnTo>
                <a:lnTo>
                  <a:pt x="2410990" y="411349"/>
                </a:lnTo>
                <a:lnTo>
                  <a:pt x="2421966" y="458001"/>
                </a:lnTo>
                <a:lnTo>
                  <a:pt x="2440261" y="500571"/>
                </a:lnTo>
                <a:lnTo>
                  <a:pt x="2465874" y="539061"/>
                </a:lnTo>
                <a:lnTo>
                  <a:pt x="2498804" y="573469"/>
                </a:lnTo>
                <a:lnTo>
                  <a:pt x="2531592" y="598878"/>
                </a:lnTo>
                <a:lnTo>
                  <a:pt x="2567801" y="622333"/>
                </a:lnTo>
                <a:lnTo>
                  <a:pt x="2607429" y="643833"/>
                </a:lnTo>
                <a:lnTo>
                  <a:pt x="2650479" y="663379"/>
                </a:lnTo>
                <a:lnTo>
                  <a:pt x="2696948" y="680970"/>
                </a:lnTo>
                <a:lnTo>
                  <a:pt x="2746839" y="696607"/>
                </a:lnTo>
                <a:lnTo>
                  <a:pt x="2889326" y="738825"/>
                </a:lnTo>
                <a:lnTo>
                  <a:pt x="2918462" y="747071"/>
                </a:lnTo>
                <a:lnTo>
                  <a:pt x="2946058" y="755976"/>
                </a:lnTo>
                <a:lnTo>
                  <a:pt x="2996632" y="775766"/>
                </a:lnTo>
                <a:lnTo>
                  <a:pt x="3039291" y="798195"/>
                </a:lnTo>
                <a:lnTo>
                  <a:pt x="3072274" y="826780"/>
                </a:lnTo>
                <a:lnTo>
                  <a:pt x="3093383" y="861963"/>
                </a:lnTo>
                <a:lnTo>
                  <a:pt x="3100420" y="907700"/>
                </a:lnTo>
                <a:lnTo>
                  <a:pt x="3096242" y="950138"/>
                </a:lnTo>
                <a:lnTo>
                  <a:pt x="3083708" y="987739"/>
                </a:lnTo>
                <a:lnTo>
                  <a:pt x="3062819" y="1020502"/>
                </a:lnTo>
                <a:lnTo>
                  <a:pt x="3033573" y="1048428"/>
                </a:lnTo>
                <a:lnTo>
                  <a:pt x="2996632" y="1070747"/>
                </a:lnTo>
                <a:lnTo>
                  <a:pt x="2952654" y="1086689"/>
                </a:lnTo>
                <a:lnTo>
                  <a:pt x="2901640" y="1096254"/>
                </a:lnTo>
                <a:lnTo>
                  <a:pt x="2843590" y="1099442"/>
                </a:lnTo>
                <a:lnTo>
                  <a:pt x="3267843" y="1099442"/>
                </a:lnTo>
                <a:lnTo>
                  <a:pt x="3287875" y="1062611"/>
                </a:lnTo>
                <a:lnTo>
                  <a:pt x="3304916" y="1015445"/>
                </a:lnTo>
                <a:lnTo>
                  <a:pt x="3315141" y="964981"/>
                </a:lnTo>
                <a:lnTo>
                  <a:pt x="3318549" y="911218"/>
                </a:lnTo>
                <a:lnTo>
                  <a:pt x="3316130" y="866580"/>
                </a:lnTo>
                <a:lnTo>
                  <a:pt x="3308874" y="825901"/>
                </a:lnTo>
                <a:lnTo>
                  <a:pt x="3296780" y="789180"/>
                </a:lnTo>
                <a:lnTo>
                  <a:pt x="3259069" y="727061"/>
                </a:lnTo>
                <a:lnTo>
                  <a:pt x="3208935" y="676927"/>
                </a:lnTo>
                <a:lnTo>
                  <a:pt x="3149345" y="637786"/>
                </a:lnTo>
                <a:lnTo>
                  <a:pt x="3086896" y="607002"/>
                </a:lnTo>
                <a:lnTo>
                  <a:pt x="3023788" y="582814"/>
                </a:lnTo>
                <a:lnTo>
                  <a:pt x="2966617" y="562584"/>
                </a:lnTo>
                <a:lnTo>
                  <a:pt x="2825999" y="522455"/>
                </a:lnTo>
                <a:lnTo>
                  <a:pt x="2810716" y="517837"/>
                </a:lnTo>
                <a:lnTo>
                  <a:pt x="2760912" y="501345"/>
                </a:lnTo>
                <a:lnTo>
                  <a:pt x="2710117" y="479906"/>
                </a:lnTo>
                <a:lnTo>
                  <a:pt x="2665040" y="449892"/>
                </a:lnTo>
                <a:lnTo>
                  <a:pt x="2632826" y="409102"/>
                </a:lnTo>
                <a:lnTo>
                  <a:pt x="2621942" y="355339"/>
                </a:lnTo>
                <a:lnTo>
                  <a:pt x="2625350" y="317848"/>
                </a:lnTo>
                <a:lnTo>
                  <a:pt x="2652616" y="255400"/>
                </a:lnTo>
                <a:lnTo>
                  <a:pt x="2708248" y="210433"/>
                </a:lnTo>
                <a:lnTo>
                  <a:pt x="2747278" y="196140"/>
                </a:lnTo>
                <a:lnTo>
                  <a:pt x="2793565" y="187564"/>
                </a:lnTo>
                <a:lnTo>
                  <a:pt x="2847108" y="184706"/>
                </a:lnTo>
                <a:lnTo>
                  <a:pt x="3247329" y="184706"/>
                </a:lnTo>
                <a:lnTo>
                  <a:pt x="3239389" y="170633"/>
                </a:lnTo>
                <a:lnTo>
                  <a:pt x="3210144" y="132482"/>
                </a:lnTo>
                <a:lnTo>
                  <a:pt x="3175182" y="98949"/>
                </a:lnTo>
                <a:lnTo>
                  <a:pt x="3134502" y="70034"/>
                </a:lnTo>
                <a:lnTo>
                  <a:pt x="3088106" y="45736"/>
                </a:lnTo>
                <a:lnTo>
                  <a:pt x="3047717" y="29271"/>
                </a:lnTo>
                <a:lnTo>
                  <a:pt x="3003950" y="16465"/>
                </a:lnTo>
                <a:lnTo>
                  <a:pt x="2956806" y="7317"/>
                </a:lnTo>
                <a:lnTo>
                  <a:pt x="2906284" y="1829"/>
                </a:lnTo>
                <a:lnTo>
                  <a:pt x="2852385" y="0"/>
                </a:lnTo>
                <a:close/>
              </a:path>
              <a:path w="4333875" h="1284604">
                <a:moveTo>
                  <a:pt x="3247329" y="184706"/>
                </a:moveTo>
                <a:lnTo>
                  <a:pt x="2847108" y="184706"/>
                </a:lnTo>
                <a:lnTo>
                  <a:pt x="2900541" y="187345"/>
                </a:lnTo>
                <a:lnTo>
                  <a:pt x="2946498" y="195261"/>
                </a:lnTo>
                <a:lnTo>
                  <a:pt x="2984978" y="208454"/>
                </a:lnTo>
                <a:lnTo>
                  <a:pt x="3040390" y="250672"/>
                </a:lnTo>
                <a:lnTo>
                  <a:pt x="3072054" y="314000"/>
                </a:lnTo>
                <a:lnTo>
                  <a:pt x="3079310" y="353580"/>
                </a:lnTo>
                <a:lnTo>
                  <a:pt x="3293922" y="353580"/>
                </a:lnTo>
                <a:lnTo>
                  <a:pt x="3289854" y="303226"/>
                </a:lnTo>
                <a:lnTo>
                  <a:pt x="3279409" y="255950"/>
                </a:lnTo>
                <a:lnTo>
                  <a:pt x="3262587" y="211752"/>
                </a:lnTo>
                <a:lnTo>
                  <a:pt x="3247329" y="184706"/>
                </a:lnTo>
                <a:close/>
              </a:path>
              <a:path w="4333875" h="1284604">
                <a:moveTo>
                  <a:pt x="3953880" y="200538"/>
                </a:moveTo>
                <a:lnTo>
                  <a:pt x="3735751" y="200538"/>
                </a:lnTo>
                <a:lnTo>
                  <a:pt x="3735751" y="1261280"/>
                </a:lnTo>
                <a:lnTo>
                  <a:pt x="3953880" y="1261280"/>
                </a:lnTo>
                <a:lnTo>
                  <a:pt x="3953880" y="200538"/>
                </a:lnTo>
                <a:close/>
              </a:path>
              <a:path w="4333875" h="1284604">
                <a:moveTo>
                  <a:pt x="4333848" y="17591"/>
                </a:moveTo>
                <a:lnTo>
                  <a:pt x="3354024" y="17591"/>
                </a:lnTo>
                <a:lnTo>
                  <a:pt x="3354024" y="200538"/>
                </a:lnTo>
                <a:lnTo>
                  <a:pt x="4333848" y="200538"/>
                </a:lnTo>
                <a:lnTo>
                  <a:pt x="4333848" y="17591"/>
                </a:lnTo>
                <a:close/>
              </a:path>
            </a:pathLst>
          </a:custGeom>
          <a:solidFill>
            <a:srgbClr val="0B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2634" y="4813999"/>
            <a:ext cx="5450942" cy="2456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2630" y="5649922"/>
            <a:ext cx="9543469" cy="4618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3983" y="6589255"/>
            <a:ext cx="9141857" cy="26235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83921" y="7365482"/>
            <a:ext cx="3446762" cy="22617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8271" y="10542003"/>
            <a:ext cx="1319425" cy="18344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8377073" y="10639466"/>
            <a:ext cx="434340" cy="178435"/>
          </a:xfrm>
          <a:custGeom>
            <a:avLst/>
            <a:gdLst/>
            <a:ahLst/>
            <a:cxnLst/>
            <a:rect l="l" t="t" r="r" b="b"/>
            <a:pathLst>
              <a:path w="434340" h="178434">
                <a:moveTo>
                  <a:pt x="54658" y="18428"/>
                </a:moveTo>
                <a:lnTo>
                  <a:pt x="36857" y="18428"/>
                </a:lnTo>
                <a:lnTo>
                  <a:pt x="46281" y="19894"/>
                </a:lnTo>
                <a:lnTo>
                  <a:pt x="36857" y="26162"/>
                </a:lnTo>
                <a:lnTo>
                  <a:pt x="36857" y="156015"/>
                </a:lnTo>
                <a:lnTo>
                  <a:pt x="54658" y="156015"/>
                </a:lnTo>
                <a:lnTo>
                  <a:pt x="54658" y="18428"/>
                </a:lnTo>
                <a:close/>
              </a:path>
              <a:path w="434340" h="178434">
                <a:moveTo>
                  <a:pt x="54658" y="7957"/>
                </a:moveTo>
                <a:lnTo>
                  <a:pt x="36648" y="7957"/>
                </a:lnTo>
                <a:lnTo>
                  <a:pt x="0" y="32668"/>
                </a:lnTo>
                <a:lnTo>
                  <a:pt x="0" y="50678"/>
                </a:lnTo>
                <a:lnTo>
                  <a:pt x="36857" y="26162"/>
                </a:lnTo>
                <a:lnTo>
                  <a:pt x="36857" y="18428"/>
                </a:lnTo>
                <a:lnTo>
                  <a:pt x="54658" y="18428"/>
                </a:lnTo>
                <a:lnTo>
                  <a:pt x="54658" y="7957"/>
                </a:lnTo>
                <a:close/>
              </a:path>
              <a:path w="434340" h="178434">
                <a:moveTo>
                  <a:pt x="36857" y="18428"/>
                </a:moveTo>
                <a:lnTo>
                  <a:pt x="36857" y="26162"/>
                </a:lnTo>
                <a:lnTo>
                  <a:pt x="46281" y="19894"/>
                </a:lnTo>
                <a:lnTo>
                  <a:pt x="36857" y="18428"/>
                </a:lnTo>
                <a:close/>
              </a:path>
              <a:path w="434340" h="178434">
                <a:moveTo>
                  <a:pt x="210962" y="0"/>
                </a:moveTo>
                <a:lnTo>
                  <a:pt x="194418" y="0"/>
                </a:lnTo>
                <a:lnTo>
                  <a:pt x="146251" y="178214"/>
                </a:lnTo>
                <a:lnTo>
                  <a:pt x="162795" y="178214"/>
                </a:lnTo>
                <a:lnTo>
                  <a:pt x="210962" y="0"/>
                </a:lnTo>
                <a:close/>
              </a:path>
              <a:path w="434340" h="178434">
                <a:moveTo>
                  <a:pt x="331767" y="18428"/>
                </a:moveTo>
                <a:lnTo>
                  <a:pt x="313967" y="18428"/>
                </a:lnTo>
                <a:lnTo>
                  <a:pt x="323391" y="19894"/>
                </a:lnTo>
                <a:lnTo>
                  <a:pt x="313967" y="26162"/>
                </a:lnTo>
                <a:lnTo>
                  <a:pt x="313967" y="156015"/>
                </a:lnTo>
                <a:lnTo>
                  <a:pt x="331767" y="156015"/>
                </a:lnTo>
                <a:lnTo>
                  <a:pt x="331767" y="18428"/>
                </a:lnTo>
                <a:close/>
              </a:path>
              <a:path w="434340" h="178434">
                <a:moveTo>
                  <a:pt x="331767" y="7957"/>
                </a:moveTo>
                <a:lnTo>
                  <a:pt x="313757" y="7957"/>
                </a:lnTo>
                <a:lnTo>
                  <a:pt x="277109" y="32668"/>
                </a:lnTo>
                <a:lnTo>
                  <a:pt x="277109" y="50678"/>
                </a:lnTo>
                <a:lnTo>
                  <a:pt x="313967" y="26162"/>
                </a:lnTo>
                <a:lnTo>
                  <a:pt x="313967" y="18428"/>
                </a:lnTo>
                <a:lnTo>
                  <a:pt x="331767" y="18428"/>
                </a:lnTo>
                <a:lnTo>
                  <a:pt x="331767" y="7957"/>
                </a:lnTo>
                <a:close/>
              </a:path>
              <a:path w="434340" h="178434">
                <a:moveTo>
                  <a:pt x="313967" y="18428"/>
                </a:moveTo>
                <a:lnTo>
                  <a:pt x="313967" y="26162"/>
                </a:lnTo>
                <a:lnTo>
                  <a:pt x="323391" y="19894"/>
                </a:lnTo>
                <a:lnTo>
                  <a:pt x="313967" y="18428"/>
                </a:lnTo>
                <a:close/>
              </a:path>
              <a:path w="434340" h="178434">
                <a:moveTo>
                  <a:pt x="434023" y="18428"/>
                </a:moveTo>
                <a:lnTo>
                  <a:pt x="416222" y="18428"/>
                </a:lnTo>
                <a:lnTo>
                  <a:pt x="425646" y="19894"/>
                </a:lnTo>
                <a:lnTo>
                  <a:pt x="416222" y="26162"/>
                </a:lnTo>
                <a:lnTo>
                  <a:pt x="416222" y="156015"/>
                </a:lnTo>
                <a:lnTo>
                  <a:pt x="434023" y="156015"/>
                </a:lnTo>
                <a:lnTo>
                  <a:pt x="434023" y="18428"/>
                </a:lnTo>
                <a:close/>
              </a:path>
              <a:path w="434340" h="178434">
                <a:moveTo>
                  <a:pt x="434023" y="7957"/>
                </a:moveTo>
                <a:lnTo>
                  <a:pt x="416013" y="7957"/>
                </a:lnTo>
                <a:lnTo>
                  <a:pt x="379365" y="32668"/>
                </a:lnTo>
                <a:lnTo>
                  <a:pt x="379365" y="50678"/>
                </a:lnTo>
                <a:lnTo>
                  <a:pt x="416222" y="26162"/>
                </a:lnTo>
                <a:lnTo>
                  <a:pt x="416222" y="18428"/>
                </a:lnTo>
                <a:lnTo>
                  <a:pt x="434023" y="18428"/>
                </a:lnTo>
                <a:lnTo>
                  <a:pt x="434023" y="7957"/>
                </a:lnTo>
                <a:close/>
              </a:path>
              <a:path w="434340" h="178434">
                <a:moveTo>
                  <a:pt x="416222" y="18428"/>
                </a:moveTo>
                <a:lnTo>
                  <a:pt x="416222" y="26162"/>
                </a:lnTo>
                <a:lnTo>
                  <a:pt x="425646" y="19894"/>
                </a:lnTo>
                <a:lnTo>
                  <a:pt x="416222" y="18428"/>
                </a:lnTo>
                <a:close/>
              </a:path>
            </a:pathLst>
          </a:custGeom>
          <a:solidFill>
            <a:srgbClr val="C9C8C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3938" y="1054271"/>
            <a:ext cx="834390" cy="200660"/>
          </a:xfrm>
          <a:custGeom>
            <a:avLst/>
            <a:gdLst/>
            <a:ahLst/>
            <a:cxnLst/>
            <a:rect l="l" t="t" r="r" b="b"/>
            <a:pathLst>
              <a:path w="834389" h="200659">
                <a:moveTo>
                  <a:pt x="160790" y="0"/>
                </a:moveTo>
                <a:lnTo>
                  <a:pt x="134990" y="0"/>
                </a:lnTo>
                <a:lnTo>
                  <a:pt x="134990" y="118174"/>
                </a:lnTo>
                <a:lnTo>
                  <a:pt x="160790" y="118174"/>
                </a:lnTo>
                <a:lnTo>
                  <a:pt x="160790" y="70259"/>
                </a:lnTo>
                <a:lnTo>
                  <a:pt x="147890" y="70259"/>
                </a:lnTo>
                <a:lnTo>
                  <a:pt x="147890" y="49066"/>
                </a:lnTo>
                <a:lnTo>
                  <a:pt x="160790" y="49066"/>
                </a:lnTo>
                <a:lnTo>
                  <a:pt x="160790" y="0"/>
                </a:lnTo>
                <a:close/>
              </a:path>
              <a:path w="834389" h="200659">
                <a:moveTo>
                  <a:pt x="160790" y="49066"/>
                </a:moveTo>
                <a:lnTo>
                  <a:pt x="147890" y="49066"/>
                </a:lnTo>
                <a:lnTo>
                  <a:pt x="147890" y="70259"/>
                </a:lnTo>
                <a:lnTo>
                  <a:pt x="160790" y="70259"/>
                </a:lnTo>
                <a:lnTo>
                  <a:pt x="160790" y="49066"/>
                </a:lnTo>
                <a:close/>
              </a:path>
              <a:path w="834389" h="200659">
                <a:moveTo>
                  <a:pt x="189125" y="49066"/>
                </a:moveTo>
                <a:lnTo>
                  <a:pt x="160790" y="49066"/>
                </a:lnTo>
                <a:lnTo>
                  <a:pt x="160790" y="70259"/>
                </a:lnTo>
                <a:lnTo>
                  <a:pt x="189125" y="70259"/>
                </a:lnTo>
                <a:lnTo>
                  <a:pt x="189125" y="49066"/>
                </a:lnTo>
                <a:close/>
              </a:path>
              <a:path w="834389" h="200659">
                <a:moveTo>
                  <a:pt x="161021" y="128310"/>
                </a:moveTo>
                <a:lnTo>
                  <a:pt x="25569" y="128310"/>
                </a:lnTo>
                <a:lnTo>
                  <a:pt x="25569" y="149503"/>
                </a:lnTo>
                <a:lnTo>
                  <a:pt x="134990" y="149503"/>
                </a:lnTo>
                <a:lnTo>
                  <a:pt x="134990" y="200182"/>
                </a:lnTo>
                <a:lnTo>
                  <a:pt x="161021" y="200182"/>
                </a:lnTo>
                <a:lnTo>
                  <a:pt x="161021" y="128310"/>
                </a:lnTo>
                <a:close/>
              </a:path>
              <a:path w="834389" h="200659">
                <a:moveTo>
                  <a:pt x="73254" y="24187"/>
                </a:moveTo>
                <a:lnTo>
                  <a:pt x="47914" y="24187"/>
                </a:lnTo>
                <a:lnTo>
                  <a:pt x="47914" y="45841"/>
                </a:lnTo>
                <a:lnTo>
                  <a:pt x="46532" y="52598"/>
                </a:lnTo>
                <a:lnTo>
                  <a:pt x="16758" y="86039"/>
                </a:lnTo>
                <a:lnTo>
                  <a:pt x="0" y="96520"/>
                </a:lnTo>
                <a:lnTo>
                  <a:pt x="11978" y="116561"/>
                </a:lnTo>
                <a:lnTo>
                  <a:pt x="44766" y="92911"/>
                </a:lnTo>
                <a:lnTo>
                  <a:pt x="60714" y="70720"/>
                </a:lnTo>
                <a:lnTo>
                  <a:pt x="60368" y="70057"/>
                </a:lnTo>
                <a:lnTo>
                  <a:pt x="57647" y="64155"/>
                </a:lnTo>
                <a:lnTo>
                  <a:pt x="55185" y="57848"/>
                </a:lnTo>
                <a:lnTo>
                  <a:pt x="52982" y="51139"/>
                </a:lnTo>
                <a:lnTo>
                  <a:pt x="74433" y="51139"/>
                </a:lnTo>
                <a:lnTo>
                  <a:pt x="73348" y="45841"/>
                </a:lnTo>
                <a:lnTo>
                  <a:pt x="73254" y="24187"/>
                </a:lnTo>
                <a:close/>
              </a:path>
              <a:path w="834389" h="200659">
                <a:moveTo>
                  <a:pt x="74433" y="51139"/>
                </a:moveTo>
                <a:lnTo>
                  <a:pt x="68186" y="51139"/>
                </a:lnTo>
                <a:lnTo>
                  <a:pt x="65950" y="58741"/>
                </a:lnTo>
                <a:lnTo>
                  <a:pt x="65882" y="58971"/>
                </a:lnTo>
                <a:lnTo>
                  <a:pt x="63195" y="65882"/>
                </a:lnTo>
                <a:lnTo>
                  <a:pt x="60727" y="70720"/>
                </a:lnTo>
                <a:lnTo>
                  <a:pt x="63348" y="75557"/>
                </a:lnTo>
                <a:lnTo>
                  <a:pt x="93353" y="103200"/>
                </a:lnTo>
                <a:lnTo>
                  <a:pt x="109420" y="111724"/>
                </a:lnTo>
                <a:lnTo>
                  <a:pt x="119786" y="91682"/>
                </a:lnTo>
                <a:lnTo>
                  <a:pt x="110990" y="87248"/>
                </a:lnTo>
                <a:lnTo>
                  <a:pt x="103258" y="82929"/>
                </a:lnTo>
                <a:lnTo>
                  <a:pt x="74559" y="51754"/>
                </a:lnTo>
                <a:lnTo>
                  <a:pt x="74433" y="51139"/>
                </a:lnTo>
                <a:close/>
              </a:path>
              <a:path w="834389" h="200659">
                <a:moveTo>
                  <a:pt x="68186" y="51139"/>
                </a:moveTo>
                <a:lnTo>
                  <a:pt x="52982" y="51139"/>
                </a:lnTo>
                <a:lnTo>
                  <a:pt x="55185" y="57848"/>
                </a:lnTo>
                <a:lnTo>
                  <a:pt x="57647" y="64155"/>
                </a:lnTo>
                <a:lnTo>
                  <a:pt x="60368" y="70057"/>
                </a:lnTo>
                <a:lnTo>
                  <a:pt x="60727" y="70720"/>
                </a:lnTo>
                <a:lnTo>
                  <a:pt x="63195" y="65882"/>
                </a:lnTo>
                <a:lnTo>
                  <a:pt x="65882" y="58971"/>
                </a:lnTo>
                <a:lnTo>
                  <a:pt x="68186" y="51139"/>
                </a:lnTo>
                <a:close/>
              </a:path>
              <a:path w="834389" h="200659">
                <a:moveTo>
                  <a:pt x="112645" y="13591"/>
                </a:moveTo>
                <a:lnTo>
                  <a:pt x="8523" y="13591"/>
                </a:lnTo>
                <a:lnTo>
                  <a:pt x="8523" y="34323"/>
                </a:lnTo>
                <a:lnTo>
                  <a:pt x="47914" y="34323"/>
                </a:lnTo>
                <a:lnTo>
                  <a:pt x="47914" y="24187"/>
                </a:lnTo>
                <a:lnTo>
                  <a:pt x="112645" y="24187"/>
                </a:lnTo>
                <a:lnTo>
                  <a:pt x="112645" y="13591"/>
                </a:lnTo>
                <a:close/>
              </a:path>
              <a:path w="834389" h="200659">
                <a:moveTo>
                  <a:pt x="112645" y="24187"/>
                </a:moveTo>
                <a:lnTo>
                  <a:pt x="73254" y="24187"/>
                </a:lnTo>
                <a:lnTo>
                  <a:pt x="73254" y="34323"/>
                </a:lnTo>
                <a:lnTo>
                  <a:pt x="112645" y="34323"/>
                </a:lnTo>
                <a:lnTo>
                  <a:pt x="112645" y="24187"/>
                </a:lnTo>
                <a:close/>
              </a:path>
              <a:path w="834389" h="200659">
                <a:moveTo>
                  <a:pt x="278376" y="131535"/>
                </a:moveTo>
                <a:lnTo>
                  <a:pt x="222860" y="131535"/>
                </a:lnTo>
                <a:lnTo>
                  <a:pt x="222860" y="196957"/>
                </a:lnTo>
                <a:lnTo>
                  <a:pt x="359693" y="196957"/>
                </a:lnTo>
                <a:lnTo>
                  <a:pt x="359693" y="175994"/>
                </a:lnTo>
                <a:lnTo>
                  <a:pt x="248660" y="175994"/>
                </a:lnTo>
                <a:lnTo>
                  <a:pt x="248660" y="152497"/>
                </a:lnTo>
                <a:lnTo>
                  <a:pt x="359693" y="152497"/>
                </a:lnTo>
                <a:lnTo>
                  <a:pt x="359693" y="138215"/>
                </a:lnTo>
                <a:lnTo>
                  <a:pt x="278376" y="138215"/>
                </a:lnTo>
                <a:lnTo>
                  <a:pt x="278376" y="131535"/>
                </a:lnTo>
                <a:close/>
              </a:path>
              <a:path w="834389" h="200659">
                <a:moveTo>
                  <a:pt x="359693" y="152497"/>
                </a:moveTo>
                <a:lnTo>
                  <a:pt x="333893" y="152497"/>
                </a:lnTo>
                <a:lnTo>
                  <a:pt x="333893" y="175994"/>
                </a:lnTo>
                <a:lnTo>
                  <a:pt x="359693" y="175994"/>
                </a:lnTo>
                <a:lnTo>
                  <a:pt x="359693" y="152497"/>
                </a:lnTo>
                <a:close/>
              </a:path>
              <a:path w="834389" h="200659">
                <a:moveTo>
                  <a:pt x="304177" y="100436"/>
                </a:moveTo>
                <a:lnTo>
                  <a:pt x="278376" y="100436"/>
                </a:lnTo>
                <a:lnTo>
                  <a:pt x="278376" y="138215"/>
                </a:lnTo>
                <a:lnTo>
                  <a:pt x="304177" y="138215"/>
                </a:lnTo>
                <a:lnTo>
                  <a:pt x="304177" y="100436"/>
                </a:lnTo>
                <a:close/>
              </a:path>
              <a:path w="834389" h="200659">
                <a:moveTo>
                  <a:pt x="359693" y="131535"/>
                </a:moveTo>
                <a:lnTo>
                  <a:pt x="304177" y="131535"/>
                </a:lnTo>
                <a:lnTo>
                  <a:pt x="304177" y="138215"/>
                </a:lnTo>
                <a:lnTo>
                  <a:pt x="359693" y="138215"/>
                </a:lnTo>
                <a:lnTo>
                  <a:pt x="359693" y="131535"/>
                </a:lnTo>
                <a:close/>
              </a:path>
              <a:path w="834389" h="200659">
                <a:moveTo>
                  <a:pt x="382960" y="92374"/>
                </a:moveTo>
                <a:lnTo>
                  <a:pt x="199593" y="92374"/>
                </a:lnTo>
                <a:lnTo>
                  <a:pt x="199593" y="113567"/>
                </a:lnTo>
                <a:lnTo>
                  <a:pt x="278376" y="113567"/>
                </a:lnTo>
                <a:lnTo>
                  <a:pt x="278376" y="100436"/>
                </a:lnTo>
                <a:lnTo>
                  <a:pt x="382960" y="100436"/>
                </a:lnTo>
                <a:lnTo>
                  <a:pt x="382960" y="92374"/>
                </a:lnTo>
                <a:close/>
              </a:path>
              <a:path w="834389" h="200659">
                <a:moveTo>
                  <a:pt x="382960" y="100436"/>
                </a:moveTo>
                <a:lnTo>
                  <a:pt x="304177" y="100436"/>
                </a:lnTo>
                <a:lnTo>
                  <a:pt x="304177" y="113567"/>
                </a:lnTo>
                <a:lnTo>
                  <a:pt x="382960" y="113567"/>
                </a:lnTo>
                <a:lnTo>
                  <a:pt x="382960" y="100436"/>
                </a:lnTo>
                <a:close/>
              </a:path>
              <a:path w="834389" h="200659">
                <a:moveTo>
                  <a:pt x="244053" y="57129"/>
                </a:moveTo>
                <a:lnTo>
                  <a:pt x="217561" y="57129"/>
                </a:lnTo>
                <a:lnTo>
                  <a:pt x="217561" y="77400"/>
                </a:lnTo>
                <a:lnTo>
                  <a:pt x="364992" y="77400"/>
                </a:lnTo>
                <a:lnTo>
                  <a:pt x="364992" y="72563"/>
                </a:lnTo>
                <a:lnTo>
                  <a:pt x="244053" y="72563"/>
                </a:lnTo>
                <a:lnTo>
                  <a:pt x="244053" y="57129"/>
                </a:lnTo>
                <a:close/>
              </a:path>
              <a:path w="834389" h="200659">
                <a:moveTo>
                  <a:pt x="269162" y="33632"/>
                </a:moveTo>
                <a:lnTo>
                  <a:pt x="244053" y="33632"/>
                </a:lnTo>
                <a:lnTo>
                  <a:pt x="244053" y="72563"/>
                </a:lnTo>
                <a:lnTo>
                  <a:pt x="269162" y="72563"/>
                </a:lnTo>
                <a:lnTo>
                  <a:pt x="269162" y="33632"/>
                </a:lnTo>
                <a:close/>
              </a:path>
              <a:path w="834389" h="200659">
                <a:moveTo>
                  <a:pt x="313391" y="57129"/>
                </a:moveTo>
                <a:lnTo>
                  <a:pt x="269162" y="57129"/>
                </a:lnTo>
                <a:lnTo>
                  <a:pt x="269162" y="72563"/>
                </a:lnTo>
                <a:lnTo>
                  <a:pt x="313391" y="72563"/>
                </a:lnTo>
                <a:lnTo>
                  <a:pt x="313391" y="57129"/>
                </a:lnTo>
                <a:close/>
              </a:path>
              <a:path w="834389" h="200659">
                <a:moveTo>
                  <a:pt x="338500" y="33632"/>
                </a:moveTo>
                <a:lnTo>
                  <a:pt x="313391" y="33632"/>
                </a:lnTo>
                <a:lnTo>
                  <a:pt x="313391" y="72563"/>
                </a:lnTo>
                <a:lnTo>
                  <a:pt x="338500" y="72563"/>
                </a:lnTo>
                <a:lnTo>
                  <a:pt x="338500" y="33632"/>
                </a:lnTo>
                <a:close/>
              </a:path>
              <a:path w="834389" h="200659">
                <a:moveTo>
                  <a:pt x="364992" y="57129"/>
                </a:moveTo>
                <a:lnTo>
                  <a:pt x="338500" y="57129"/>
                </a:lnTo>
                <a:lnTo>
                  <a:pt x="338500" y="72563"/>
                </a:lnTo>
                <a:lnTo>
                  <a:pt x="364992" y="72563"/>
                </a:lnTo>
                <a:lnTo>
                  <a:pt x="364992" y="57129"/>
                </a:lnTo>
                <a:close/>
              </a:path>
              <a:path w="834389" h="200659">
                <a:moveTo>
                  <a:pt x="365452" y="5298"/>
                </a:moveTo>
                <a:lnTo>
                  <a:pt x="217101" y="5298"/>
                </a:lnTo>
                <a:lnTo>
                  <a:pt x="217101" y="25569"/>
                </a:lnTo>
                <a:lnTo>
                  <a:pt x="365452" y="25569"/>
                </a:lnTo>
                <a:lnTo>
                  <a:pt x="365452" y="5298"/>
                </a:lnTo>
                <a:close/>
              </a:path>
              <a:path w="834389" h="200659">
                <a:moveTo>
                  <a:pt x="628187" y="1151"/>
                </a:moveTo>
                <a:lnTo>
                  <a:pt x="603308" y="1151"/>
                </a:lnTo>
                <a:lnTo>
                  <a:pt x="603308" y="198109"/>
                </a:lnTo>
                <a:lnTo>
                  <a:pt x="628187" y="198109"/>
                </a:lnTo>
                <a:lnTo>
                  <a:pt x="628187" y="98593"/>
                </a:lnTo>
                <a:lnTo>
                  <a:pt x="614365" y="98593"/>
                </a:lnTo>
                <a:lnTo>
                  <a:pt x="614365" y="77400"/>
                </a:lnTo>
                <a:lnTo>
                  <a:pt x="628187" y="77400"/>
                </a:lnTo>
                <a:lnTo>
                  <a:pt x="628187" y="1151"/>
                </a:lnTo>
                <a:close/>
              </a:path>
              <a:path w="834389" h="200659">
                <a:moveTo>
                  <a:pt x="583497" y="3225"/>
                </a:moveTo>
                <a:lnTo>
                  <a:pt x="559079" y="3225"/>
                </a:lnTo>
                <a:lnTo>
                  <a:pt x="559079" y="190276"/>
                </a:lnTo>
                <a:lnTo>
                  <a:pt x="583497" y="190276"/>
                </a:lnTo>
                <a:lnTo>
                  <a:pt x="583497" y="98593"/>
                </a:lnTo>
                <a:lnTo>
                  <a:pt x="569215" y="98593"/>
                </a:lnTo>
                <a:lnTo>
                  <a:pt x="569215" y="77400"/>
                </a:lnTo>
                <a:lnTo>
                  <a:pt x="583497" y="77400"/>
                </a:lnTo>
                <a:lnTo>
                  <a:pt x="583497" y="3225"/>
                </a:lnTo>
                <a:close/>
              </a:path>
              <a:path w="834389" h="200659">
                <a:moveTo>
                  <a:pt x="583497" y="77400"/>
                </a:moveTo>
                <a:lnTo>
                  <a:pt x="569215" y="77400"/>
                </a:lnTo>
                <a:lnTo>
                  <a:pt x="569215" y="98593"/>
                </a:lnTo>
                <a:lnTo>
                  <a:pt x="583497" y="98593"/>
                </a:lnTo>
                <a:lnTo>
                  <a:pt x="583497" y="77400"/>
                </a:lnTo>
                <a:close/>
              </a:path>
              <a:path w="834389" h="200659">
                <a:moveTo>
                  <a:pt x="603308" y="77400"/>
                </a:moveTo>
                <a:lnTo>
                  <a:pt x="583497" y="77400"/>
                </a:lnTo>
                <a:lnTo>
                  <a:pt x="583497" y="98593"/>
                </a:lnTo>
                <a:lnTo>
                  <a:pt x="603308" y="98593"/>
                </a:lnTo>
                <a:lnTo>
                  <a:pt x="603308" y="77400"/>
                </a:lnTo>
                <a:close/>
              </a:path>
              <a:path w="834389" h="200659">
                <a:moveTo>
                  <a:pt x="628187" y="77400"/>
                </a:moveTo>
                <a:lnTo>
                  <a:pt x="614365" y="77400"/>
                </a:lnTo>
                <a:lnTo>
                  <a:pt x="614365" y="98593"/>
                </a:lnTo>
                <a:lnTo>
                  <a:pt x="628187" y="98593"/>
                </a:lnTo>
                <a:lnTo>
                  <a:pt x="628187" y="77400"/>
                </a:lnTo>
                <a:close/>
              </a:path>
              <a:path w="834389" h="200659">
                <a:moveTo>
                  <a:pt x="542032" y="24187"/>
                </a:moveTo>
                <a:lnTo>
                  <a:pt x="460946" y="24187"/>
                </a:lnTo>
                <a:lnTo>
                  <a:pt x="460946" y="45611"/>
                </a:lnTo>
                <a:lnTo>
                  <a:pt x="516232" y="45611"/>
                </a:lnTo>
                <a:lnTo>
                  <a:pt x="516232" y="64500"/>
                </a:lnTo>
                <a:lnTo>
                  <a:pt x="515233" y="71180"/>
                </a:lnTo>
                <a:lnTo>
                  <a:pt x="513237" y="77631"/>
                </a:lnTo>
                <a:lnTo>
                  <a:pt x="511394" y="84081"/>
                </a:lnTo>
                <a:lnTo>
                  <a:pt x="483521" y="116792"/>
                </a:lnTo>
                <a:lnTo>
                  <a:pt x="451731" y="137524"/>
                </a:lnTo>
                <a:lnTo>
                  <a:pt x="464862" y="157565"/>
                </a:lnTo>
                <a:lnTo>
                  <a:pt x="500884" y="132902"/>
                </a:lnTo>
                <a:lnTo>
                  <a:pt x="530140" y="101070"/>
                </a:lnTo>
                <a:lnTo>
                  <a:pt x="542032" y="55977"/>
                </a:lnTo>
                <a:lnTo>
                  <a:pt x="542032" y="24187"/>
                </a:lnTo>
                <a:close/>
              </a:path>
              <a:path w="834389" h="200659">
                <a:moveTo>
                  <a:pt x="694172" y="158947"/>
                </a:moveTo>
                <a:lnTo>
                  <a:pt x="650864" y="158947"/>
                </a:lnTo>
                <a:lnTo>
                  <a:pt x="650864" y="180371"/>
                </a:lnTo>
                <a:lnTo>
                  <a:pt x="834231" y="180371"/>
                </a:lnTo>
                <a:lnTo>
                  <a:pt x="834231" y="172769"/>
                </a:lnTo>
                <a:lnTo>
                  <a:pt x="694172" y="172769"/>
                </a:lnTo>
                <a:lnTo>
                  <a:pt x="694172" y="158947"/>
                </a:lnTo>
                <a:close/>
              </a:path>
              <a:path w="834389" h="200659">
                <a:moveTo>
                  <a:pt x="694172" y="107009"/>
                </a:moveTo>
                <a:lnTo>
                  <a:pt x="694172" y="172769"/>
                </a:lnTo>
                <a:lnTo>
                  <a:pt x="720203" y="172769"/>
                </a:lnTo>
                <a:lnTo>
                  <a:pt x="720203" y="115931"/>
                </a:lnTo>
                <a:lnTo>
                  <a:pt x="713090" y="114445"/>
                </a:lnTo>
                <a:lnTo>
                  <a:pt x="704308" y="111724"/>
                </a:lnTo>
                <a:lnTo>
                  <a:pt x="696331" y="108268"/>
                </a:lnTo>
                <a:lnTo>
                  <a:pt x="694172" y="107009"/>
                </a:lnTo>
                <a:close/>
              </a:path>
              <a:path w="834389" h="200659">
                <a:moveTo>
                  <a:pt x="764892" y="158947"/>
                </a:moveTo>
                <a:lnTo>
                  <a:pt x="720203" y="158947"/>
                </a:lnTo>
                <a:lnTo>
                  <a:pt x="720203" y="172769"/>
                </a:lnTo>
                <a:lnTo>
                  <a:pt x="764892" y="172769"/>
                </a:lnTo>
                <a:lnTo>
                  <a:pt x="764892" y="158947"/>
                </a:lnTo>
                <a:close/>
              </a:path>
              <a:path w="834389" h="200659">
                <a:moveTo>
                  <a:pt x="790923" y="107009"/>
                </a:moveTo>
                <a:lnTo>
                  <a:pt x="790787" y="107009"/>
                </a:lnTo>
                <a:lnTo>
                  <a:pt x="788619" y="108268"/>
                </a:lnTo>
                <a:lnTo>
                  <a:pt x="780557" y="111724"/>
                </a:lnTo>
                <a:lnTo>
                  <a:pt x="771875" y="114445"/>
                </a:lnTo>
                <a:lnTo>
                  <a:pt x="764892" y="115931"/>
                </a:lnTo>
                <a:lnTo>
                  <a:pt x="764892" y="172769"/>
                </a:lnTo>
                <a:lnTo>
                  <a:pt x="790923" y="172769"/>
                </a:lnTo>
                <a:lnTo>
                  <a:pt x="790923" y="107009"/>
                </a:lnTo>
                <a:close/>
              </a:path>
              <a:path w="834389" h="200659">
                <a:moveTo>
                  <a:pt x="834231" y="158947"/>
                </a:moveTo>
                <a:lnTo>
                  <a:pt x="790923" y="158947"/>
                </a:lnTo>
                <a:lnTo>
                  <a:pt x="790923" y="172769"/>
                </a:lnTo>
                <a:lnTo>
                  <a:pt x="834231" y="172769"/>
                </a:lnTo>
                <a:lnTo>
                  <a:pt x="834231" y="158947"/>
                </a:lnTo>
                <a:close/>
              </a:path>
              <a:path w="834389" h="200659">
                <a:moveTo>
                  <a:pt x="764892" y="99515"/>
                </a:moveTo>
                <a:lnTo>
                  <a:pt x="720203" y="99515"/>
                </a:lnTo>
                <a:lnTo>
                  <a:pt x="720203" y="115931"/>
                </a:lnTo>
                <a:lnTo>
                  <a:pt x="722391" y="116389"/>
                </a:lnTo>
                <a:lnTo>
                  <a:pt x="732210" y="117555"/>
                </a:lnTo>
                <a:lnTo>
                  <a:pt x="742548" y="117943"/>
                </a:lnTo>
                <a:lnTo>
                  <a:pt x="752870" y="117555"/>
                </a:lnTo>
                <a:lnTo>
                  <a:pt x="762646" y="116389"/>
                </a:lnTo>
                <a:lnTo>
                  <a:pt x="764817" y="115931"/>
                </a:lnTo>
                <a:lnTo>
                  <a:pt x="764892" y="99515"/>
                </a:lnTo>
                <a:close/>
              </a:path>
              <a:path w="834389" h="200659">
                <a:moveTo>
                  <a:pt x="720203" y="99515"/>
                </a:moveTo>
                <a:lnTo>
                  <a:pt x="694172" y="99515"/>
                </a:lnTo>
                <a:lnTo>
                  <a:pt x="694172" y="107009"/>
                </a:lnTo>
                <a:lnTo>
                  <a:pt x="696331" y="108268"/>
                </a:lnTo>
                <a:lnTo>
                  <a:pt x="704308" y="111724"/>
                </a:lnTo>
                <a:lnTo>
                  <a:pt x="713090" y="114445"/>
                </a:lnTo>
                <a:lnTo>
                  <a:pt x="720203" y="115931"/>
                </a:lnTo>
                <a:lnTo>
                  <a:pt x="720203" y="99515"/>
                </a:lnTo>
                <a:close/>
              </a:path>
              <a:path w="834389" h="200659">
                <a:moveTo>
                  <a:pt x="790923" y="99515"/>
                </a:moveTo>
                <a:lnTo>
                  <a:pt x="764892" y="99515"/>
                </a:lnTo>
                <a:lnTo>
                  <a:pt x="764892" y="115931"/>
                </a:lnTo>
                <a:lnTo>
                  <a:pt x="771875" y="114445"/>
                </a:lnTo>
                <a:lnTo>
                  <a:pt x="780557" y="111724"/>
                </a:lnTo>
                <a:lnTo>
                  <a:pt x="788619" y="108268"/>
                </a:lnTo>
                <a:lnTo>
                  <a:pt x="790787" y="107009"/>
                </a:lnTo>
                <a:lnTo>
                  <a:pt x="790923" y="107009"/>
                </a:lnTo>
                <a:lnTo>
                  <a:pt x="790923" y="99515"/>
                </a:lnTo>
                <a:close/>
              </a:path>
              <a:path w="834389" h="200659">
                <a:moveTo>
                  <a:pt x="742548" y="11748"/>
                </a:moveTo>
                <a:lnTo>
                  <a:pt x="704308" y="18198"/>
                </a:lnTo>
                <a:lnTo>
                  <a:pt x="673353" y="42371"/>
                </a:lnTo>
                <a:lnTo>
                  <a:pt x="667911" y="64961"/>
                </a:lnTo>
                <a:lnTo>
                  <a:pt x="668461" y="72332"/>
                </a:lnTo>
                <a:lnTo>
                  <a:pt x="694172" y="107009"/>
                </a:lnTo>
                <a:lnTo>
                  <a:pt x="694172" y="99515"/>
                </a:lnTo>
                <a:lnTo>
                  <a:pt x="801684" y="99515"/>
                </a:lnTo>
                <a:lnTo>
                  <a:pt x="801980" y="99284"/>
                </a:lnTo>
                <a:lnTo>
                  <a:pt x="805071" y="96059"/>
                </a:lnTo>
                <a:lnTo>
                  <a:pt x="742548" y="96059"/>
                </a:lnTo>
                <a:lnTo>
                  <a:pt x="735608" y="95872"/>
                </a:lnTo>
                <a:lnTo>
                  <a:pt x="695784" y="78322"/>
                </a:lnTo>
                <a:lnTo>
                  <a:pt x="693711" y="72332"/>
                </a:lnTo>
                <a:lnTo>
                  <a:pt x="693711" y="57282"/>
                </a:lnTo>
                <a:lnTo>
                  <a:pt x="695784" y="51216"/>
                </a:lnTo>
                <a:lnTo>
                  <a:pt x="699931" y="46762"/>
                </a:lnTo>
                <a:lnTo>
                  <a:pt x="704078" y="42155"/>
                </a:lnTo>
                <a:lnTo>
                  <a:pt x="742548" y="33632"/>
                </a:lnTo>
                <a:lnTo>
                  <a:pt x="804850" y="33632"/>
                </a:lnTo>
                <a:lnTo>
                  <a:pt x="801980" y="30637"/>
                </a:lnTo>
                <a:lnTo>
                  <a:pt x="762646" y="13360"/>
                </a:lnTo>
                <a:lnTo>
                  <a:pt x="752870" y="12151"/>
                </a:lnTo>
                <a:lnTo>
                  <a:pt x="742548" y="11748"/>
                </a:lnTo>
                <a:close/>
              </a:path>
              <a:path w="834389" h="200659">
                <a:moveTo>
                  <a:pt x="801684" y="99515"/>
                </a:moveTo>
                <a:lnTo>
                  <a:pt x="790923" y="99515"/>
                </a:lnTo>
                <a:lnTo>
                  <a:pt x="790923" y="107009"/>
                </a:lnTo>
                <a:lnTo>
                  <a:pt x="790787" y="107009"/>
                </a:lnTo>
                <a:lnTo>
                  <a:pt x="795760" y="104122"/>
                </a:lnTo>
                <a:lnTo>
                  <a:pt x="801684" y="99515"/>
                </a:lnTo>
                <a:close/>
              </a:path>
              <a:path w="834389" h="200659">
                <a:moveTo>
                  <a:pt x="804850" y="33632"/>
                </a:moveTo>
                <a:lnTo>
                  <a:pt x="742548" y="33632"/>
                </a:lnTo>
                <a:lnTo>
                  <a:pt x="749573" y="33834"/>
                </a:lnTo>
                <a:lnTo>
                  <a:pt x="756139" y="34438"/>
                </a:lnTo>
                <a:lnTo>
                  <a:pt x="785164" y="46762"/>
                </a:lnTo>
                <a:lnTo>
                  <a:pt x="789311" y="51216"/>
                </a:lnTo>
                <a:lnTo>
                  <a:pt x="791384" y="57282"/>
                </a:lnTo>
                <a:lnTo>
                  <a:pt x="791384" y="72332"/>
                </a:lnTo>
                <a:lnTo>
                  <a:pt x="756139" y="95311"/>
                </a:lnTo>
                <a:lnTo>
                  <a:pt x="742548" y="96059"/>
                </a:lnTo>
                <a:lnTo>
                  <a:pt x="805071" y="96059"/>
                </a:lnTo>
                <a:lnTo>
                  <a:pt x="817184" y="64961"/>
                </a:lnTo>
                <a:lnTo>
                  <a:pt x="816604" y="57282"/>
                </a:lnTo>
                <a:lnTo>
                  <a:pt x="816565" y="56769"/>
                </a:lnTo>
                <a:lnTo>
                  <a:pt x="814707" y="49239"/>
                </a:lnTo>
                <a:lnTo>
                  <a:pt x="811612" y="42371"/>
                </a:lnTo>
                <a:lnTo>
                  <a:pt x="807279" y="36166"/>
                </a:lnTo>
                <a:lnTo>
                  <a:pt x="804850" y="33632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31310" y="1456248"/>
            <a:ext cx="1945005" cy="480059"/>
          </a:xfrm>
          <a:custGeom>
            <a:avLst/>
            <a:gdLst/>
            <a:ahLst/>
            <a:cxnLst/>
            <a:rect l="l" t="t" r="r" b="b"/>
            <a:pathLst>
              <a:path w="1945004" h="480060">
                <a:moveTo>
                  <a:pt x="417076" y="2722"/>
                </a:moveTo>
                <a:lnTo>
                  <a:pt x="358271" y="2722"/>
                </a:lnTo>
                <a:lnTo>
                  <a:pt x="358271" y="468257"/>
                </a:lnTo>
                <a:lnTo>
                  <a:pt x="417076" y="468257"/>
                </a:lnTo>
                <a:lnTo>
                  <a:pt x="417076" y="233040"/>
                </a:lnTo>
                <a:lnTo>
                  <a:pt x="384407" y="233040"/>
                </a:lnTo>
                <a:lnTo>
                  <a:pt x="384407" y="182947"/>
                </a:lnTo>
                <a:lnTo>
                  <a:pt x="417076" y="182947"/>
                </a:lnTo>
                <a:lnTo>
                  <a:pt x="417076" y="2722"/>
                </a:lnTo>
                <a:close/>
              </a:path>
              <a:path w="1945004" h="480060">
                <a:moveTo>
                  <a:pt x="311446" y="7622"/>
                </a:moveTo>
                <a:lnTo>
                  <a:pt x="253730" y="7622"/>
                </a:lnTo>
                <a:lnTo>
                  <a:pt x="253730" y="449745"/>
                </a:lnTo>
                <a:lnTo>
                  <a:pt x="311446" y="449745"/>
                </a:lnTo>
                <a:lnTo>
                  <a:pt x="311446" y="233040"/>
                </a:lnTo>
                <a:lnTo>
                  <a:pt x="277687" y="233040"/>
                </a:lnTo>
                <a:lnTo>
                  <a:pt x="277687" y="182947"/>
                </a:lnTo>
                <a:lnTo>
                  <a:pt x="311446" y="182947"/>
                </a:lnTo>
                <a:lnTo>
                  <a:pt x="311446" y="7622"/>
                </a:lnTo>
                <a:close/>
              </a:path>
              <a:path w="1945004" h="480060">
                <a:moveTo>
                  <a:pt x="311446" y="182947"/>
                </a:moveTo>
                <a:lnTo>
                  <a:pt x="277687" y="182947"/>
                </a:lnTo>
                <a:lnTo>
                  <a:pt x="277687" y="233040"/>
                </a:lnTo>
                <a:lnTo>
                  <a:pt x="311446" y="233040"/>
                </a:lnTo>
                <a:lnTo>
                  <a:pt x="311446" y="182947"/>
                </a:lnTo>
                <a:close/>
              </a:path>
              <a:path w="1945004" h="480060">
                <a:moveTo>
                  <a:pt x="358271" y="182947"/>
                </a:moveTo>
                <a:lnTo>
                  <a:pt x="311446" y="182947"/>
                </a:lnTo>
                <a:lnTo>
                  <a:pt x="311446" y="233040"/>
                </a:lnTo>
                <a:lnTo>
                  <a:pt x="358271" y="233040"/>
                </a:lnTo>
                <a:lnTo>
                  <a:pt x="358271" y="182947"/>
                </a:lnTo>
                <a:close/>
              </a:path>
              <a:path w="1945004" h="480060">
                <a:moveTo>
                  <a:pt x="417076" y="182947"/>
                </a:moveTo>
                <a:lnTo>
                  <a:pt x="384407" y="182947"/>
                </a:lnTo>
                <a:lnTo>
                  <a:pt x="384407" y="233040"/>
                </a:lnTo>
                <a:lnTo>
                  <a:pt x="417076" y="233040"/>
                </a:lnTo>
                <a:lnTo>
                  <a:pt x="417076" y="182947"/>
                </a:lnTo>
                <a:close/>
              </a:path>
              <a:path w="1945004" h="480060">
                <a:moveTo>
                  <a:pt x="213438" y="57171"/>
                </a:moveTo>
                <a:lnTo>
                  <a:pt x="21779" y="57171"/>
                </a:lnTo>
                <a:lnTo>
                  <a:pt x="21779" y="107808"/>
                </a:lnTo>
                <a:lnTo>
                  <a:pt x="152456" y="107808"/>
                </a:lnTo>
                <a:lnTo>
                  <a:pt x="152456" y="136121"/>
                </a:lnTo>
                <a:lnTo>
                  <a:pt x="145377" y="183491"/>
                </a:lnTo>
                <a:lnTo>
                  <a:pt x="121964" y="229228"/>
                </a:lnTo>
                <a:lnTo>
                  <a:pt x="89295" y="264143"/>
                </a:lnTo>
                <a:lnTo>
                  <a:pt x="59417" y="287896"/>
                </a:lnTo>
                <a:lnTo>
                  <a:pt x="21847" y="312398"/>
                </a:lnTo>
                <a:lnTo>
                  <a:pt x="0" y="325058"/>
                </a:lnTo>
                <a:lnTo>
                  <a:pt x="31035" y="372428"/>
                </a:lnTo>
                <a:lnTo>
                  <a:pt x="91201" y="333089"/>
                </a:lnTo>
                <a:lnTo>
                  <a:pt x="137754" y="295655"/>
                </a:lnTo>
                <a:lnTo>
                  <a:pt x="172329" y="258086"/>
                </a:lnTo>
                <a:lnTo>
                  <a:pt x="195470" y="219427"/>
                </a:lnTo>
                <a:lnTo>
                  <a:pt x="208946" y="178047"/>
                </a:lnTo>
                <a:lnTo>
                  <a:pt x="213438" y="132310"/>
                </a:lnTo>
                <a:lnTo>
                  <a:pt x="213438" y="57171"/>
                </a:lnTo>
                <a:close/>
              </a:path>
              <a:path w="1945004" h="480060">
                <a:moveTo>
                  <a:pt x="845285" y="0"/>
                </a:moveTo>
                <a:lnTo>
                  <a:pt x="784847" y="0"/>
                </a:lnTo>
                <a:lnTo>
                  <a:pt x="784847" y="243929"/>
                </a:lnTo>
                <a:lnTo>
                  <a:pt x="845285" y="243929"/>
                </a:lnTo>
                <a:lnTo>
                  <a:pt x="845285" y="146466"/>
                </a:lnTo>
                <a:lnTo>
                  <a:pt x="814794" y="146466"/>
                </a:lnTo>
                <a:lnTo>
                  <a:pt x="814794" y="96374"/>
                </a:lnTo>
                <a:lnTo>
                  <a:pt x="845285" y="96374"/>
                </a:lnTo>
                <a:lnTo>
                  <a:pt x="845285" y="0"/>
                </a:lnTo>
                <a:close/>
              </a:path>
              <a:path w="1945004" h="480060">
                <a:moveTo>
                  <a:pt x="845285" y="96374"/>
                </a:moveTo>
                <a:lnTo>
                  <a:pt x="814794" y="96374"/>
                </a:lnTo>
                <a:lnTo>
                  <a:pt x="814794" y="146466"/>
                </a:lnTo>
                <a:lnTo>
                  <a:pt x="845285" y="146466"/>
                </a:lnTo>
                <a:lnTo>
                  <a:pt x="845285" y="96374"/>
                </a:lnTo>
                <a:close/>
              </a:path>
              <a:path w="1945004" h="480060">
                <a:moveTo>
                  <a:pt x="912257" y="96374"/>
                </a:moveTo>
                <a:lnTo>
                  <a:pt x="845285" y="96374"/>
                </a:lnTo>
                <a:lnTo>
                  <a:pt x="845285" y="146466"/>
                </a:lnTo>
                <a:lnTo>
                  <a:pt x="912257" y="146466"/>
                </a:lnTo>
                <a:lnTo>
                  <a:pt x="912257" y="96374"/>
                </a:lnTo>
                <a:close/>
              </a:path>
              <a:path w="1945004" h="480060">
                <a:moveTo>
                  <a:pt x="845285" y="266253"/>
                </a:moveTo>
                <a:lnTo>
                  <a:pt x="542006" y="266253"/>
                </a:lnTo>
                <a:lnTo>
                  <a:pt x="542006" y="313623"/>
                </a:lnTo>
                <a:lnTo>
                  <a:pt x="784847" y="313623"/>
                </a:lnTo>
                <a:lnTo>
                  <a:pt x="784847" y="344115"/>
                </a:lnTo>
                <a:lnTo>
                  <a:pt x="541462" y="344115"/>
                </a:lnTo>
                <a:lnTo>
                  <a:pt x="541462" y="467713"/>
                </a:lnTo>
                <a:lnTo>
                  <a:pt x="864342" y="467713"/>
                </a:lnTo>
                <a:lnTo>
                  <a:pt x="864342" y="420343"/>
                </a:lnTo>
                <a:lnTo>
                  <a:pt x="602988" y="420343"/>
                </a:lnTo>
                <a:lnTo>
                  <a:pt x="602988" y="388762"/>
                </a:lnTo>
                <a:lnTo>
                  <a:pt x="845285" y="388762"/>
                </a:lnTo>
                <a:lnTo>
                  <a:pt x="845285" y="266253"/>
                </a:lnTo>
                <a:close/>
              </a:path>
              <a:path w="1945004" h="480060">
                <a:moveTo>
                  <a:pt x="551262" y="16879"/>
                </a:moveTo>
                <a:lnTo>
                  <a:pt x="490824" y="16879"/>
                </a:lnTo>
                <a:lnTo>
                  <a:pt x="490824" y="229228"/>
                </a:lnTo>
                <a:lnTo>
                  <a:pt x="715153" y="229228"/>
                </a:lnTo>
                <a:lnTo>
                  <a:pt x="715153" y="181313"/>
                </a:lnTo>
                <a:lnTo>
                  <a:pt x="551262" y="181313"/>
                </a:lnTo>
                <a:lnTo>
                  <a:pt x="551262" y="123053"/>
                </a:lnTo>
                <a:lnTo>
                  <a:pt x="503348" y="123053"/>
                </a:lnTo>
                <a:lnTo>
                  <a:pt x="503348" y="75683"/>
                </a:lnTo>
                <a:lnTo>
                  <a:pt x="551262" y="75683"/>
                </a:lnTo>
                <a:lnTo>
                  <a:pt x="551262" y="16879"/>
                </a:lnTo>
                <a:close/>
              </a:path>
              <a:path w="1945004" h="480060">
                <a:moveTo>
                  <a:pt x="715153" y="16879"/>
                </a:moveTo>
                <a:lnTo>
                  <a:pt x="654715" y="16879"/>
                </a:lnTo>
                <a:lnTo>
                  <a:pt x="654715" y="181313"/>
                </a:lnTo>
                <a:lnTo>
                  <a:pt x="715153" y="181313"/>
                </a:lnTo>
                <a:lnTo>
                  <a:pt x="715153" y="123053"/>
                </a:lnTo>
                <a:lnTo>
                  <a:pt x="704263" y="123053"/>
                </a:lnTo>
                <a:lnTo>
                  <a:pt x="704263" y="75683"/>
                </a:lnTo>
                <a:lnTo>
                  <a:pt x="715153" y="75683"/>
                </a:lnTo>
                <a:lnTo>
                  <a:pt x="715153" y="16879"/>
                </a:lnTo>
                <a:close/>
              </a:path>
              <a:path w="1945004" h="480060">
                <a:moveTo>
                  <a:pt x="551262" y="75683"/>
                </a:moveTo>
                <a:lnTo>
                  <a:pt x="503348" y="75683"/>
                </a:lnTo>
                <a:lnTo>
                  <a:pt x="503348" y="123053"/>
                </a:lnTo>
                <a:lnTo>
                  <a:pt x="551262" y="123053"/>
                </a:lnTo>
                <a:lnTo>
                  <a:pt x="551262" y="75683"/>
                </a:lnTo>
                <a:close/>
              </a:path>
              <a:path w="1945004" h="480060">
                <a:moveTo>
                  <a:pt x="654715" y="75683"/>
                </a:moveTo>
                <a:lnTo>
                  <a:pt x="551262" y="75683"/>
                </a:lnTo>
                <a:lnTo>
                  <a:pt x="551262" y="123053"/>
                </a:lnTo>
                <a:lnTo>
                  <a:pt x="654715" y="123053"/>
                </a:lnTo>
                <a:lnTo>
                  <a:pt x="654715" y="75683"/>
                </a:lnTo>
                <a:close/>
              </a:path>
              <a:path w="1945004" h="480060">
                <a:moveTo>
                  <a:pt x="715153" y="75683"/>
                </a:moveTo>
                <a:lnTo>
                  <a:pt x="704263" y="75683"/>
                </a:lnTo>
                <a:lnTo>
                  <a:pt x="704263" y="123053"/>
                </a:lnTo>
                <a:lnTo>
                  <a:pt x="715153" y="123053"/>
                </a:lnTo>
                <a:lnTo>
                  <a:pt x="715153" y="75683"/>
                </a:lnTo>
                <a:close/>
              </a:path>
              <a:path w="1945004" h="480060">
                <a:moveTo>
                  <a:pt x="1483713" y="2722"/>
                </a:moveTo>
                <a:lnTo>
                  <a:pt x="1425453" y="2722"/>
                </a:lnTo>
                <a:lnTo>
                  <a:pt x="1425453" y="468257"/>
                </a:lnTo>
                <a:lnTo>
                  <a:pt x="1483713" y="468257"/>
                </a:lnTo>
                <a:lnTo>
                  <a:pt x="1483713" y="226506"/>
                </a:lnTo>
                <a:lnTo>
                  <a:pt x="1451044" y="226506"/>
                </a:lnTo>
                <a:lnTo>
                  <a:pt x="1451044" y="176413"/>
                </a:lnTo>
                <a:lnTo>
                  <a:pt x="1483713" y="176413"/>
                </a:lnTo>
                <a:lnTo>
                  <a:pt x="1483713" y="2722"/>
                </a:lnTo>
                <a:close/>
              </a:path>
              <a:path w="1945004" h="480060">
                <a:moveTo>
                  <a:pt x="1378083" y="7622"/>
                </a:moveTo>
                <a:lnTo>
                  <a:pt x="1320368" y="7622"/>
                </a:lnTo>
                <a:lnTo>
                  <a:pt x="1320368" y="449745"/>
                </a:lnTo>
                <a:lnTo>
                  <a:pt x="1378083" y="449745"/>
                </a:lnTo>
                <a:lnTo>
                  <a:pt x="1378083" y="226506"/>
                </a:lnTo>
                <a:lnTo>
                  <a:pt x="1344325" y="226506"/>
                </a:lnTo>
                <a:lnTo>
                  <a:pt x="1344325" y="176413"/>
                </a:lnTo>
                <a:lnTo>
                  <a:pt x="1378083" y="176413"/>
                </a:lnTo>
                <a:lnTo>
                  <a:pt x="1378083" y="7622"/>
                </a:lnTo>
                <a:close/>
              </a:path>
              <a:path w="1945004" h="480060">
                <a:moveTo>
                  <a:pt x="1378083" y="176413"/>
                </a:moveTo>
                <a:lnTo>
                  <a:pt x="1344325" y="176413"/>
                </a:lnTo>
                <a:lnTo>
                  <a:pt x="1344325" y="226506"/>
                </a:lnTo>
                <a:lnTo>
                  <a:pt x="1378083" y="226506"/>
                </a:lnTo>
                <a:lnTo>
                  <a:pt x="1378083" y="176413"/>
                </a:lnTo>
                <a:close/>
              </a:path>
              <a:path w="1945004" h="480060">
                <a:moveTo>
                  <a:pt x="1425453" y="176413"/>
                </a:moveTo>
                <a:lnTo>
                  <a:pt x="1378083" y="176413"/>
                </a:lnTo>
                <a:lnTo>
                  <a:pt x="1378083" y="226506"/>
                </a:lnTo>
                <a:lnTo>
                  <a:pt x="1425453" y="226506"/>
                </a:lnTo>
                <a:lnTo>
                  <a:pt x="1425453" y="176413"/>
                </a:lnTo>
                <a:close/>
              </a:path>
              <a:path w="1945004" h="480060">
                <a:moveTo>
                  <a:pt x="1483713" y="176413"/>
                </a:moveTo>
                <a:lnTo>
                  <a:pt x="1451044" y="176413"/>
                </a:lnTo>
                <a:lnTo>
                  <a:pt x="1451044" y="226506"/>
                </a:lnTo>
                <a:lnTo>
                  <a:pt x="1483713" y="226506"/>
                </a:lnTo>
                <a:lnTo>
                  <a:pt x="1483713" y="176413"/>
                </a:lnTo>
                <a:close/>
              </a:path>
              <a:path w="1945004" h="480060">
                <a:moveTo>
                  <a:pt x="1150488" y="44647"/>
                </a:moveTo>
                <a:lnTo>
                  <a:pt x="1091139" y="44647"/>
                </a:lnTo>
                <a:lnTo>
                  <a:pt x="1091139" y="351737"/>
                </a:lnTo>
                <a:lnTo>
                  <a:pt x="1276809" y="351737"/>
                </a:lnTo>
                <a:lnTo>
                  <a:pt x="1276809" y="301645"/>
                </a:lnTo>
                <a:lnTo>
                  <a:pt x="1150488" y="301645"/>
                </a:lnTo>
                <a:lnTo>
                  <a:pt x="1150488" y="199826"/>
                </a:lnTo>
                <a:lnTo>
                  <a:pt x="1103118" y="199826"/>
                </a:lnTo>
                <a:lnTo>
                  <a:pt x="1103118" y="150278"/>
                </a:lnTo>
                <a:lnTo>
                  <a:pt x="1150488" y="150278"/>
                </a:lnTo>
                <a:lnTo>
                  <a:pt x="1150488" y="44647"/>
                </a:lnTo>
                <a:close/>
              </a:path>
              <a:path w="1945004" h="480060">
                <a:moveTo>
                  <a:pt x="1276809" y="44647"/>
                </a:moveTo>
                <a:lnTo>
                  <a:pt x="1216371" y="44647"/>
                </a:lnTo>
                <a:lnTo>
                  <a:pt x="1216371" y="301645"/>
                </a:lnTo>
                <a:lnTo>
                  <a:pt x="1276809" y="301645"/>
                </a:lnTo>
                <a:lnTo>
                  <a:pt x="1276809" y="199826"/>
                </a:lnTo>
                <a:lnTo>
                  <a:pt x="1265919" y="199826"/>
                </a:lnTo>
                <a:lnTo>
                  <a:pt x="1265919" y="150278"/>
                </a:lnTo>
                <a:lnTo>
                  <a:pt x="1276809" y="150278"/>
                </a:lnTo>
                <a:lnTo>
                  <a:pt x="1276809" y="44647"/>
                </a:lnTo>
                <a:close/>
              </a:path>
              <a:path w="1945004" h="480060">
                <a:moveTo>
                  <a:pt x="1150488" y="150278"/>
                </a:moveTo>
                <a:lnTo>
                  <a:pt x="1103118" y="150278"/>
                </a:lnTo>
                <a:lnTo>
                  <a:pt x="1103118" y="199826"/>
                </a:lnTo>
                <a:lnTo>
                  <a:pt x="1150488" y="199826"/>
                </a:lnTo>
                <a:lnTo>
                  <a:pt x="1150488" y="150278"/>
                </a:lnTo>
                <a:close/>
              </a:path>
              <a:path w="1945004" h="480060">
                <a:moveTo>
                  <a:pt x="1216371" y="150278"/>
                </a:moveTo>
                <a:lnTo>
                  <a:pt x="1150488" y="150278"/>
                </a:lnTo>
                <a:lnTo>
                  <a:pt x="1150488" y="199826"/>
                </a:lnTo>
                <a:lnTo>
                  <a:pt x="1216371" y="199826"/>
                </a:lnTo>
                <a:lnTo>
                  <a:pt x="1216371" y="150278"/>
                </a:lnTo>
                <a:close/>
              </a:path>
              <a:path w="1945004" h="480060">
                <a:moveTo>
                  <a:pt x="1276809" y="150278"/>
                </a:moveTo>
                <a:lnTo>
                  <a:pt x="1265919" y="150278"/>
                </a:lnTo>
                <a:lnTo>
                  <a:pt x="1265919" y="199826"/>
                </a:lnTo>
                <a:lnTo>
                  <a:pt x="1276809" y="199826"/>
                </a:lnTo>
                <a:lnTo>
                  <a:pt x="1276809" y="150278"/>
                </a:lnTo>
                <a:close/>
              </a:path>
              <a:path w="1945004" h="480060">
                <a:moveTo>
                  <a:pt x="1778521" y="290755"/>
                </a:moveTo>
                <a:lnTo>
                  <a:pt x="1731151" y="293477"/>
                </a:lnTo>
                <a:lnTo>
                  <a:pt x="1690315" y="301645"/>
                </a:lnTo>
                <a:lnTo>
                  <a:pt x="1643458" y="323798"/>
                </a:lnTo>
                <a:lnTo>
                  <a:pt x="1616538" y="357046"/>
                </a:lnTo>
                <a:lnTo>
                  <a:pt x="1611364" y="385495"/>
                </a:lnTo>
                <a:lnTo>
                  <a:pt x="1612658" y="400129"/>
                </a:lnTo>
                <a:lnTo>
                  <a:pt x="1632055" y="436677"/>
                </a:lnTo>
                <a:lnTo>
                  <a:pt x="1672586" y="462710"/>
                </a:lnTo>
                <a:lnTo>
                  <a:pt x="1709916" y="473566"/>
                </a:lnTo>
                <a:lnTo>
                  <a:pt x="1754019" y="479011"/>
                </a:lnTo>
                <a:lnTo>
                  <a:pt x="1778521" y="479692"/>
                </a:lnTo>
                <a:lnTo>
                  <a:pt x="1802990" y="479011"/>
                </a:lnTo>
                <a:lnTo>
                  <a:pt x="1846822" y="473566"/>
                </a:lnTo>
                <a:lnTo>
                  <a:pt x="1883880" y="462710"/>
                </a:lnTo>
                <a:lnTo>
                  <a:pt x="1923899" y="436677"/>
                </a:lnTo>
                <a:lnTo>
                  <a:pt x="1929748" y="429599"/>
                </a:lnTo>
                <a:lnTo>
                  <a:pt x="1778521" y="429599"/>
                </a:lnTo>
                <a:lnTo>
                  <a:pt x="1754432" y="428986"/>
                </a:lnTo>
                <a:lnTo>
                  <a:pt x="1715229" y="424086"/>
                </a:lnTo>
                <a:lnTo>
                  <a:pt x="1679698" y="406050"/>
                </a:lnTo>
                <a:lnTo>
                  <a:pt x="1672891" y="385495"/>
                </a:lnTo>
                <a:lnTo>
                  <a:pt x="1674593" y="374163"/>
                </a:lnTo>
                <a:lnTo>
                  <a:pt x="1715229" y="346667"/>
                </a:lnTo>
                <a:lnTo>
                  <a:pt x="1754432" y="341494"/>
                </a:lnTo>
                <a:lnTo>
                  <a:pt x="1778521" y="340848"/>
                </a:lnTo>
                <a:lnTo>
                  <a:pt x="1929730" y="340848"/>
                </a:lnTo>
                <a:lnTo>
                  <a:pt x="1923899" y="333769"/>
                </a:lnTo>
                <a:lnTo>
                  <a:pt x="1883880" y="307736"/>
                </a:lnTo>
                <a:lnTo>
                  <a:pt x="1846822" y="296880"/>
                </a:lnTo>
                <a:lnTo>
                  <a:pt x="1802990" y="291436"/>
                </a:lnTo>
                <a:lnTo>
                  <a:pt x="1778521" y="290755"/>
                </a:lnTo>
                <a:close/>
              </a:path>
              <a:path w="1945004" h="480060">
                <a:moveTo>
                  <a:pt x="1929730" y="340848"/>
                </a:moveTo>
                <a:lnTo>
                  <a:pt x="1778521" y="340848"/>
                </a:lnTo>
                <a:lnTo>
                  <a:pt x="1802583" y="341494"/>
                </a:lnTo>
                <a:lnTo>
                  <a:pt x="1823581" y="343434"/>
                </a:lnTo>
                <a:lnTo>
                  <a:pt x="1868334" y="357046"/>
                </a:lnTo>
                <a:lnTo>
                  <a:pt x="1883607" y="385495"/>
                </a:lnTo>
                <a:lnTo>
                  <a:pt x="1881907" y="396623"/>
                </a:lnTo>
                <a:lnTo>
                  <a:pt x="1841515" y="424086"/>
                </a:lnTo>
                <a:lnTo>
                  <a:pt x="1802583" y="428986"/>
                </a:lnTo>
                <a:lnTo>
                  <a:pt x="1778521" y="429599"/>
                </a:lnTo>
                <a:lnTo>
                  <a:pt x="1929748" y="429599"/>
                </a:lnTo>
                <a:lnTo>
                  <a:pt x="1932954" y="425719"/>
                </a:lnTo>
                <a:lnTo>
                  <a:pt x="1939293" y="413775"/>
                </a:lnTo>
                <a:lnTo>
                  <a:pt x="1939420" y="413536"/>
                </a:lnTo>
                <a:lnTo>
                  <a:pt x="1943297" y="400129"/>
                </a:lnTo>
                <a:lnTo>
                  <a:pt x="1944590" y="385495"/>
                </a:lnTo>
                <a:lnTo>
                  <a:pt x="1943297" y="370624"/>
                </a:lnTo>
                <a:lnTo>
                  <a:pt x="1939420" y="357046"/>
                </a:lnTo>
                <a:lnTo>
                  <a:pt x="1932954" y="344761"/>
                </a:lnTo>
                <a:lnTo>
                  <a:pt x="1929730" y="340848"/>
                </a:lnTo>
                <a:close/>
              </a:path>
              <a:path w="1945004" h="480060">
                <a:moveTo>
                  <a:pt x="1782877" y="33758"/>
                </a:moveTo>
                <a:lnTo>
                  <a:pt x="1565627" y="33758"/>
                </a:lnTo>
                <a:lnTo>
                  <a:pt x="1565627" y="83850"/>
                </a:lnTo>
                <a:lnTo>
                  <a:pt x="1721350" y="83850"/>
                </a:lnTo>
                <a:lnTo>
                  <a:pt x="1721350" y="99640"/>
                </a:lnTo>
                <a:lnTo>
                  <a:pt x="1710020" y="140477"/>
                </a:lnTo>
                <a:lnTo>
                  <a:pt x="1676027" y="176413"/>
                </a:lnTo>
                <a:lnTo>
                  <a:pt x="1640766" y="198737"/>
                </a:lnTo>
                <a:lnTo>
                  <a:pt x="1596122" y="220108"/>
                </a:lnTo>
                <a:lnTo>
                  <a:pt x="1541670" y="241751"/>
                </a:lnTo>
                <a:lnTo>
                  <a:pt x="1561271" y="291299"/>
                </a:lnTo>
                <a:lnTo>
                  <a:pt x="1627836" y="264483"/>
                </a:lnTo>
                <a:lnTo>
                  <a:pt x="1682692" y="236306"/>
                </a:lnTo>
                <a:lnTo>
                  <a:pt x="1726118" y="205679"/>
                </a:lnTo>
                <a:lnTo>
                  <a:pt x="1757286" y="172602"/>
                </a:lnTo>
                <a:lnTo>
                  <a:pt x="1776071" y="137210"/>
                </a:lnTo>
                <a:lnTo>
                  <a:pt x="1758920" y="137210"/>
                </a:lnTo>
                <a:lnTo>
                  <a:pt x="1758920" y="88751"/>
                </a:lnTo>
                <a:lnTo>
                  <a:pt x="1782877" y="88751"/>
                </a:lnTo>
                <a:lnTo>
                  <a:pt x="1782877" y="33758"/>
                </a:lnTo>
                <a:close/>
              </a:path>
              <a:path w="1945004" h="480060">
                <a:moveTo>
                  <a:pt x="1936422" y="0"/>
                </a:moveTo>
                <a:lnTo>
                  <a:pt x="1875440" y="0"/>
                </a:lnTo>
                <a:lnTo>
                  <a:pt x="1875440" y="282588"/>
                </a:lnTo>
                <a:lnTo>
                  <a:pt x="1936422" y="282588"/>
                </a:lnTo>
                <a:lnTo>
                  <a:pt x="1936422" y="235762"/>
                </a:lnTo>
                <a:lnTo>
                  <a:pt x="1906475" y="235762"/>
                </a:lnTo>
                <a:lnTo>
                  <a:pt x="1906475" y="187303"/>
                </a:lnTo>
                <a:lnTo>
                  <a:pt x="1936422" y="187303"/>
                </a:lnTo>
                <a:lnTo>
                  <a:pt x="1936422" y="137210"/>
                </a:lnTo>
                <a:lnTo>
                  <a:pt x="1906475" y="137210"/>
                </a:lnTo>
                <a:lnTo>
                  <a:pt x="1906475" y="88751"/>
                </a:lnTo>
                <a:lnTo>
                  <a:pt x="1936422" y="88751"/>
                </a:lnTo>
                <a:lnTo>
                  <a:pt x="1936422" y="0"/>
                </a:lnTo>
                <a:close/>
              </a:path>
              <a:path w="1945004" h="480060">
                <a:moveTo>
                  <a:pt x="1875440" y="187303"/>
                </a:moveTo>
                <a:lnTo>
                  <a:pt x="1767087" y="187303"/>
                </a:lnTo>
                <a:lnTo>
                  <a:pt x="1767087" y="235762"/>
                </a:lnTo>
                <a:lnTo>
                  <a:pt x="1875440" y="235762"/>
                </a:lnTo>
                <a:lnTo>
                  <a:pt x="1875440" y="187303"/>
                </a:lnTo>
                <a:close/>
              </a:path>
              <a:path w="1945004" h="480060">
                <a:moveTo>
                  <a:pt x="1936422" y="187303"/>
                </a:moveTo>
                <a:lnTo>
                  <a:pt x="1906475" y="187303"/>
                </a:lnTo>
                <a:lnTo>
                  <a:pt x="1906475" y="235762"/>
                </a:lnTo>
                <a:lnTo>
                  <a:pt x="1936422" y="235762"/>
                </a:lnTo>
                <a:lnTo>
                  <a:pt x="1936422" y="187303"/>
                </a:lnTo>
                <a:close/>
              </a:path>
              <a:path w="1945004" h="480060">
                <a:moveTo>
                  <a:pt x="1782877" y="88751"/>
                </a:moveTo>
                <a:lnTo>
                  <a:pt x="1758920" y="88751"/>
                </a:lnTo>
                <a:lnTo>
                  <a:pt x="1758920" y="137210"/>
                </a:lnTo>
                <a:lnTo>
                  <a:pt x="1776071" y="137210"/>
                </a:lnTo>
                <a:lnTo>
                  <a:pt x="1776482" y="136257"/>
                </a:lnTo>
                <a:lnTo>
                  <a:pt x="1781279" y="116962"/>
                </a:lnTo>
                <a:lnTo>
                  <a:pt x="1782877" y="96918"/>
                </a:lnTo>
                <a:lnTo>
                  <a:pt x="1782877" y="88751"/>
                </a:lnTo>
                <a:close/>
              </a:path>
              <a:path w="1945004" h="480060">
                <a:moveTo>
                  <a:pt x="1875440" y="88751"/>
                </a:moveTo>
                <a:lnTo>
                  <a:pt x="1782877" y="88751"/>
                </a:lnTo>
                <a:lnTo>
                  <a:pt x="1782877" y="96918"/>
                </a:lnTo>
                <a:lnTo>
                  <a:pt x="1781279" y="116962"/>
                </a:lnTo>
                <a:lnTo>
                  <a:pt x="1776482" y="136257"/>
                </a:lnTo>
                <a:lnTo>
                  <a:pt x="1776071" y="137210"/>
                </a:lnTo>
                <a:lnTo>
                  <a:pt x="1875440" y="137210"/>
                </a:lnTo>
                <a:lnTo>
                  <a:pt x="1875440" y="88751"/>
                </a:lnTo>
                <a:close/>
              </a:path>
              <a:path w="1945004" h="480060">
                <a:moveTo>
                  <a:pt x="1936422" y="88751"/>
                </a:moveTo>
                <a:lnTo>
                  <a:pt x="1906475" y="88751"/>
                </a:lnTo>
                <a:lnTo>
                  <a:pt x="1906475" y="137210"/>
                </a:lnTo>
                <a:lnTo>
                  <a:pt x="1936422" y="137210"/>
                </a:lnTo>
                <a:lnTo>
                  <a:pt x="1936422" y="88751"/>
                </a:lnTo>
                <a:close/>
              </a:path>
            </a:pathLst>
          </a:custGeom>
          <a:solidFill>
            <a:srgbClr val="0B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19331" y="2209356"/>
            <a:ext cx="838200" cy="52705"/>
          </a:xfrm>
          <a:custGeom>
            <a:avLst/>
            <a:gdLst/>
            <a:ahLst/>
            <a:cxnLst/>
            <a:rect l="l" t="t" r="r" b="b"/>
            <a:pathLst>
              <a:path w="838200" h="52705">
                <a:moveTo>
                  <a:pt x="811493" y="0"/>
                </a:moveTo>
                <a:lnTo>
                  <a:pt x="26177" y="0"/>
                </a:lnTo>
                <a:lnTo>
                  <a:pt x="15987" y="2057"/>
                </a:lnTo>
                <a:lnTo>
                  <a:pt x="7667" y="7667"/>
                </a:lnTo>
                <a:lnTo>
                  <a:pt x="2057" y="15987"/>
                </a:lnTo>
                <a:lnTo>
                  <a:pt x="0" y="26177"/>
                </a:lnTo>
                <a:lnTo>
                  <a:pt x="2057" y="36366"/>
                </a:lnTo>
                <a:lnTo>
                  <a:pt x="7667" y="44687"/>
                </a:lnTo>
                <a:lnTo>
                  <a:pt x="15987" y="50297"/>
                </a:lnTo>
                <a:lnTo>
                  <a:pt x="26177" y="52354"/>
                </a:lnTo>
                <a:lnTo>
                  <a:pt x="811493" y="52354"/>
                </a:lnTo>
                <a:lnTo>
                  <a:pt x="821682" y="50297"/>
                </a:lnTo>
                <a:lnTo>
                  <a:pt x="830003" y="44687"/>
                </a:lnTo>
                <a:lnTo>
                  <a:pt x="835613" y="36366"/>
                </a:lnTo>
                <a:lnTo>
                  <a:pt x="837670" y="26177"/>
                </a:lnTo>
                <a:lnTo>
                  <a:pt x="835613" y="15987"/>
                </a:lnTo>
                <a:lnTo>
                  <a:pt x="830003" y="7667"/>
                </a:lnTo>
                <a:lnTo>
                  <a:pt x="821682" y="2057"/>
                </a:lnTo>
                <a:lnTo>
                  <a:pt x="811493" y="0"/>
                </a:lnTo>
                <a:close/>
              </a:path>
            </a:pathLst>
          </a:custGeom>
          <a:solidFill>
            <a:srgbClr val="1BAF7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7777" y="2767455"/>
            <a:ext cx="5676895" cy="246851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3210" y="3026085"/>
            <a:ext cx="104708" cy="10470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3315" y="2922172"/>
            <a:ext cx="5823058" cy="25331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0739" y="3343353"/>
            <a:ext cx="5979608" cy="24711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3210" y="4041761"/>
            <a:ext cx="104708" cy="10470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97420" y="3937848"/>
            <a:ext cx="9362458" cy="59885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9797" y="4704568"/>
            <a:ext cx="8360562" cy="56123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3210" y="5685690"/>
            <a:ext cx="104708" cy="10470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09147" y="5580311"/>
            <a:ext cx="8015420" cy="27588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3210" y="6198764"/>
            <a:ext cx="104708" cy="104708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01231" y="6093385"/>
            <a:ext cx="9128360" cy="60031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403135" y="3299421"/>
            <a:ext cx="7156132" cy="338590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03880" y="6840629"/>
            <a:ext cx="9584095" cy="26177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19331" y="7664687"/>
            <a:ext cx="73660" cy="1948180"/>
          </a:xfrm>
          <a:custGeom>
            <a:avLst/>
            <a:gdLst/>
            <a:ahLst/>
            <a:cxnLst/>
            <a:rect l="l" t="t" r="r" b="b"/>
            <a:pathLst>
              <a:path w="73659" h="1948179">
                <a:moveTo>
                  <a:pt x="36648" y="0"/>
                </a:moveTo>
                <a:lnTo>
                  <a:pt x="22382" y="3587"/>
                </a:lnTo>
                <a:lnTo>
                  <a:pt x="10733" y="13370"/>
                </a:lnTo>
                <a:lnTo>
                  <a:pt x="2879" y="27878"/>
                </a:lnTo>
                <a:lnTo>
                  <a:pt x="0" y="45642"/>
                </a:lnTo>
                <a:lnTo>
                  <a:pt x="0" y="1901938"/>
                </a:lnTo>
                <a:lnTo>
                  <a:pt x="2879" y="1919705"/>
                </a:lnTo>
                <a:lnTo>
                  <a:pt x="10733" y="1934215"/>
                </a:lnTo>
                <a:lnTo>
                  <a:pt x="22382" y="1943997"/>
                </a:lnTo>
                <a:lnTo>
                  <a:pt x="36648" y="1947584"/>
                </a:lnTo>
                <a:lnTo>
                  <a:pt x="50913" y="1943997"/>
                </a:lnTo>
                <a:lnTo>
                  <a:pt x="62562" y="1934215"/>
                </a:lnTo>
                <a:lnTo>
                  <a:pt x="70416" y="1919705"/>
                </a:lnTo>
                <a:lnTo>
                  <a:pt x="73296" y="1901938"/>
                </a:lnTo>
                <a:lnTo>
                  <a:pt x="73296" y="45642"/>
                </a:lnTo>
                <a:lnTo>
                  <a:pt x="70416" y="27878"/>
                </a:lnTo>
                <a:lnTo>
                  <a:pt x="62562" y="13370"/>
                </a:lnTo>
                <a:lnTo>
                  <a:pt x="50913" y="3587"/>
                </a:lnTo>
                <a:lnTo>
                  <a:pt x="36648" y="0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5911" y="7712594"/>
            <a:ext cx="964565" cy="240029"/>
          </a:xfrm>
          <a:custGeom>
            <a:avLst/>
            <a:gdLst/>
            <a:ahLst/>
            <a:cxnLst/>
            <a:rect l="l" t="t" r="r" b="b"/>
            <a:pathLst>
              <a:path w="964564" h="240029">
                <a:moveTo>
                  <a:pt x="189411" y="10598"/>
                </a:moveTo>
                <a:lnTo>
                  <a:pt x="27446" y="10598"/>
                </a:lnTo>
                <a:lnTo>
                  <a:pt x="27446" y="94841"/>
                </a:lnTo>
                <a:lnTo>
                  <a:pt x="189411" y="94841"/>
                </a:lnTo>
                <a:lnTo>
                  <a:pt x="189411" y="70384"/>
                </a:lnTo>
                <a:lnTo>
                  <a:pt x="57883" y="70384"/>
                </a:lnTo>
                <a:lnTo>
                  <a:pt x="57883" y="35056"/>
                </a:lnTo>
                <a:lnTo>
                  <a:pt x="189411" y="35056"/>
                </a:lnTo>
                <a:lnTo>
                  <a:pt x="189411" y="10598"/>
                </a:lnTo>
                <a:close/>
              </a:path>
              <a:path w="964564" h="240029">
                <a:moveTo>
                  <a:pt x="189411" y="35056"/>
                </a:moveTo>
                <a:lnTo>
                  <a:pt x="158431" y="35056"/>
                </a:lnTo>
                <a:lnTo>
                  <a:pt x="158431" y="70384"/>
                </a:lnTo>
                <a:lnTo>
                  <a:pt x="189411" y="70384"/>
                </a:lnTo>
                <a:lnTo>
                  <a:pt x="189411" y="35056"/>
                </a:lnTo>
                <a:close/>
              </a:path>
              <a:path w="964564" h="240029">
                <a:moveTo>
                  <a:pt x="57339" y="160877"/>
                </a:moveTo>
                <a:lnTo>
                  <a:pt x="26903" y="160877"/>
                </a:lnTo>
                <a:lnTo>
                  <a:pt x="26903" y="230717"/>
                </a:lnTo>
                <a:lnTo>
                  <a:pt x="193759" y="230717"/>
                </a:lnTo>
                <a:lnTo>
                  <a:pt x="193759" y="205716"/>
                </a:lnTo>
                <a:lnTo>
                  <a:pt x="57339" y="205716"/>
                </a:lnTo>
                <a:lnTo>
                  <a:pt x="57339" y="160877"/>
                </a:lnTo>
                <a:close/>
              </a:path>
              <a:path w="964564" h="240029">
                <a:moveTo>
                  <a:pt x="123375" y="131256"/>
                </a:moveTo>
                <a:lnTo>
                  <a:pt x="92939" y="131256"/>
                </a:lnTo>
                <a:lnTo>
                  <a:pt x="92939" y="186422"/>
                </a:lnTo>
                <a:lnTo>
                  <a:pt x="123375" y="186422"/>
                </a:lnTo>
                <a:lnTo>
                  <a:pt x="123375" y="131256"/>
                </a:lnTo>
                <a:close/>
              </a:path>
              <a:path w="964564" h="240029">
                <a:moveTo>
                  <a:pt x="216314" y="117940"/>
                </a:moveTo>
                <a:lnTo>
                  <a:pt x="0" y="117940"/>
                </a:lnTo>
                <a:lnTo>
                  <a:pt x="0" y="143213"/>
                </a:lnTo>
                <a:lnTo>
                  <a:pt x="92939" y="143213"/>
                </a:lnTo>
                <a:lnTo>
                  <a:pt x="92939" y="131256"/>
                </a:lnTo>
                <a:lnTo>
                  <a:pt x="216314" y="131256"/>
                </a:lnTo>
                <a:lnTo>
                  <a:pt x="216314" y="117940"/>
                </a:lnTo>
                <a:close/>
              </a:path>
              <a:path w="964564" h="240029">
                <a:moveTo>
                  <a:pt x="216314" y="131256"/>
                </a:moveTo>
                <a:lnTo>
                  <a:pt x="123375" y="131256"/>
                </a:lnTo>
                <a:lnTo>
                  <a:pt x="123375" y="143213"/>
                </a:lnTo>
                <a:lnTo>
                  <a:pt x="216314" y="143213"/>
                </a:lnTo>
                <a:lnTo>
                  <a:pt x="216314" y="131256"/>
                </a:lnTo>
                <a:close/>
              </a:path>
              <a:path w="964564" h="240029">
                <a:moveTo>
                  <a:pt x="388726" y="3804"/>
                </a:moveTo>
                <a:lnTo>
                  <a:pt x="359921" y="3804"/>
                </a:lnTo>
                <a:lnTo>
                  <a:pt x="359921" y="224467"/>
                </a:lnTo>
                <a:lnTo>
                  <a:pt x="388726" y="224467"/>
                </a:lnTo>
                <a:lnTo>
                  <a:pt x="388726" y="111418"/>
                </a:lnTo>
                <a:lnTo>
                  <a:pt x="377856" y="111418"/>
                </a:lnTo>
                <a:lnTo>
                  <a:pt x="377856" y="86417"/>
                </a:lnTo>
                <a:lnTo>
                  <a:pt x="388726" y="86417"/>
                </a:lnTo>
                <a:lnTo>
                  <a:pt x="388726" y="3804"/>
                </a:lnTo>
                <a:close/>
              </a:path>
              <a:path w="964564" h="240029">
                <a:moveTo>
                  <a:pt x="305298" y="34513"/>
                </a:moveTo>
                <a:lnTo>
                  <a:pt x="275406" y="34513"/>
                </a:lnTo>
                <a:lnTo>
                  <a:pt x="275406" y="66035"/>
                </a:lnTo>
                <a:lnTo>
                  <a:pt x="275151" y="75122"/>
                </a:lnTo>
                <a:lnTo>
                  <a:pt x="274404" y="83699"/>
                </a:lnTo>
                <a:lnTo>
                  <a:pt x="273151" y="92124"/>
                </a:lnTo>
                <a:lnTo>
                  <a:pt x="273109" y="92395"/>
                </a:lnTo>
                <a:lnTo>
                  <a:pt x="271389" y="100276"/>
                </a:lnTo>
                <a:lnTo>
                  <a:pt x="271330" y="100548"/>
                </a:lnTo>
                <a:lnTo>
                  <a:pt x="251390" y="140682"/>
                </a:lnTo>
                <a:lnTo>
                  <a:pt x="228664" y="167127"/>
                </a:lnTo>
                <a:lnTo>
                  <a:pt x="246872" y="187237"/>
                </a:lnTo>
                <a:lnTo>
                  <a:pt x="274811" y="151671"/>
                </a:lnTo>
                <a:lnTo>
                  <a:pt x="290337" y="118104"/>
                </a:lnTo>
                <a:lnTo>
                  <a:pt x="288267" y="111418"/>
                </a:lnTo>
                <a:lnTo>
                  <a:pt x="286011" y="102654"/>
                </a:lnTo>
                <a:lnTo>
                  <a:pt x="285885" y="102161"/>
                </a:lnTo>
                <a:lnTo>
                  <a:pt x="283830" y="92395"/>
                </a:lnTo>
                <a:lnTo>
                  <a:pt x="307651" y="92395"/>
                </a:lnTo>
                <a:lnTo>
                  <a:pt x="307591" y="92124"/>
                </a:lnTo>
                <a:lnTo>
                  <a:pt x="306348" y="83903"/>
                </a:lnTo>
                <a:lnTo>
                  <a:pt x="305563" y="75122"/>
                </a:lnTo>
                <a:lnTo>
                  <a:pt x="305298" y="66035"/>
                </a:lnTo>
                <a:lnTo>
                  <a:pt x="305298" y="34513"/>
                </a:lnTo>
                <a:close/>
              </a:path>
              <a:path w="964564" h="240029">
                <a:moveTo>
                  <a:pt x="307651" y="92395"/>
                </a:moveTo>
                <a:lnTo>
                  <a:pt x="296874" y="92395"/>
                </a:lnTo>
                <a:lnTo>
                  <a:pt x="294788" y="102161"/>
                </a:lnTo>
                <a:lnTo>
                  <a:pt x="294683" y="102654"/>
                </a:lnTo>
                <a:lnTo>
                  <a:pt x="292186" y="112233"/>
                </a:lnTo>
                <a:lnTo>
                  <a:pt x="290337" y="118104"/>
                </a:lnTo>
                <a:lnTo>
                  <a:pt x="290912" y="119961"/>
                </a:lnTo>
                <a:lnTo>
                  <a:pt x="293885" y="127995"/>
                </a:lnTo>
                <a:lnTo>
                  <a:pt x="315081" y="164223"/>
                </a:lnTo>
                <a:lnTo>
                  <a:pt x="333832" y="185878"/>
                </a:lnTo>
                <a:lnTo>
                  <a:pt x="351693" y="165582"/>
                </a:lnTo>
                <a:lnTo>
                  <a:pt x="351850" y="165582"/>
                </a:lnTo>
                <a:lnTo>
                  <a:pt x="323506" y="131799"/>
                </a:lnTo>
                <a:lnTo>
                  <a:pt x="309458" y="100548"/>
                </a:lnTo>
                <a:lnTo>
                  <a:pt x="309374" y="100276"/>
                </a:lnTo>
                <a:lnTo>
                  <a:pt x="307651" y="92395"/>
                </a:lnTo>
                <a:close/>
              </a:path>
              <a:path w="964564" h="240029">
                <a:moveTo>
                  <a:pt x="296874" y="92395"/>
                </a:moveTo>
                <a:lnTo>
                  <a:pt x="283830" y="92395"/>
                </a:lnTo>
                <a:lnTo>
                  <a:pt x="285885" y="102161"/>
                </a:lnTo>
                <a:lnTo>
                  <a:pt x="288267" y="111418"/>
                </a:lnTo>
                <a:lnTo>
                  <a:pt x="290337" y="118104"/>
                </a:lnTo>
                <a:lnTo>
                  <a:pt x="292186" y="112233"/>
                </a:lnTo>
                <a:lnTo>
                  <a:pt x="294683" y="102654"/>
                </a:lnTo>
                <a:lnTo>
                  <a:pt x="296874" y="92395"/>
                </a:lnTo>
                <a:close/>
              </a:path>
              <a:path w="964564" h="240029">
                <a:moveTo>
                  <a:pt x="359921" y="86417"/>
                </a:moveTo>
                <a:lnTo>
                  <a:pt x="327039" y="86417"/>
                </a:lnTo>
                <a:lnTo>
                  <a:pt x="327039" y="111418"/>
                </a:lnTo>
                <a:lnTo>
                  <a:pt x="359921" y="111418"/>
                </a:lnTo>
                <a:lnTo>
                  <a:pt x="359921" y="86417"/>
                </a:lnTo>
                <a:close/>
              </a:path>
              <a:path w="964564" h="240029">
                <a:moveTo>
                  <a:pt x="388726" y="86417"/>
                </a:moveTo>
                <a:lnTo>
                  <a:pt x="377856" y="86417"/>
                </a:lnTo>
                <a:lnTo>
                  <a:pt x="377856" y="111418"/>
                </a:lnTo>
                <a:lnTo>
                  <a:pt x="388726" y="111418"/>
                </a:lnTo>
                <a:lnTo>
                  <a:pt x="388726" y="86417"/>
                </a:lnTo>
                <a:close/>
              </a:path>
              <a:path w="964564" h="240029">
                <a:moveTo>
                  <a:pt x="343888" y="28261"/>
                </a:moveTo>
                <a:lnTo>
                  <a:pt x="236273" y="28261"/>
                </a:lnTo>
                <a:lnTo>
                  <a:pt x="236273" y="52719"/>
                </a:lnTo>
                <a:lnTo>
                  <a:pt x="275406" y="52719"/>
                </a:lnTo>
                <a:lnTo>
                  <a:pt x="275406" y="34513"/>
                </a:lnTo>
                <a:lnTo>
                  <a:pt x="343888" y="34513"/>
                </a:lnTo>
                <a:lnTo>
                  <a:pt x="343888" y="28261"/>
                </a:lnTo>
                <a:close/>
              </a:path>
              <a:path w="964564" h="240029">
                <a:moveTo>
                  <a:pt x="343888" y="34513"/>
                </a:moveTo>
                <a:lnTo>
                  <a:pt x="305298" y="34513"/>
                </a:lnTo>
                <a:lnTo>
                  <a:pt x="305298" y="52719"/>
                </a:lnTo>
                <a:lnTo>
                  <a:pt x="343888" y="52719"/>
                </a:lnTo>
                <a:lnTo>
                  <a:pt x="343888" y="34513"/>
                </a:lnTo>
                <a:close/>
              </a:path>
              <a:path w="964564" h="240029">
                <a:moveTo>
                  <a:pt x="438729" y="1630"/>
                </a:moveTo>
                <a:lnTo>
                  <a:pt x="409380" y="1630"/>
                </a:lnTo>
                <a:lnTo>
                  <a:pt x="409380" y="233706"/>
                </a:lnTo>
                <a:lnTo>
                  <a:pt x="438729" y="233706"/>
                </a:lnTo>
                <a:lnTo>
                  <a:pt x="438729" y="1630"/>
                </a:lnTo>
                <a:close/>
              </a:path>
              <a:path w="964564" h="240029">
                <a:moveTo>
                  <a:pt x="652744" y="145115"/>
                </a:moveTo>
                <a:lnTo>
                  <a:pt x="608720" y="150550"/>
                </a:lnTo>
                <a:lnTo>
                  <a:pt x="575125" y="172070"/>
                </a:lnTo>
                <a:lnTo>
                  <a:pt x="569316" y="192400"/>
                </a:lnTo>
                <a:lnTo>
                  <a:pt x="569962" y="199703"/>
                </a:lnTo>
                <a:lnTo>
                  <a:pt x="599871" y="230938"/>
                </a:lnTo>
                <a:lnTo>
                  <a:pt x="640515" y="239074"/>
                </a:lnTo>
                <a:lnTo>
                  <a:pt x="652744" y="239413"/>
                </a:lnTo>
                <a:lnTo>
                  <a:pt x="664956" y="239074"/>
                </a:lnTo>
                <a:lnTo>
                  <a:pt x="705328" y="230938"/>
                </a:lnTo>
                <a:lnTo>
                  <a:pt x="728220" y="214412"/>
                </a:lnTo>
                <a:lnTo>
                  <a:pt x="652744" y="214412"/>
                </a:lnTo>
                <a:lnTo>
                  <a:pt x="640719" y="214106"/>
                </a:lnTo>
                <a:lnTo>
                  <a:pt x="600024" y="200372"/>
                </a:lnTo>
                <a:lnTo>
                  <a:pt x="600024" y="184248"/>
                </a:lnTo>
                <a:lnTo>
                  <a:pt x="640719" y="170439"/>
                </a:lnTo>
                <a:lnTo>
                  <a:pt x="652744" y="170116"/>
                </a:lnTo>
                <a:lnTo>
                  <a:pt x="728211" y="170116"/>
                </a:lnTo>
                <a:lnTo>
                  <a:pt x="725302" y="166584"/>
                </a:lnTo>
                <a:lnTo>
                  <a:pt x="686832" y="148172"/>
                </a:lnTo>
                <a:lnTo>
                  <a:pt x="664956" y="145455"/>
                </a:lnTo>
                <a:lnTo>
                  <a:pt x="652744" y="145115"/>
                </a:lnTo>
                <a:close/>
              </a:path>
              <a:path w="964564" h="240029">
                <a:moveTo>
                  <a:pt x="728211" y="170116"/>
                </a:moveTo>
                <a:lnTo>
                  <a:pt x="652744" y="170116"/>
                </a:lnTo>
                <a:lnTo>
                  <a:pt x="664752" y="170439"/>
                </a:lnTo>
                <a:lnTo>
                  <a:pt x="675232" y="171407"/>
                </a:lnTo>
                <a:lnTo>
                  <a:pt x="684182" y="173021"/>
                </a:lnTo>
                <a:lnTo>
                  <a:pt x="691605" y="175280"/>
                </a:lnTo>
                <a:lnTo>
                  <a:pt x="700663" y="178541"/>
                </a:lnTo>
                <a:lnTo>
                  <a:pt x="705192" y="184248"/>
                </a:lnTo>
                <a:lnTo>
                  <a:pt x="705192" y="200372"/>
                </a:lnTo>
                <a:lnTo>
                  <a:pt x="664752" y="214106"/>
                </a:lnTo>
                <a:lnTo>
                  <a:pt x="652744" y="214412"/>
                </a:lnTo>
                <a:lnTo>
                  <a:pt x="728220" y="214412"/>
                </a:lnTo>
                <a:lnTo>
                  <a:pt x="729820" y="212476"/>
                </a:lnTo>
                <a:lnTo>
                  <a:pt x="733047" y="206395"/>
                </a:lnTo>
                <a:lnTo>
                  <a:pt x="734983" y="199703"/>
                </a:lnTo>
                <a:lnTo>
                  <a:pt x="735628" y="192400"/>
                </a:lnTo>
                <a:lnTo>
                  <a:pt x="734983" y="184978"/>
                </a:lnTo>
                <a:lnTo>
                  <a:pt x="733144" y="178541"/>
                </a:lnTo>
                <a:lnTo>
                  <a:pt x="733047" y="178201"/>
                </a:lnTo>
                <a:lnTo>
                  <a:pt x="729820" y="172070"/>
                </a:lnTo>
                <a:lnTo>
                  <a:pt x="728211" y="170116"/>
                </a:lnTo>
                <a:close/>
              </a:path>
              <a:path w="964564" h="240029">
                <a:moveTo>
                  <a:pt x="731280" y="0"/>
                </a:moveTo>
                <a:lnTo>
                  <a:pt x="701116" y="0"/>
                </a:lnTo>
                <a:lnTo>
                  <a:pt x="701116" y="141039"/>
                </a:lnTo>
                <a:lnTo>
                  <a:pt x="731280" y="141039"/>
                </a:lnTo>
                <a:lnTo>
                  <a:pt x="731280" y="82340"/>
                </a:lnTo>
                <a:lnTo>
                  <a:pt x="716606" y="82340"/>
                </a:lnTo>
                <a:lnTo>
                  <a:pt x="716606" y="57339"/>
                </a:lnTo>
                <a:lnTo>
                  <a:pt x="731280" y="57339"/>
                </a:lnTo>
                <a:lnTo>
                  <a:pt x="731280" y="0"/>
                </a:lnTo>
                <a:close/>
              </a:path>
              <a:path w="964564" h="240029">
                <a:moveTo>
                  <a:pt x="617688" y="28805"/>
                </a:moveTo>
                <a:lnTo>
                  <a:pt x="586980" y="28805"/>
                </a:lnTo>
                <a:lnTo>
                  <a:pt x="586980" y="55074"/>
                </a:lnTo>
                <a:lnTo>
                  <a:pt x="585349" y="63137"/>
                </a:lnTo>
                <a:lnTo>
                  <a:pt x="557920" y="97321"/>
                </a:lnTo>
                <a:lnTo>
                  <a:pt x="529640" y="115766"/>
                </a:lnTo>
                <a:lnTo>
                  <a:pt x="543499" y="139137"/>
                </a:lnTo>
                <a:lnTo>
                  <a:pt x="579914" y="113728"/>
                </a:lnTo>
                <a:lnTo>
                  <a:pt x="602575" y="84301"/>
                </a:lnTo>
                <a:lnTo>
                  <a:pt x="602096" y="83444"/>
                </a:lnTo>
                <a:lnTo>
                  <a:pt x="598801" y="76430"/>
                </a:lnTo>
                <a:lnTo>
                  <a:pt x="595846" y="68906"/>
                </a:lnTo>
                <a:lnTo>
                  <a:pt x="593231" y="60872"/>
                </a:lnTo>
                <a:lnTo>
                  <a:pt x="619024" y="60872"/>
                </a:lnTo>
                <a:lnTo>
                  <a:pt x="617688" y="54350"/>
                </a:lnTo>
                <a:lnTo>
                  <a:pt x="617688" y="28805"/>
                </a:lnTo>
                <a:close/>
              </a:path>
              <a:path w="964564" h="240029">
                <a:moveTo>
                  <a:pt x="619024" y="60872"/>
                </a:moveTo>
                <a:lnTo>
                  <a:pt x="611710" y="60872"/>
                </a:lnTo>
                <a:lnTo>
                  <a:pt x="609569" y="67717"/>
                </a:lnTo>
                <a:lnTo>
                  <a:pt x="607313" y="73882"/>
                </a:lnTo>
                <a:lnTo>
                  <a:pt x="607225" y="74120"/>
                </a:lnTo>
                <a:lnTo>
                  <a:pt x="604678" y="80082"/>
                </a:lnTo>
                <a:lnTo>
                  <a:pt x="602575" y="84301"/>
                </a:lnTo>
                <a:lnTo>
                  <a:pt x="605731" y="89950"/>
                </a:lnTo>
                <a:lnTo>
                  <a:pt x="634078" y="117940"/>
                </a:lnTo>
                <a:lnTo>
                  <a:pt x="661440" y="133430"/>
                </a:lnTo>
                <a:lnTo>
                  <a:pt x="673940" y="109516"/>
                </a:lnTo>
                <a:lnTo>
                  <a:pt x="663308" y="104149"/>
                </a:lnTo>
                <a:lnTo>
                  <a:pt x="653967" y="98917"/>
                </a:lnTo>
                <a:lnTo>
                  <a:pt x="625093" y="73882"/>
                </a:lnTo>
                <a:lnTo>
                  <a:pt x="622391" y="68906"/>
                </a:lnTo>
                <a:lnTo>
                  <a:pt x="622307" y="68752"/>
                </a:lnTo>
                <a:lnTo>
                  <a:pt x="619228" y="61869"/>
                </a:lnTo>
                <a:lnTo>
                  <a:pt x="619024" y="60872"/>
                </a:lnTo>
                <a:close/>
              </a:path>
              <a:path w="964564" h="240029">
                <a:moveTo>
                  <a:pt x="611710" y="60872"/>
                </a:moveTo>
                <a:lnTo>
                  <a:pt x="593231" y="60872"/>
                </a:lnTo>
                <a:lnTo>
                  <a:pt x="595796" y="68752"/>
                </a:lnTo>
                <a:lnTo>
                  <a:pt x="598801" y="76430"/>
                </a:lnTo>
                <a:lnTo>
                  <a:pt x="602096" y="83444"/>
                </a:lnTo>
                <a:lnTo>
                  <a:pt x="602575" y="84301"/>
                </a:lnTo>
                <a:lnTo>
                  <a:pt x="604678" y="80082"/>
                </a:lnTo>
                <a:lnTo>
                  <a:pt x="607225" y="74120"/>
                </a:lnTo>
                <a:lnTo>
                  <a:pt x="609569" y="67717"/>
                </a:lnTo>
                <a:lnTo>
                  <a:pt x="611710" y="60872"/>
                </a:lnTo>
                <a:close/>
              </a:path>
              <a:path w="964564" h="240029">
                <a:moveTo>
                  <a:pt x="701116" y="57339"/>
                </a:moveTo>
                <a:lnTo>
                  <a:pt x="656277" y="57339"/>
                </a:lnTo>
                <a:lnTo>
                  <a:pt x="656277" y="82340"/>
                </a:lnTo>
                <a:lnTo>
                  <a:pt x="701116" y="82340"/>
                </a:lnTo>
                <a:lnTo>
                  <a:pt x="701116" y="57339"/>
                </a:lnTo>
                <a:close/>
              </a:path>
              <a:path w="964564" h="240029">
                <a:moveTo>
                  <a:pt x="731280" y="57339"/>
                </a:moveTo>
                <a:lnTo>
                  <a:pt x="716606" y="57339"/>
                </a:lnTo>
                <a:lnTo>
                  <a:pt x="716606" y="82340"/>
                </a:lnTo>
                <a:lnTo>
                  <a:pt x="731280" y="82340"/>
                </a:lnTo>
                <a:lnTo>
                  <a:pt x="731280" y="57339"/>
                </a:lnTo>
                <a:close/>
              </a:path>
              <a:path w="964564" h="240029">
                <a:moveTo>
                  <a:pt x="664701" y="16576"/>
                </a:moveTo>
                <a:lnTo>
                  <a:pt x="539966" y="16576"/>
                </a:lnTo>
                <a:lnTo>
                  <a:pt x="539966" y="41306"/>
                </a:lnTo>
                <a:lnTo>
                  <a:pt x="586980" y="41306"/>
                </a:lnTo>
                <a:lnTo>
                  <a:pt x="586980" y="28805"/>
                </a:lnTo>
                <a:lnTo>
                  <a:pt x="664701" y="28805"/>
                </a:lnTo>
                <a:lnTo>
                  <a:pt x="664701" y="16576"/>
                </a:lnTo>
                <a:close/>
              </a:path>
              <a:path w="964564" h="240029">
                <a:moveTo>
                  <a:pt x="664701" y="28805"/>
                </a:moveTo>
                <a:lnTo>
                  <a:pt x="617688" y="28805"/>
                </a:lnTo>
                <a:lnTo>
                  <a:pt x="617688" y="41306"/>
                </a:lnTo>
                <a:lnTo>
                  <a:pt x="664701" y="41306"/>
                </a:lnTo>
                <a:lnTo>
                  <a:pt x="664701" y="28805"/>
                </a:lnTo>
                <a:close/>
              </a:path>
              <a:path w="964564" h="240029">
                <a:moveTo>
                  <a:pt x="964022" y="0"/>
                </a:moveTo>
                <a:lnTo>
                  <a:pt x="933857" y="0"/>
                </a:lnTo>
                <a:lnTo>
                  <a:pt x="933857" y="234793"/>
                </a:lnTo>
                <a:lnTo>
                  <a:pt x="964022" y="234793"/>
                </a:lnTo>
                <a:lnTo>
                  <a:pt x="964022" y="0"/>
                </a:lnTo>
                <a:close/>
              </a:path>
              <a:path w="964564" h="240029">
                <a:moveTo>
                  <a:pt x="920812" y="163594"/>
                </a:moveTo>
                <a:lnTo>
                  <a:pt x="882291" y="168231"/>
                </a:lnTo>
                <a:lnTo>
                  <a:pt x="844179" y="170728"/>
                </a:lnTo>
                <a:lnTo>
                  <a:pt x="826334" y="171204"/>
                </a:lnTo>
                <a:lnTo>
                  <a:pt x="766458" y="171204"/>
                </a:lnTo>
                <a:lnTo>
                  <a:pt x="766458" y="196205"/>
                </a:lnTo>
                <a:lnTo>
                  <a:pt x="817819" y="196205"/>
                </a:lnTo>
                <a:lnTo>
                  <a:pt x="832154" y="196001"/>
                </a:lnTo>
                <a:lnTo>
                  <a:pt x="871150" y="194166"/>
                </a:lnTo>
                <a:lnTo>
                  <a:pt x="924345" y="188324"/>
                </a:lnTo>
                <a:lnTo>
                  <a:pt x="920812" y="163594"/>
                </a:lnTo>
                <a:close/>
              </a:path>
              <a:path w="964564" h="240029">
                <a:moveTo>
                  <a:pt x="842277" y="16033"/>
                </a:moveTo>
                <a:lnTo>
                  <a:pt x="828095" y="17001"/>
                </a:lnTo>
                <a:lnTo>
                  <a:pt x="814995" y="20007"/>
                </a:lnTo>
                <a:lnTo>
                  <a:pt x="815206" y="20007"/>
                </a:lnTo>
                <a:lnTo>
                  <a:pt x="804316" y="24746"/>
                </a:lnTo>
                <a:lnTo>
                  <a:pt x="778159" y="61178"/>
                </a:lnTo>
                <a:lnTo>
                  <a:pt x="777055" y="73917"/>
                </a:lnTo>
                <a:lnTo>
                  <a:pt x="778159" y="86553"/>
                </a:lnTo>
                <a:lnTo>
                  <a:pt x="804316" y="123086"/>
                </a:lnTo>
                <a:lnTo>
                  <a:pt x="842277" y="131799"/>
                </a:lnTo>
                <a:lnTo>
                  <a:pt x="851856" y="131358"/>
                </a:lnTo>
                <a:lnTo>
                  <a:pt x="860756" y="130033"/>
                </a:lnTo>
                <a:lnTo>
                  <a:pt x="868597" y="127927"/>
                </a:lnTo>
                <a:lnTo>
                  <a:pt x="868728" y="127927"/>
                </a:lnTo>
                <a:lnTo>
                  <a:pt x="897429" y="106798"/>
                </a:lnTo>
                <a:lnTo>
                  <a:pt x="842277" y="106798"/>
                </a:lnTo>
                <a:lnTo>
                  <a:pt x="834107" y="106289"/>
                </a:lnTo>
                <a:lnTo>
                  <a:pt x="807220" y="73917"/>
                </a:lnTo>
                <a:lnTo>
                  <a:pt x="807764" y="66154"/>
                </a:lnTo>
                <a:lnTo>
                  <a:pt x="842277" y="41034"/>
                </a:lnTo>
                <a:lnTo>
                  <a:pt x="897263" y="41034"/>
                </a:lnTo>
                <a:lnTo>
                  <a:pt x="894453" y="37060"/>
                </a:lnTo>
                <a:lnTo>
                  <a:pt x="860756" y="17799"/>
                </a:lnTo>
                <a:lnTo>
                  <a:pt x="851856" y="16474"/>
                </a:lnTo>
                <a:lnTo>
                  <a:pt x="842277" y="16033"/>
                </a:lnTo>
                <a:close/>
              </a:path>
              <a:path w="964564" h="240029">
                <a:moveTo>
                  <a:pt x="897263" y="41034"/>
                </a:moveTo>
                <a:lnTo>
                  <a:pt x="842277" y="41034"/>
                </a:lnTo>
                <a:lnTo>
                  <a:pt x="850412" y="41543"/>
                </a:lnTo>
                <a:lnTo>
                  <a:pt x="857427" y="43072"/>
                </a:lnTo>
                <a:lnTo>
                  <a:pt x="876789" y="73917"/>
                </a:lnTo>
                <a:lnTo>
                  <a:pt x="876245" y="81678"/>
                </a:lnTo>
                <a:lnTo>
                  <a:pt x="842277" y="106798"/>
                </a:lnTo>
                <a:lnTo>
                  <a:pt x="897429" y="106798"/>
                </a:lnTo>
                <a:lnTo>
                  <a:pt x="906953" y="73917"/>
                </a:lnTo>
                <a:lnTo>
                  <a:pt x="906496" y="66154"/>
                </a:lnTo>
                <a:lnTo>
                  <a:pt x="906444" y="65271"/>
                </a:lnTo>
                <a:lnTo>
                  <a:pt x="904915" y="57271"/>
                </a:lnTo>
                <a:lnTo>
                  <a:pt x="902367" y="49917"/>
                </a:lnTo>
                <a:lnTo>
                  <a:pt x="898800" y="43209"/>
                </a:lnTo>
                <a:lnTo>
                  <a:pt x="897263" y="41034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51999" y="8190766"/>
            <a:ext cx="7788495" cy="117225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1133169" y="7551687"/>
            <a:ext cx="1408430" cy="1817370"/>
            <a:chOff x="11133169" y="7551687"/>
            <a:chExt cx="1408430" cy="1817370"/>
          </a:xfrm>
        </p:grpSpPr>
        <p:pic>
          <p:nvPicPr>
            <p:cNvPr id="10" name="object 1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141022" y="7559979"/>
              <a:ext cx="1392627" cy="180099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133163" y="7551692"/>
              <a:ext cx="1408430" cy="1817370"/>
            </a:xfrm>
            <a:custGeom>
              <a:avLst/>
              <a:gdLst/>
              <a:ahLst/>
              <a:cxnLst/>
              <a:rect l="l" t="t" r="r" b="b"/>
              <a:pathLst>
                <a:path w="1408429" h="1817370">
                  <a:moveTo>
                    <a:pt x="1408328" y="444"/>
                  </a:moveTo>
                  <a:lnTo>
                    <a:pt x="1400479" y="444"/>
                  </a:lnTo>
                  <a:lnTo>
                    <a:pt x="1400479" y="0"/>
                  </a:lnTo>
                  <a:lnTo>
                    <a:pt x="1392631" y="0"/>
                  </a:lnTo>
                  <a:lnTo>
                    <a:pt x="1392631" y="1809750"/>
                  </a:lnTo>
                  <a:lnTo>
                    <a:pt x="15709" y="1809750"/>
                  </a:lnTo>
                  <a:lnTo>
                    <a:pt x="15709" y="1809280"/>
                  </a:lnTo>
                  <a:lnTo>
                    <a:pt x="1392631" y="1809280"/>
                  </a:lnTo>
                  <a:lnTo>
                    <a:pt x="1392631" y="1801431"/>
                  </a:lnTo>
                  <a:lnTo>
                    <a:pt x="15709" y="1801431"/>
                  </a:lnTo>
                  <a:lnTo>
                    <a:pt x="15709" y="1800860"/>
                  </a:lnTo>
                  <a:lnTo>
                    <a:pt x="15709" y="16510"/>
                  </a:lnTo>
                  <a:lnTo>
                    <a:pt x="15709" y="16141"/>
                  </a:lnTo>
                  <a:lnTo>
                    <a:pt x="1392631" y="16141"/>
                  </a:lnTo>
                  <a:lnTo>
                    <a:pt x="1392631" y="0"/>
                  </a:lnTo>
                  <a:lnTo>
                    <a:pt x="7848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1800860"/>
                  </a:lnTo>
                  <a:lnTo>
                    <a:pt x="0" y="1817370"/>
                  </a:lnTo>
                  <a:lnTo>
                    <a:pt x="7848" y="1817370"/>
                  </a:lnTo>
                  <a:lnTo>
                    <a:pt x="1400479" y="1817370"/>
                  </a:lnTo>
                  <a:lnTo>
                    <a:pt x="1400479" y="1817141"/>
                  </a:lnTo>
                  <a:lnTo>
                    <a:pt x="1408328" y="1817141"/>
                  </a:lnTo>
                  <a:lnTo>
                    <a:pt x="1408328" y="1801431"/>
                  </a:lnTo>
                  <a:lnTo>
                    <a:pt x="1400479" y="1801431"/>
                  </a:lnTo>
                  <a:lnTo>
                    <a:pt x="1400479" y="1800860"/>
                  </a:lnTo>
                  <a:lnTo>
                    <a:pt x="1408328" y="1800860"/>
                  </a:lnTo>
                  <a:lnTo>
                    <a:pt x="1408328" y="16510"/>
                  </a:lnTo>
                  <a:lnTo>
                    <a:pt x="1400479" y="16510"/>
                  </a:lnTo>
                  <a:lnTo>
                    <a:pt x="1400479" y="16141"/>
                  </a:lnTo>
                  <a:lnTo>
                    <a:pt x="1408328" y="16141"/>
                  </a:lnTo>
                  <a:lnTo>
                    <a:pt x="1408328" y="444"/>
                  </a:lnTo>
                  <a:close/>
                </a:path>
              </a:pathLst>
            </a:custGeom>
            <a:solidFill>
              <a:srgbClr val="E1E0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12708482" y="8097942"/>
            <a:ext cx="718185" cy="145415"/>
          </a:xfrm>
          <a:custGeom>
            <a:avLst/>
            <a:gdLst/>
            <a:ahLst/>
            <a:cxnLst/>
            <a:rect l="l" t="t" r="r" b="b"/>
            <a:pathLst>
              <a:path w="718184" h="145415">
                <a:moveTo>
                  <a:pt x="60081" y="0"/>
                </a:moveTo>
                <a:lnTo>
                  <a:pt x="44949" y="1293"/>
                </a:lnTo>
                <a:lnTo>
                  <a:pt x="45979" y="1293"/>
                </a:lnTo>
                <a:lnTo>
                  <a:pt x="34417" y="4675"/>
                </a:lnTo>
                <a:lnTo>
                  <a:pt x="3879" y="41331"/>
                </a:lnTo>
                <a:lnTo>
                  <a:pt x="0" y="72217"/>
                </a:lnTo>
                <a:lnTo>
                  <a:pt x="969" y="88705"/>
                </a:lnTo>
                <a:lnTo>
                  <a:pt x="15517" y="125933"/>
                </a:lnTo>
                <a:lnTo>
                  <a:pt x="60081" y="144634"/>
                </a:lnTo>
                <a:lnTo>
                  <a:pt x="71148" y="143913"/>
                </a:lnTo>
                <a:lnTo>
                  <a:pt x="81070" y="141749"/>
                </a:lnTo>
                <a:lnTo>
                  <a:pt x="89849" y="138143"/>
                </a:lnTo>
                <a:lnTo>
                  <a:pt x="97483" y="133095"/>
                </a:lnTo>
                <a:lnTo>
                  <a:pt x="100648" y="129912"/>
                </a:lnTo>
                <a:lnTo>
                  <a:pt x="60081" y="129912"/>
                </a:lnTo>
                <a:lnTo>
                  <a:pt x="50246" y="129016"/>
                </a:lnTo>
                <a:lnTo>
                  <a:pt x="19844" y="97583"/>
                </a:lnTo>
                <a:lnTo>
                  <a:pt x="17109" y="72217"/>
                </a:lnTo>
                <a:lnTo>
                  <a:pt x="17793" y="58627"/>
                </a:lnTo>
                <a:lnTo>
                  <a:pt x="34231" y="22779"/>
                </a:lnTo>
                <a:lnTo>
                  <a:pt x="60081" y="14722"/>
                </a:lnTo>
                <a:lnTo>
                  <a:pt x="101002" y="14722"/>
                </a:lnTo>
                <a:lnTo>
                  <a:pt x="100136" y="13528"/>
                </a:lnTo>
                <a:lnTo>
                  <a:pt x="67156" y="323"/>
                </a:lnTo>
                <a:lnTo>
                  <a:pt x="60081" y="0"/>
                </a:lnTo>
                <a:close/>
              </a:path>
              <a:path w="718184" h="145415">
                <a:moveTo>
                  <a:pt x="114991" y="99473"/>
                </a:moveTo>
                <a:lnTo>
                  <a:pt x="97682" y="99473"/>
                </a:lnTo>
                <a:lnTo>
                  <a:pt x="95954" y="106647"/>
                </a:lnTo>
                <a:lnTo>
                  <a:pt x="93355" y="112852"/>
                </a:lnTo>
                <a:lnTo>
                  <a:pt x="60081" y="129912"/>
                </a:lnTo>
                <a:lnTo>
                  <a:pt x="100648" y="129912"/>
                </a:lnTo>
                <a:lnTo>
                  <a:pt x="103949" y="126592"/>
                </a:lnTo>
                <a:lnTo>
                  <a:pt x="109022" y="118820"/>
                </a:lnTo>
                <a:lnTo>
                  <a:pt x="112703" y="109781"/>
                </a:lnTo>
                <a:lnTo>
                  <a:pt x="114991" y="99473"/>
                </a:lnTo>
                <a:close/>
              </a:path>
              <a:path w="718184" h="145415">
                <a:moveTo>
                  <a:pt x="101002" y="14722"/>
                </a:moveTo>
                <a:lnTo>
                  <a:pt x="60081" y="14722"/>
                </a:lnTo>
                <a:lnTo>
                  <a:pt x="67641" y="15194"/>
                </a:lnTo>
                <a:lnTo>
                  <a:pt x="74406" y="16612"/>
                </a:lnTo>
                <a:lnTo>
                  <a:pt x="97483" y="45160"/>
                </a:lnTo>
                <a:lnTo>
                  <a:pt x="114792" y="45160"/>
                </a:lnTo>
                <a:lnTo>
                  <a:pt x="113362" y="38085"/>
                </a:lnTo>
                <a:lnTo>
                  <a:pt x="111293" y="31682"/>
                </a:lnTo>
                <a:lnTo>
                  <a:pt x="108488" y="25651"/>
                </a:lnTo>
                <a:lnTo>
                  <a:pt x="105043" y="20292"/>
                </a:lnTo>
                <a:lnTo>
                  <a:pt x="101002" y="14722"/>
                </a:lnTo>
                <a:close/>
              </a:path>
              <a:path w="718184" h="145415">
                <a:moveTo>
                  <a:pt x="194203" y="1989"/>
                </a:moveTo>
                <a:lnTo>
                  <a:pt x="176696" y="1989"/>
                </a:lnTo>
                <a:lnTo>
                  <a:pt x="125168" y="142644"/>
                </a:lnTo>
                <a:lnTo>
                  <a:pt x="142079" y="142644"/>
                </a:lnTo>
                <a:lnTo>
                  <a:pt x="156010" y="103651"/>
                </a:lnTo>
                <a:lnTo>
                  <a:pt x="150634" y="103651"/>
                </a:lnTo>
                <a:lnTo>
                  <a:pt x="150634" y="88730"/>
                </a:lnTo>
                <a:lnTo>
                  <a:pt x="161341" y="88730"/>
                </a:lnTo>
                <a:lnTo>
                  <a:pt x="184654" y="23475"/>
                </a:lnTo>
                <a:lnTo>
                  <a:pt x="202105" y="23475"/>
                </a:lnTo>
                <a:lnTo>
                  <a:pt x="194203" y="1989"/>
                </a:lnTo>
                <a:close/>
              </a:path>
              <a:path w="718184" h="145415">
                <a:moveTo>
                  <a:pt x="202105" y="23475"/>
                </a:moveTo>
                <a:lnTo>
                  <a:pt x="185648" y="23475"/>
                </a:lnTo>
                <a:lnTo>
                  <a:pt x="228024" y="142644"/>
                </a:lnTo>
                <a:lnTo>
                  <a:pt x="245929" y="142644"/>
                </a:lnTo>
                <a:lnTo>
                  <a:pt x="231589" y="103651"/>
                </a:lnTo>
                <a:lnTo>
                  <a:pt x="219867" y="103651"/>
                </a:lnTo>
                <a:lnTo>
                  <a:pt x="219867" y="88730"/>
                </a:lnTo>
                <a:lnTo>
                  <a:pt x="226102" y="88730"/>
                </a:lnTo>
                <a:lnTo>
                  <a:pt x="202105" y="23475"/>
                </a:lnTo>
                <a:close/>
              </a:path>
              <a:path w="718184" h="145415">
                <a:moveTo>
                  <a:pt x="161341" y="88730"/>
                </a:moveTo>
                <a:lnTo>
                  <a:pt x="150634" y="88730"/>
                </a:lnTo>
                <a:lnTo>
                  <a:pt x="150634" y="103651"/>
                </a:lnTo>
                <a:lnTo>
                  <a:pt x="156010" y="103651"/>
                </a:lnTo>
                <a:lnTo>
                  <a:pt x="161341" y="88730"/>
                </a:lnTo>
                <a:close/>
              </a:path>
              <a:path w="718184" h="145415">
                <a:moveTo>
                  <a:pt x="208852" y="88730"/>
                </a:moveTo>
                <a:lnTo>
                  <a:pt x="161341" y="88730"/>
                </a:lnTo>
                <a:lnTo>
                  <a:pt x="156010" y="103651"/>
                </a:lnTo>
                <a:lnTo>
                  <a:pt x="214158" y="103651"/>
                </a:lnTo>
                <a:lnTo>
                  <a:pt x="208852" y="88730"/>
                </a:lnTo>
                <a:close/>
              </a:path>
              <a:path w="718184" h="145415">
                <a:moveTo>
                  <a:pt x="226102" y="88730"/>
                </a:moveTo>
                <a:lnTo>
                  <a:pt x="219867" y="88730"/>
                </a:lnTo>
                <a:lnTo>
                  <a:pt x="219867" y="103651"/>
                </a:lnTo>
                <a:lnTo>
                  <a:pt x="231589" y="103651"/>
                </a:lnTo>
                <a:lnTo>
                  <a:pt x="226102" y="88730"/>
                </a:lnTo>
                <a:close/>
              </a:path>
              <a:path w="718184" h="145415">
                <a:moveTo>
                  <a:pt x="274109" y="107630"/>
                </a:moveTo>
                <a:lnTo>
                  <a:pt x="256801" y="107630"/>
                </a:lnTo>
                <a:lnTo>
                  <a:pt x="258206" y="115923"/>
                </a:lnTo>
                <a:lnTo>
                  <a:pt x="286494" y="142744"/>
                </a:lnTo>
                <a:lnTo>
                  <a:pt x="307731" y="145231"/>
                </a:lnTo>
                <a:lnTo>
                  <a:pt x="316100" y="144907"/>
                </a:lnTo>
                <a:lnTo>
                  <a:pt x="350782" y="130509"/>
                </a:lnTo>
                <a:lnTo>
                  <a:pt x="301498" y="130509"/>
                </a:lnTo>
                <a:lnTo>
                  <a:pt x="295928" y="129845"/>
                </a:lnTo>
                <a:lnTo>
                  <a:pt x="274772" y="113465"/>
                </a:lnTo>
                <a:lnTo>
                  <a:pt x="274109" y="107630"/>
                </a:lnTo>
                <a:close/>
              </a:path>
              <a:path w="718184" h="145415">
                <a:moveTo>
                  <a:pt x="308726" y="0"/>
                </a:moveTo>
                <a:lnTo>
                  <a:pt x="270528" y="12268"/>
                </a:lnTo>
                <a:lnTo>
                  <a:pt x="266549" y="18104"/>
                </a:lnTo>
                <a:lnTo>
                  <a:pt x="262571" y="23807"/>
                </a:lnTo>
                <a:lnTo>
                  <a:pt x="260619" y="30637"/>
                </a:lnTo>
                <a:lnTo>
                  <a:pt x="260608" y="48741"/>
                </a:lnTo>
                <a:lnTo>
                  <a:pt x="263698" y="56368"/>
                </a:lnTo>
                <a:lnTo>
                  <a:pt x="314297" y="80374"/>
                </a:lnTo>
                <a:lnTo>
                  <a:pt x="319336" y="81833"/>
                </a:lnTo>
                <a:lnTo>
                  <a:pt x="323979" y="83424"/>
                </a:lnTo>
                <a:lnTo>
                  <a:pt x="332467" y="86873"/>
                </a:lnTo>
                <a:lnTo>
                  <a:pt x="335849" y="89260"/>
                </a:lnTo>
                <a:lnTo>
                  <a:pt x="338369" y="92311"/>
                </a:lnTo>
                <a:lnTo>
                  <a:pt x="341022" y="95229"/>
                </a:lnTo>
                <a:lnTo>
                  <a:pt x="342348" y="99208"/>
                </a:lnTo>
                <a:lnTo>
                  <a:pt x="342348" y="113001"/>
                </a:lnTo>
                <a:lnTo>
                  <a:pt x="307731" y="130509"/>
                </a:lnTo>
                <a:lnTo>
                  <a:pt x="350782" y="130509"/>
                </a:lnTo>
                <a:lnTo>
                  <a:pt x="357402" y="119633"/>
                </a:lnTo>
                <a:lnTo>
                  <a:pt x="359031" y="113465"/>
                </a:lnTo>
                <a:lnTo>
                  <a:pt x="359154" y="113001"/>
                </a:lnTo>
                <a:lnTo>
                  <a:pt x="359259" y="98014"/>
                </a:lnTo>
                <a:lnTo>
                  <a:pt x="357932" y="92510"/>
                </a:lnTo>
                <a:lnTo>
                  <a:pt x="355280" y="88133"/>
                </a:lnTo>
                <a:lnTo>
                  <a:pt x="352628" y="83623"/>
                </a:lnTo>
                <a:lnTo>
                  <a:pt x="349178" y="79910"/>
                </a:lnTo>
                <a:lnTo>
                  <a:pt x="340691" y="74074"/>
                </a:lnTo>
                <a:lnTo>
                  <a:pt x="336247" y="71819"/>
                </a:lnTo>
                <a:lnTo>
                  <a:pt x="331605" y="70228"/>
                </a:lnTo>
                <a:lnTo>
                  <a:pt x="326963" y="68503"/>
                </a:lnTo>
                <a:lnTo>
                  <a:pt x="322718" y="67111"/>
                </a:lnTo>
                <a:lnTo>
                  <a:pt x="304548" y="62071"/>
                </a:lnTo>
                <a:lnTo>
                  <a:pt x="295795" y="59485"/>
                </a:lnTo>
                <a:lnTo>
                  <a:pt x="277293" y="42441"/>
                </a:lnTo>
                <a:lnTo>
                  <a:pt x="277293" y="30637"/>
                </a:lnTo>
                <a:lnTo>
                  <a:pt x="279813" y="24868"/>
                </a:lnTo>
                <a:lnTo>
                  <a:pt x="284853" y="20889"/>
                </a:lnTo>
                <a:lnTo>
                  <a:pt x="289892" y="16777"/>
                </a:lnTo>
                <a:lnTo>
                  <a:pt x="297651" y="14722"/>
                </a:lnTo>
                <a:lnTo>
                  <a:pt x="348521" y="14722"/>
                </a:lnTo>
                <a:lnTo>
                  <a:pt x="346261" y="11605"/>
                </a:lnTo>
                <a:lnTo>
                  <a:pt x="340823" y="7493"/>
                </a:lnTo>
                <a:lnTo>
                  <a:pt x="333794" y="4575"/>
                </a:lnTo>
                <a:lnTo>
                  <a:pt x="328652" y="2685"/>
                </a:lnTo>
                <a:lnTo>
                  <a:pt x="328816" y="2685"/>
                </a:lnTo>
                <a:lnTo>
                  <a:pt x="322562" y="1193"/>
                </a:lnTo>
                <a:lnTo>
                  <a:pt x="322733" y="1193"/>
                </a:lnTo>
                <a:lnTo>
                  <a:pt x="315908" y="298"/>
                </a:lnTo>
                <a:lnTo>
                  <a:pt x="316122" y="298"/>
                </a:lnTo>
                <a:lnTo>
                  <a:pt x="308726" y="0"/>
                </a:lnTo>
                <a:close/>
              </a:path>
              <a:path w="718184" h="145415">
                <a:moveTo>
                  <a:pt x="348521" y="14722"/>
                </a:moveTo>
                <a:lnTo>
                  <a:pt x="317546" y="14722"/>
                </a:lnTo>
                <a:lnTo>
                  <a:pt x="324974" y="16313"/>
                </a:lnTo>
                <a:lnTo>
                  <a:pt x="335849" y="22679"/>
                </a:lnTo>
                <a:lnTo>
                  <a:pt x="338966" y="27985"/>
                </a:lnTo>
                <a:lnTo>
                  <a:pt x="339762" y="35412"/>
                </a:lnTo>
                <a:lnTo>
                  <a:pt x="356473" y="35412"/>
                </a:lnTo>
                <a:lnTo>
                  <a:pt x="356299" y="30770"/>
                </a:lnTo>
                <a:lnTo>
                  <a:pt x="356209" y="28383"/>
                </a:lnTo>
                <a:lnTo>
                  <a:pt x="354086" y="22215"/>
                </a:lnTo>
                <a:lnTo>
                  <a:pt x="350107" y="16910"/>
                </a:lnTo>
                <a:lnTo>
                  <a:pt x="348521" y="14722"/>
                </a:lnTo>
                <a:close/>
              </a:path>
              <a:path w="718184" h="145415">
                <a:moveTo>
                  <a:pt x="430238" y="1989"/>
                </a:moveTo>
                <a:lnTo>
                  <a:pt x="382490" y="1989"/>
                </a:lnTo>
                <a:lnTo>
                  <a:pt x="382490" y="142644"/>
                </a:lnTo>
                <a:lnTo>
                  <a:pt x="399600" y="142644"/>
                </a:lnTo>
                <a:lnTo>
                  <a:pt x="399600" y="90719"/>
                </a:lnTo>
                <a:lnTo>
                  <a:pt x="430636" y="90719"/>
                </a:lnTo>
                <a:lnTo>
                  <a:pt x="470830" y="75997"/>
                </a:lnTo>
                <a:lnTo>
                  <a:pt x="399600" y="75997"/>
                </a:lnTo>
                <a:lnTo>
                  <a:pt x="399600" y="16711"/>
                </a:lnTo>
                <a:lnTo>
                  <a:pt x="471088" y="16711"/>
                </a:lnTo>
                <a:lnTo>
                  <a:pt x="465849" y="11472"/>
                </a:lnTo>
                <a:lnTo>
                  <a:pt x="458687" y="7758"/>
                </a:lnTo>
                <a:lnTo>
                  <a:pt x="452955" y="5234"/>
                </a:lnTo>
                <a:lnTo>
                  <a:pt x="446303" y="3431"/>
                </a:lnTo>
                <a:lnTo>
                  <a:pt x="438730" y="2349"/>
                </a:lnTo>
                <a:lnTo>
                  <a:pt x="430238" y="1989"/>
                </a:lnTo>
                <a:close/>
              </a:path>
              <a:path w="718184" h="145415">
                <a:moveTo>
                  <a:pt x="471054" y="16711"/>
                </a:moveTo>
                <a:lnTo>
                  <a:pt x="438460" y="16711"/>
                </a:lnTo>
                <a:lnTo>
                  <a:pt x="445292" y="17905"/>
                </a:lnTo>
                <a:lnTo>
                  <a:pt x="449933" y="20292"/>
                </a:lnTo>
                <a:lnTo>
                  <a:pt x="454575" y="22547"/>
                </a:lnTo>
                <a:lnTo>
                  <a:pt x="457758" y="25863"/>
                </a:lnTo>
                <a:lnTo>
                  <a:pt x="461207" y="34616"/>
                </a:lnTo>
                <a:lnTo>
                  <a:pt x="462069" y="39921"/>
                </a:lnTo>
                <a:lnTo>
                  <a:pt x="462069" y="52256"/>
                </a:lnTo>
                <a:lnTo>
                  <a:pt x="438593" y="75997"/>
                </a:lnTo>
                <a:lnTo>
                  <a:pt x="470830" y="75997"/>
                </a:lnTo>
                <a:lnTo>
                  <a:pt x="471022" y="75798"/>
                </a:lnTo>
                <a:lnTo>
                  <a:pt x="477388" y="62270"/>
                </a:lnTo>
                <a:lnTo>
                  <a:pt x="478980" y="54643"/>
                </a:lnTo>
                <a:lnTo>
                  <a:pt x="478980" y="37402"/>
                </a:lnTo>
                <a:lnTo>
                  <a:pt x="477388" y="29775"/>
                </a:lnTo>
                <a:lnTo>
                  <a:pt x="474205" y="23276"/>
                </a:lnTo>
                <a:lnTo>
                  <a:pt x="471054" y="16711"/>
                </a:lnTo>
                <a:close/>
              </a:path>
              <a:path w="718184" h="145415">
                <a:moveTo>
                  <a:pt x="585339" y="1989"/>
                </a:moveTo>
                <a:lnTo>
                  <a:pt x="501781" y="1989"/>
                </a:lnTo>
                <a:lnTo>
                  <a:pt x="501781" y="142644"/>
                </a:lnTo>
                <a:lnTo>
                  <a:pt x="586333" y="142644"/>
                </a:lnTo>
                <a:lnTo>
                  <a:pt x="586333" y="128121"/>
                </a:lnTo>
                <a:lnTo>
                  <a:pt x="518891" y="128121"/>
                </a:lnTo>
                <a:lnTo>
                  <a:pt x="518891" y="79180"/>
                </a:lnTo>
                <a:lnTo>
                  <a:pt x="580763" y="79180"/>
                </a:lnTo>
                <a:lnTo>
                  <a:pt x="580763" y="64856"/>
                </a:lnTo>
                <a:lnTo>
                  <a:pt x="518891" y="64856"/>
                </a:lnTo>
                <a:lnTo>
                  <a:pt x="518891" y="16512"/>
                </a:lnTo>
                <a:lnTo>
                  <a:pt x="585339" y="16512"/>
                </a:lnTo>
                <a:lnTo>
                  <a:pt x="585339" y="1989"/>
                </a:lnTo>
                <a:close/>
              </a:path>
              <a:path w="718184" h="145415">
                <a:moveTo>
                  <a:pt x="663193" y="1989"/>
                </a:moveTo>
                <a:lnTo>
                  <a:pt x="615048" y="1989"/>
                </a:lnTo>
                <a:lnTo>
                  <a:pt x="615048" y="142644"/>
                </a:lnTo>
                <a:lnTo>
                  <a:pt x="632157" y="142644"/>
                </a:lnTo>
                <a:lnTo>
                  <a:pt x="632157" y="87138"/>
                </a:lnTo>
                <a:lnTo>
                  <a:pt x="667510" y="87138"/>
                </a:lnTo>
                <a:lnTo>
                  <a:pt x="663989" y="80772"/>
                </a:lnTo>
                <a:lnTo>
                  <a:pt x="681098" y="77788"/>
                </a:lnTo>
                <a:lnTo>
                  <a:pt x="700076" y="77788"/>
                </a:lnTo>
                <a:lnTo>
                  <a:pt x="705257" y="72416"/>
                </a:lnTo>
                <a:lnTo>
                  <a:pt x="632157" y="72416"/>
                </a:lnTo>
                <a:lnTo>
                  <a:pt x="632157" y="16711"/>
                </a:lnTo>
                <a:lnTo>
                  <a:pt x="704786" y="16711"/>
                </a:lnTo>
                <a:lnTo>
                  <a:pt x="704309" y="15716"/>
                </a:lnTo>
                <a:lnTo>
                  <a:pt x="671860" y="2325"/>
                </a:lnTo>
                <a:lnTo>
                  <a:pt x="663193" y="1989"/>
                </a:lnTo>
                <a:close/>
              </a:path>
              <a:path w="718184" h="145415">
                <a:moveTo>
                  <a:pt x="681098" y="77788"/>
                </a:moveTo>
                <a:lnTo>
                  <a:pt x="663989" y="80772"/>
                </a:lnTo>
                <a:lnTo>
                  <a:pt x="698208" y="142644"/>
                </a:lnTo>
                <a:lnTo>
                  <a:pt x="717705" y="142644"/>
                </a:lnTo>
                <a:lnTo>
                  <a:pt x="686376" y="87138"/>
                </a:lnTo>
                <a:lnTo>
                  <a:pt x="673074" y="87138"/>
                </a:lnTo>
                <a:lnTo>
                  <a:pt x="681032" y="86143"/>
                </a:lnTo>
                <a:lnTo>
                  <a:pt x="685084" y="84850"/>
                </a:lnTo>
                <a:lnTo>
                  <a:pt x="681098" y="77788"/>
                </a:lnTo>
                <a:close/>
              </a:path>
              <a:path w="718184" h="145415">
                <a:moveTo>
                  <a:pt x="685084" y="84850"/>
                </a:moveTo>
                <a:lnTo>
                  <a:pt x="681032" y="86143"/>
                </a:lnTo>
                <a:lnTo>
                  <a:pt x="673074" y="87138"/>
                </a:lnTo>
                <a:lnTo>
                  <a:pt x="686376" y="87138"/>
                </a:lnTo>
                <a:lnTo>
                  <a:pt x="685084" y="84850"/>
                </a:lnTo>
                <a:close/>
              </a:path>
              <a:path w="718184" h="145415">
                <a:moveTo>
                  <a:pt x="700076" y="77788"/>
                </a:moveTo>
                <a:lnTo>
                  <a:pt x="681098" y="77788"/>
                </a:lnTo>
                <a:lnTo>
                  <a:pt x="685084" y="84850"/>
                </a:lnTo>
                <a:lnTo>
                  <a:pt x="693632" y="82165"/>
                </a:lnTo>
                <a:lnTo>
                  <a:pt x="698605" y="79313"/>
                </a:lnTo>
                <a:lnTo>
                  <a:pt x="700076" y="77788"/>
                </a:lnTo>
                <a:close/>
              </a:path>
              <a:path w="718184" h="145415">
                <a:moveTo>
                  <a:pt x="704786" y="16711"/>
                </a:moveTo>
                <a:lnTo>
                  <a:pt x="671284" y="16711"/>
                </a:lnTo>
                <a:lnTo>
                  <a:pt x="678048" y="17772"/>
                </a:lnTo>
                <a:lnTo>
                  <a:pt x="682690" y="19894"/>
                </a:lnTo>
                <a:lnTo>
                  <a:pt x="687332" y="21884"/>
                </a:lnTo>
                <a:lnTo>
                  <a:pt x="690516" y="24934"/>
                </a:lnTo>
                <a:lnTo>
                  <a:pt x="692239" y="29046"/>
                </a:lnTo>
                <a:lnTo>
                  <a:pt x="694097" y="33157"/>
                </a:lnTo>
                <a:lnTo>
                  <a:pt x="695024" y="38330"/>
                </a:lnTo>
                <a:lnTo>
                  <a:pt x="694977" y="51062"/>
                </a:lnTo>
                <a:lnTo>
                  <a:pt x="694097" y="55970"/>
                </a:lnTo>
                <a:lnTo>
                  <a:pt x="692239" y="60081"/>
                </a:lnTo>
                <a:lnTo>
                  <a:pt x="690516" y="64193"/>
                </a:lnTo>
                <a:lnTo>
                  <a:pt x="687332" y="67310"/>
                </a:lnTo>
                <a:lnTo>
                  <a:pt x="682690" y="69432"/>
                </a:lnTo>
                <a:lnTo>
                  <a:pt x="678048" y="71421"/>
                </a:lnTo>
                <a:lnTo>
                  <a:pt x="671284" y="72416"/>
                </a:lnTo>
                <a:lnTo>
                  <a:pt x="705257" y="72416"/>
                </a:lnTo>
                <a:lnTo>
                  <a:pt x="711935" y="51062"/>
                </a:lnTo>
                <a:lnTo>
                  <a:pt x="711935" y="35942"/>
                </a:lnTo>
                <a:lnTo>
                  <a:pt x="710532" y="29046"/>
                </a:lnTo>
                <a:lnTo>
                  <a:pt x="710410" y="28449"/>
                </a:lnTo>
                <a:lnTo>
                  <a:pt x="704786" y="16711"/>
                </a:lnTo>
                <a:close/>
              </a:path>
            </a:pathLst>
          </a:custGeom>
          <a:solidFill>
            <a:srgbClr val="6D6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706919" y="8377001"/>
            <a:ext cx="1879903" cy="18780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5321523" y="7551687"/>
            <a:ext cx="1408430" cy="1817370"/>
            <a:chOff x="15321523" y="7551687"/>
            <a:chExt cx="1408430" cy="1817370"/>
          </a:xfrm>
        </p:grpSpPr>
        <p:pic>
          <p:nvPicPr>
            <p:cNvPr id="15" name="object 1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329376" y="7559979"/>
              <a:ext cx="1392627" cy="18009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5321522" y="7551692"/>
              <a:ext cx="1408430" cy="1817370"/>
            </a:xfrm>
            <a:custGeom>
              <a:avLst/>
              <a:gdLst/>
              <a:ahLst/>
              <a:cxnLst/>
              <a:rect l="l" t="t" r="r" b="b"/>
              <a:pathLst>
                <a:path w="1408430" h="1817370">
                  <a:moveTo>
                    <a:pt x="1408328" y="444"/>
                  </a:moveTo>
                  <a:lnTo>
                    <a:pt x="1400479" y="444"/>
                  </a:lnTo>
                  <a:lnTo>
                    <a:pt x="1400479" y="0"/>
                  </a:lnTo>
                  <a:lnTo>
                    <a:pt x="1392618" y="0"/>
                  </a:lnTo>
                  <a:lnTo>
                    <a:pt x="1392618" y="1809750"/>
                  </a:lnTo>
                  <a:lnTo>
                    <a:pt x="15697" y="1809750"/>
                  </a:lnTo>
                  <a:lnTo>
                    <a:pt x="15697" y="1809280"/>
                  </a:lnTo>
                  <a:lnTo>
                    <a:pt x="1392618" y="1809280"/>
                  </a:lnTo>
                  <a:lnTo>
                    <a:pt x="1392618" y="1801431"/>
                  </a:lnTo>
                  <a:lnTo>
                    <a:pt x="15697" y="1801431"/>
                  </a:lnTo>
                  <a:lnTo>
                    <a:pt x="15697" y="1800860"/>
                  </a:lnTo>
                  <a:lnTo>
                    <a:pt x="15697" y="16510"/>
                  </a:lnTo>
                  <a:lnTo>
                    <a:pt x="15697" y="16141"/>
                  </a:lnTo>
                  <a:lnTo>
                    <a:pt x="1392618" y="16141"/>
                  </a:lnTo>
                  <a:lnTo>
                    <a:pt x="1392618" y="0"/>
                  </a:lnTo>
                  <a:lnTo>
                    <a:pt x="7848" y="0"/>
                  </a:lnTo>
                  <a:lnTo>
                    <a:pt x="0" y="0"/>
                  </a:lnTo>
                  <a:lnTo>
                    <a:pt x="0" y="16510"/>
                  </a:lnTo>
                  <a:lnTo>
                    <a:pt x="0" y="1800860"/>
                  </a:lnTo>
                  <a:lnTo>
                    <a:pt x="0" y="1817370"/>
                  </a:lnTo>
                  <a:lnTo>
                    <a:pt x="7848" y="1817370"/>
                  </a:lnTo>
                  <a:lnTo>
                    <a:pt x="1400479" y="1817370"/>
                  </a:lnTo>
                  <a:lnTo>
                    <a:pt x="1400479" y="1817141"/>
                  </a:lnTo>
                  <a:lnTo>
                    <a:pt x="1408328" y="1817141"/>
                  </a:lnTo>
                  <a:lnTo>
                    <a:pt x="1408328" y="1801431"/>
                  </a:lnTo>
                  <a:lnTo>
                    <a:pt x="1400479" y="1801431"/>
                  </a:lnTo>
                  <a:lnTo>
                    <a:pt x="1400479" y="1800860"/>
                  </a:lnTo>
                  <a:lnTo>
                    <a:pt x="1408328" y="1800860"/>
                  </a:lnTo>
                  <a:lnTo>
                    <a:pt x="1408328" y="16510"/>
                  </a:lnTo>
                  <a:lnTo>
                    <a:pt x="1400479" y="16510"/>
                  </a:lnTo>
                  <a:lnTo>
                    <a:pt x="1400479" y="16141"/>
                  </a:lnTo>
                  <a:lnTo>
                    <a:pt x="1408328" y="16141"/>
                  </a:lnTo>
                  <a:lnTo>
                    <a:pt x="1408328" y="444"/>
                  </a:lnTo>
                  <a:close/>
                </a:path>
              </a:pathLst>
            </a:custGeom>
            <a:solidFill>
              <a:srgbClr val="E1E0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896836" y="8097942"/>
            <a:ext cx="1833158" cy="14463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896836" y="8391126"/>
            <a:ext cx="2007551" cy="18482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6895274" y="8670186"/>
            <a:ext cx="1907295" cy="187805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1319326" y="10075043"/>
            <a:ext cx="17591405" cy="16510"/>
          </a:xfrm>
          <a:custGeom>
            <a:avLst/>
            <a:gdLst/>
            <a:ahLst/>
            <a:cxnLst/>
            <a:rect l="l" t="t" r="r" b="b"/>
            <a:pathLst>
              <a:path w="17591405" h="16509">
                <a:moveTo>
                  <a:pt x="17591088" y="0"/>
                </a:moveTo>
                <a:lnTo>
                  <a:pt x="0" y="0"/>
                </a:lnTo>
                <a:lnTo>
                  <a:pt x="0" y="8890"/>
                </a:lnTo>
                <a:lnTo>
                  <a:pt x="0" y="16510"/>
                </a:lnTo>
                <a:lnTo>
                  <a:pt x="17591088" y="16510"/>
                </a:lnTo>
                <a:lnTo>
                  <a:pt x="17591088" y="8890"/>
                </a:lnTo>
                <a:lnTo>
                  <a:pt x="17591088" y="0"/>
                </a:lnTo>
                <a:close/>
              </a:path>
            </a:pathLst>
          </a:custGeom>
          <a:solidFill>
            <a:srgbClr val="EEED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348168" y="10288734"/>
            <a:ext cx="8069544" cy="17800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48168" y="10560977"/>
            <a:ext cx="11586306" cy="17800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48168" y="10833220"/>
            <a:ext cx="8939926" cy="1780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2369" y="921060"/>
            <a:ext cx="1062355" cy="255270"/>
          </a:xfrm>
          <a:custGeom>
            <a:avLst/>
            <a:gdLst/>
            <a:ahLst/>
            <a:cxnLst/>
            <a:rect l="l" t="t" r="r" b="b"/>
            <a:pathLst>
              <a:path w="1062355" h="255269">
                <a:moveTo>
                  <a:pt x="204642" y="0"/>
                </a:moveTo>
                <a:lnTo>
                  <a:pt x="171806" y="0"/>
                </a:lnTo>
                <a:lnTo>
                  <a:pt x="171806" y="150403"/>
                </a:lnTo>
                <a:lnTo>
                  <a:pt x="204642" y="150403"/>
                </a:lnTo>
                <a:lnTo>
                  <a:pt x="204642" y="89421"/>
                </a:lnTo>
                <a:lnTo>
                  <a:pt x="188224" y="89421"/>
                </a:lnTo>
                <a:lnTo>
                  <a:pt x="188224" y="62448"/>
                </a:lnTo>
                <a:lnTo>
                  <a:pt x="204642" y="62448"/>
                </a:lnTo>
                <a:lnTo>
                  <a:pt x="204642" y="0"/>
                </a:lnTo>
                <a:close/>
              </a:path>
              <a:path w="1062355" h="255269">
                <a:moveTo>
                  <a:pt x="204642" y="62448"/>
                </a:moveTo>
                <a:lnTo>
                  <a:pt x="188224" y="62448"/>
                </a:lnTo>
                <a:lnTo>
                  <a:pt x="188224" y="89421"/>
                </a:lnTo>
                <a:lnTo>
                  <a:pt x="204642" y="89421"/>
                </a:lnTo>
                <a:lnTo>
                  <a:pt x="204642" y="62448"/>
                </a:lnTo>
                <a:close/>
              </a:path>
              <a:path w="1062355" h="255269">
                <a:moveTo>
                  <a:pt x="240704" y="62448"/>
                </a:moveTo>
                <a:lnTo>
                  <a:pt x="204642" y="62448"/>
                </a:lnTo>
                <a:lnTo>
                  <a:pt x="204642" y="89421"/>
                </a:lnTo>
                <a:lnTo>
                  <a:pt x="240704" y="89421"/>
                </a:lnTo>
                <a:lnTo>
                  <a:pt x="240704" y="62448"/>
                </a:lnTo>
                <a:close/>
              </a:path>
              <a:path w="1062355" h="255269">
                <a:moveTo>
                  <a:pt x="204936" y="163303"/>
                </a:moveTo>
                <a:lnTo>
                  <a:pt x="32543" y="163303"/>
                </a:lnTo>
                <a:lnTo>
                  <a:pt x="32543" y="190276"/>
                </a:lnTo>
                <a:lnTo>
                  <a:pt x="171806" y="190276"/>
                </a:lnTo>
                <a:lnTo>
                  <a:pt x="171806" y="254777"/>
                </a:lnTo>
                <a:lnTo>
                  <a:pt x="204936" y="254777"/>
                </a:lnTo>
                <a:lnTo>
                  <a:pt x="204936" y="163303"/>
                </a:lnTo>
                <a:close/>
              </a:path>
              <a:path w="1062355" h="255269">
                <a:moveTo>
                  <a:pt x="93232" y="30784"/>
                </a:moveTo>
                <a:lnTo>
                  <a:pt x="60982" y="30784"/>
                </a:lnTo>
                <a:lnTo>
                  <a:pt x="60982" y="48961"/>
                </a:lnTo>
                <a:lnTo>
                  <a:pt x="60652" y="55851"/>
                </a:lnTo>
                <a:lnTo>
                  <a:pt x="43336" y="91913"/>
                </a:lnTo>
                <a:lnTo>
                  <a:pt x="11342" y="115991"/>
                </a:lnTo>
                <a:lnTo>
                  <a:pt x="0" y="122844"/>
                </a:lnTo>
                <a:lnTo>
                  <a:pt x="15245" y="148351"/>
                </a:lnTo>
                <a:lnTo>
                  <a:pt x="48155" y="125739"/>
                </a:lnTo>
                <a:lnTo>
                  <a:pt x="76521" y="91473"/>
                </a:lnTo>
                <a:lnTo>
                  <a:pt x="77253" y="89942"/>
                </a:lnTo>
                <a:lnTo>
                  <a:pt x="76832" y="89164"/>
                </a:lnTo>
                <a:lnTo>
                  <a:pt x="73369" y="81651"/>
                </a:lnTo>
                <a:lnTo>
                  <a:pt x="70236" y="73625"/>
                </a:lnTo>
                <a:lnTo>
                  <a:pt x="67432" y="65087"/>
                </a:lnTo>
                <a:lnTo>
                  <a:pt x="94733" y="65087"/>
                </a:lnTo>
                <a:lnTo>
                  <a:pt x="93232" y="57757"/>
                </a:lnTo>
                <a:lnTo>
                  <a:pt x="93232" y="30784"/>
                </a:lnTo>
                <a:close/>
              </a:path>
              <a:path w="1062355" h="255269">
                <a:moveTo>
                  <a:pt x="94733" y="65087"/>
                </a:moveTo>
                <a:lnTo>
                  <a:pt x="86782" y="65087"/>
                </a:lnTo>
                <a:lnTo>
                  <a:pt x="84492" y="72343"/>
                </a:lnTo>
                <a:lnTo>
                  <a:pt x="82138" y="78829"/>
                </a:lnTo>
                <a:lnTo>
                  <a:pt x="82018" y="79159"/>
                </a:lnTo>
                <a:lnTo>
                  <a:pt x="79361" y="85536"/>
                </a:lnTo>
                <a:lnTo>
                  <a:pt x="77380" y="89677"/>
                </a:lnTo>
                <a:lnTo>
                  <a:pt x="77253" y="89942"/>
                </a:lnTo>
                <a:lnTo>
                  <a:pt x="102614" y="120498"/>
                </a:lnTo>
                <a:lnTo>
                  <a:pt x="139262" y="142194"/>
                </a:lnTo>
                <a:lnTo>
                  <a:pt x="152456" y="116687"/>
                </a:lnTo>
                <a:lnTo>
                  <a:pt x="141260" y="111043"/>
                </a:lnTo>
                <a:lnTo>
                  <a:pt x="131419" y="105546"/>
                </a:lnTo>
                <a:lnTo>
                  <a:pt x="101185" y="78829"/>
                </a:lnTo>
                <a:lnTo>
                  <a:pt x="94894" y="65869"/>
                </a:lnTo>
                <a:lnTo>
                  <a:pt x="94733" y="65087"/>
                </a:lnTo>
                <a:close/>
              </a:path>
              <a:path w="1062355" h="255269">
                <a:moveTo>
                  <a:pt x="86782" y="65087"/>
                </a:moveTo>
                <a:lnTo>
                  <a:pt x="67432" y="65087"/>
                </a:lnTo>
                <a:lnTo>
                  <a:pt x="70127" y="73296"/>
                </a:lnTo>
                <a:lnTo>
                  <a:pt x="70236" y="73625"/>
                </a:lnTo>
                <a:lnTo>
                  <a:pt x="73369" y="81651"/>
                </a:lnTo>
                <a:lnTo>
                  <a:pt x="76832" y="89164"/>
                </a:lnTo>
                <a:lnTo>
                  <a:pt x="77253" y="89942"/>
                </a:lnTo>
                <a:lnTo>
                  <a:pt x="79361" y="85536"/>
                </a:lnTo>
                <a:lnTo>
                  <a:pt x="82018" y="79159"/>
                </a:lnTo>
                <a:lnTo>
                  <a:pt x="84492" y="72343"/>
                </a:lnTo>
                <a:lnTo>
                  <a:pt x="86782" y="65087"/>
                </a:lnTo>
                <a:close/>
              </a:path>
              <a:path w="1062355" h="255269">
                <a:moveTo>
                  <a:pt x="143367" y="17297"/>
                </a:moveTo>
                <a:lnTo>
                  <a:pt x="10847" y="17297"/>
                </a:lnTo>
                <a:lnTo>
                  <a:pt x="10847" y="43684"/>
                </a:lnTo>
                <a:lnTo>
                  <a:pt x="60982" y="43684"/>
                </a:lnTo>
                <a:lnTo>
                  <a:pt x="60982" y="30784"/>
                </a:lnTo>
                <a:lnTo>
                  <a:pt x="143367" y="30784"/>
                </a:lnTo>
                <a:lnTo>
                  <a:pt x="143367" y="17297"/>
                </a:lnTo>
                <a:close/>
              </a:path>
              <a:path w="1062355" h="255269">
                <a:moveTo>
                  <a:pt x="143367" y="30784"/>
                </a:moveTo>
                <a:lnTo>
                  <a:pt x="93232" y="30784"/>
                </a:lnTo>
                <a:lnTo>
                  <a:pt x="93232" y="43684"/>
                </a:lnTo>
                <a:lnTo>
                  <a:pt x="143367" y="43684"/>
                </a:lnTo>
                <a:lnTo>
                  <a:pt x="143367" y="30784"/>
                </a:lnTo>
                <a:close/>
              </a:path>
              <a:path w="1062355" h="255269">
                <a:moveTo>
                  <a:pt x="354298" y="167408"/>
                </a:moveTo>
                <a:lnTo>
                  <a:pt x="283640" y="167408"/>
                </a:lnTo>
                <a:lnTo>
                  <a:pt x="283640" y="250672"/>
                </a:lnTo>
                <a:lnTo>
                  <a:pt x="457792" y="250672"/>
                </a:lnTo>
                <a:lnTo>
                  <a:pt x="457792" y="223993"/>
                </a:lnTo>
                <a:lnTo>
                  <a:pt x="316477" y="223993"/>
                </a:lnTo>
                <a:lnTo>
                  <a:pt x="316477" y="194088"/>
                </a:lnTo>
                <a:lnTo>
                  <a:pt x="457792" y="194088"/>
                </a:lnTo>
                <a:lnTo>
                  <a:pt x="457792" y="175910"/>
                </a:lnTo>
                <a:lnTo>
                  <a:pt x="354298" y="175910"/>
                </a:lnTo>
                <a:lnTo>
                  <a:pt x="354298" y="167408"/>
                </a:lnTo>
                <a:close/>
              </a:path>
              <a:path w="1062355" h="255269">
                <a:moveTo>
                  <a:pt x="457792" y="194088"/>
                </a:moveTo>
                <a:lnTo>
                  <a:pt x="424955" y="194088"/>
                </a:lnTo>
                <a:lnTo>
                  <a:pt x="424955" y="223993"/>
                </a:lnTo>
                <a:lnTo>
                  <a:pt x="457792" y="223993"/>
                </a:lnTo>
                <a:lnTo>
                  <a:pt x="457792" y="194088"/>
                </a:lnTo>
                <a:close/>
              </a:path>
              <a:path w="1062355" h="255269">
                <a:moveTo>
                  <a:pt x="387134" y="127828"/>
                </a:moveTo>
                <a:lnTo>
                  <a:pt x="354298" y="127828"/>
                </a:lnTo>
                <a:lnTo>
                  <a:pt x="354298" y="175910"/>
                </a:lnTo>
                <a:lnTo>
                  <a:pt x="387134" y="175910"/>
                </a:lnTo>
                <a:lnTo>
                  <a:pt x="387134" y="127828"/>
                </a:lnTo>
                <a:close/>
              </a:path>
              <a:path w="1062355" h="255269">
                <a:moveTo>
                  <a:pt x="457792" y="167408"/>
                </a:moveTo>
                <a:lnTo>
                  <a:pt x="387134" y="167408"/>
                </a:lnTo>
                <a:lnTo>
                  <a:pt x="387134" y="175910"/>
                </a:lnTo>
                <a:lnTo>
                  <a:pt x="457792" y="175910"/>
                </a:lnTo>
                <a:lnTo>
                  <a:pt x="457792" y="167408"/>
                </a:lnTo>
                <a:close/>
              </a:path>
              <a:path w="1062355" h="255269">
                <a:moveTo>
                  <a:pt x="487404" y="117567"/>
                </a:moveTo>
                <a:lnTo>
                  <a:pt x="254028" y="117567"/>
                </a:lnTo>
                <a:lnTo>
                  <a:pt x="254028" y="144540"/>
                </a:lnTo>
                <a:lnTo>
                  <a:pt x="354298" y="144540"/>
                </a:lnTo>
                <a:lnTo>
                  <a:pt x="354298" y="127828"/>
                </a:lnTo>
                <a:lnTo>
                  <a:pt x="487404" y="127828"/>
                </a:lnTo>
                <a:lnTo>
                  <a:pt x="487404" y="117567"/>
                </a:lnTo>
                <a:close/>
              </a:path>
              <a:path w="1062355" h="255269">
                <a:moveTo>
                  <a:pt x="487404" y="127828"/>
                </a:moveTo>
                <a:lnTo>
                  <a:pt x="387134" y="127828"/>
                </a:lnTo>
                <a:lnTo>
                  <a:pt x="387134" y="144540"/>
                </a:lnTo>
                <a:lnTo>
                  <a:pt x="487404" y="144540"/>
                </a:lnTo>
                <a:lnTo>
                  <a:pt x="487404" y="127828"/>
                </a:lnTo>
                <a:close/>
              </a:path>
              <a:path w="1062355" h="255269">
                <a:moveTo>
                  <a:pt x="310613" y="72709"/>
                </a:moveTo>
                <a:lnTo>
                  <a:pt x="276897" y="72709"/>
                </a:lnTo>
                <a:lnTo>
                  <a:pt x="276897" y="98510"/>
                </a:lnTo>
                <a:lnTo>
                  <a:pt x="464535" y="98510"/>
                </a:lnTo>
                <a:lnTo>
                  <a:pt x="464535" y="92353"/>
                </a:lnTo>
                <a:lnTo>
                  <a:pt x="310613" y="92353"/>
                </a:lnTo>
                <a:lnTo>
                  <a:pt x="310613" y="72709"/>
                </a:lnTo>
                <a:close/>
              </a:path>
              <a:path w="1062355" h="255269">
                <a:moveTo>
                  <a:pt x="342570" y="42804"/>
                </a:moveTo>
                <a:lnTo>
                  <a:pt x="310613" y="42804"/>
                </a:lnTo>
                <a:lnTo>
                  <a:pt x="310613" y="92353"/>
                </a:lnTo>
                <a:lnTo>
                  <a:pt x="342570" y="92353"/>
                </a:lnTo>
                <a:lnTo>
                  <a:pt x="342570" y="42804"/>
                </a:lnTo>
                <a:close/>
              </a:path>
              <a:path w="1062355" h="255269">
                <a:moveTo>
                  <a:pt x="398862" y="72709"/>
                </a:moveTo>
                <a:lnTo>
                  <a:pt x="342570" y="72709"/>
                </a:lnTo>
                <a:lnTo>
                  <a:pt x="342570" y="92353"/>
                </a:lnTo>
                <a:lnTo>
                  <a:pt x="398862" y="92353"/>
                </a:lnTo>
                <a:lnTo>
                  <a:pt x="398862" y="72709"/>
                </a:lnTo>
                <a:close/>
              </a:path>
              <a:path w="1062355" h="255269">
                <a:moveTo>
                  <a:pt x="430819" y="42804"/>
                </a:moveTo>
                <a:lnTo>
                  <a:pt x="398862" y="42804"/>
                </a:lnTo>
                <a:lnTo>
                  <a:pt x="398862" y="92353"/>
                </a:lnTo>
                <a:lnTo>
                  <a:pt x="430819" y="92353"/>
                </a:lnTo>
                <a:lnTo>
                  <a:pt x="430819" y="42804"/>
                </a:lnTo>
                <a:close/>
              </a:path>
              <a:path w="1062355" h="255269">
                <a:moveTo>
                  <a:pt x="464535" y="72709"/>
                </a:moveTo>
                <a:lnTo>
                  <a:pt x="430819" y="72709"/>
                </a:lnTo>
                <a:lnTo>
                  <a:pt x="430819" y="92353"/>
                </a:lnTo>
                <a:lnTo>
                  <a:pt x="464535" y="92353"/>
                </a:lnTo>
                <a:lnTo>
                  <a:pt x="464535" y="72709"/>
                </a:lnTo>
                <a:close/>
              </a:path>
              <a:path w="1062355" h="255269">
                <a:moveTo>
                  <a:pt x="465121" y="6743"/>
                </a:moveTo>
                <a:lnTo>
                  <a:pt x="276310" y="6743"/>
                </a:lnTo>
                <a:lnTo>
                  <a:pt x="276310" y="32543"/>
                </a:lnTo>
                <a:lnTo>
                  <a:pt x="465121" y="32543"/>
                </a:lnTo>
                <a:lnTo>
                  <a:pt x="465121" y="6743"/>
                </a:lnTo>
                <a:close/>
              </a:path>
              <a:path w="1062355" h="255269">
                <a:moveTo>
                  <a:pt x="799510" y="1465"/>
                </a:moveTo>
                <a:lnTo>
                  <a:pt x="767846" y="1465"/>
                </a:lnTo>
                <a:lnTo>
                  <a:pt x="767846" y="252138"/>
                </a:lnTo>
                <a:lnTo>
                  <a:pt x="799510" y="252138"/>
                </a:lnTo>
                <a:lnTo>
                  <a:pt x="799510" y="125483"/>
                </a:lnTo>
                <a:lnTo>
                  <a:pt x="781919" y="125483"/>
                </a:lnTo>
                <a:lnTo>
                  <a:pt x="781919" y="98510"/>
                </a:lnTo>
                <a:lnTo>
                  <a:pt x="799510" y="98510"/>
                </a:lnTo>
                <a:lnTo>
                  <a:pt x="799510" y="1465"/>
                </a:lnTo>
                <a:close/>
              </a:path>
              <a:path w="1062355" h="255269">
                <a:moveTo>
                  <a:pt x="742632" y="4104"/>
                </a:moveTo>
                <a:lnTo>
                  <a:pt x="711555" y="4104"/>
                </a:lnTo>
                <a:lnTo>
                  <a:pt x="711555" y="242170"/>
                </a:lnTo>
                <a:lnTo>
                  <a:pt x="742632" y="242170"/>
                </a:lnTo>
                <a:lnTo>
                  <a:pt x="742632" y="125483"/>
                </a:lnTo>
                <a:lnTo>
                  <a:pt x="724455" y="125483"/>
                </a:lnTo>
                <a:lnTo>
                  <a:pt x="724455" y="98510"/>
                </a:lnTo>
                <a:lnTo>
                  <a:pt x="742632" y="98510"/>
                </a:lnTo>
                <a:lnTo>
                  <a:pt x="742632" y="4104"/>
                </a:lnTo>
                <a:close/>
              </a:path>
              <a:path w="1062355" h="255269">
                <a:moveTo>
                  <a:pt x="742632" y="98510"/>
                </a:moveTo>
                <a:lnTo>
                  <a:pt x="724455" y="98510"/>
                </a:lnTo>
                <a:lnTo>
                  <a:pt x="724455" y="125483"/>
                </a:lnTo>
                <a:lnTo>
                  <a:pt x="742632" y="125483"/>
                </a:lnTo>
                <a:lnTo>
                  <a:pt x="742632" y="98510"/>
                </a:lnTo>
                <a:close/>
              </a:path>
              <a:path w="1062355" h="255269">
                <a:moveTo>
                  <a:pt x="767846" y="98510"/>
                </a:moveTo>
                <a:lnTo>
                  <a:pt x="742632" y="98510"/>
                </a:lnTo>
                <a:lnTo>
                  <a:pt x="742632" y="125483"/>
                </a:lnTo>
                <a:lnTo>
                  <a:pt x="767846" y="125483"/>
                </a:lnTo>
                <a:lnTo>
                  <a:pt x="767846" y="98510"/>
                </a:lnTo>
                <a:close/>
              </a:path>
              <a:path w="1062355" h="255269">
                <a:moveTo>
                  <a:pt x="799510" y="98510"/>
                </a:moveTo>
                <a:lnTo>
                  <a:pt x="781919" y="98510"/>
                </a:lnTo>
                <a:lnTo>
                  <a:pt x="781919" y="125483"/>
                </a:lnTo>
                <a:lnTo>
                  <a:pt x="799510" y="125483"/>
                </a:lnTo>
                <a:lnTo>
                  <a:pt x="799510" y="98510"/>
                </a:lnTo>
                <a:close/>
              </a:path>
              <a:path w="1062355" h="255269">
                <a:moveTo>
                  <a:pt x="689859" y="30784"/>
                </a:moveTo>
                <a:lnTo>
                  <a:pt x="586658" y="30784"/>
                </a:lnTo>
                <a:lnTo>
                  <a:pt x="586658" y="58050"/>
                </a:lnTo>
                <a:lnTo>
                  <a:pt x="657022" y="58050"/>
                </a:lnTo>
                <a:lnTo>
                  <a:pt x="657022" y="73296"/>
                </a:lnTo>
                <a:lnTo>
                  <a:pt x="648300" y="111117"/>
                </a:lnTo>
                <a:lnTo>
                  <a:pt x="623013" y="142231"/>
                </a:lnTo>
                <a:lnTo>
                  <a:pt x="586695" y="168214"/>
                </a:lnTo>
                <a:lnTo>
                  <a:pt x="574931" y="175031"/>
                </a:lnTo>
                <a:lnTo>
                  <a:pt x="591642" y="200538"/>
                </a:lnTo>
                <a:lnTo>
                  <a:pt x="624039" y="179355"/>
                </a:lnTo>
                <a:lnTo>
                  <a:pt x="659184" y="149157"/>
                </a:lnTo>
                <a:lnTo>
                  <a:pt x="684417" y="107305"/>
                </a:lnTo>
                <a:lnTo>
                  <a:pt x="689761" y="73296"/>
                </a:lnTo>
                <a:lnTo>
                  <a:pt x="689859" y="30784"/>
                </a:lnTo>
                <a:close/>
              </a:path>
              <a:path w="1062355" h="255269">
                <a:moveTo>
                  <a:pt x="883491" y="202297"/>
                </a:moveTo>
                <a:lnTo>
                  <a:pt x="828372" y="202297"/>
                </a:lnTo>
                <a:lnTo>
                  <a:pt x="828372" y="229563"/>
                </a:lnTo>
                <a:lnTo>
                  <a:pt x="1061747" y="229563"/>
                </a:lnTo>
                <a:lnTo>
                  <a:pt x="1061747" y="219888"/>
                </a:lnTo>
                <a:lnTo>
                  <a:pt x="883491" y="219888"/>
                </a:lnTo>
                <a:lnTo>
                  <a:pt x="883491" y="202297"/>
                </a:lnTo>
                <a:close/>
              </a:path>
              <a:path w="1062355" h="255269">
                <a:moveTo>
                  <a:pt x="883491" y="136194"/>
                </a:moveTo>
                <a:lnTo>
                  <a:pt x="883491" y="219888"/>
                </a:lnTo>
                <a:lnTo>
                  <a:pt x="916621" y="219888"/>
                </a:lnTo>
                <a:lnTo>
                  <a:pt x="916621" y="147549"/>
                </a:lnTo>
                <a:lnTo>
                  <a:pt x="907569" y="145657"/>
                </a:lnTo>
                <a:lnTo>
                  <a:pt x="896391" y="142194"/>
                </a:lnTo>
                <a:lnTo>
                  <a:pt x="886240" y="137796"/>
                </a:lnTo>
                <a:lnTo>
                  <a:pt x="883491" y="136194"/>
                </a:lnTo>
                <a:close/>
              </a:path>
              <a:path w="1062355" h="255269">
                <a:moveTo>
                  <a:pt x="973499" y="202297"/>
                </a:moveTo>
                <a:lnTo>
                  <a:pt x="916621" y="202297"/>
                </a:lnTo>
                <a:lnTo>
                  <a:pt x="916621" y="219888"/>
                </a:lnTo>
                <a:lnTo>
                  <a:pt x="973499" y="219888"/>
                </a:lnTo>
                <a:lnTo>
                  <a:pt x="973499" y="202297"/>
                </a:lnTo>
                <a:close/>
              </a:path>
              <a:path w="1062355" h="255269">
                <a:moveTo>
                  <a:pt x="1006629" y="136194"/>
                </a:moveTo>
                <a:lnTo>
                  <a:pt x="1006457" y="136194"/>
                </a:lnTo>
                <a:lnTo>
                  <a:pt x="1003697" y="137796"/>
                </a:lnTo>
                <a:lnTo>
                  <a:pt x="993435" y="142194"/>
                </a:lnTo>
                <a:lnTo>
                  <a:pt x="982386" y="145657"/>
                </a:lnTo>
                <a:lnTo>
                  <a:pt x="973499" y="147549"/>
                </a:lnTo>
                <a:lnTo>
                  <a:pt x="973499" y="219888"/>
                </a:lnTo>
                <a:lnTo>
                  <a:pt x="1006629" y="219888"/>
                </a:lnTo>
                <a:lnTo>
                  <a:pt x="1006629" y="136194"/>
                </a:lnTo>
                <a:close/>
              </a:path>
              <a:path w="1062355" h="255269">
                <a:moveTo>
                  <a:pt x="1061747" y="202297"/>
                </a:moveTo>
                <a:lnTo>
                  <a:pt x="1006629" y="202297"/>
                </a:lnTo>
                <a:lnTo>
                  <a:pt x="1006629" y="219888"/>
                </a:lnTo>
                <a:lnTo>
                  <a:pt x="1061747" y="219888"/>
                </a:lnTo>
                <a:lnTo>
                  <a:pt x="1061747" y="202297"/>
                </a:lnTo>
                <a:close/>
              </a:path>
              <a:path w="1062355" h="255269">
                <a:moveTo>
                  <a:pt x="973499" y="126655"/>
                </a:moveTo>
                <a:lnTo>
                  <a:pt x="916621" y="126655"/>
                </a:lnTo>
                <a:lnTo>
                  <a:pt x="916621" y="147549"/>
                </a:lnTo>
                <a:lnTo>
                  <a:pt x="919406" y="148131"/>
                </a:lnTo>
                <a:lnTo>
                  <a:pt x="931903" y="149615"/>
                </a:lnTo>
                <a:lnTo>
                  <a:pt x="945060" y="150110"/>
                </a:lnTo>
                <a:lnTo>
                  <a:pt x="958198" y="149615"/>
                </a:lnTo>
                <a:lnTo>
                  <a:pt x="970641" y="148131"/>
                </a:lnTo>
                <a:lnTo>
                  <a:pt x="973405" y="147549"/>
                </a:lnTo>
                <a:lnTo>
                  <a:pt x="973499" y="126655"/>
                </a:lnTo>
                <a:close/>
              </a:path>
              <a:path w="1062355" h="255269">
                <a:moveTo>
                  <a:pt x="916621" y="126655"/>
                </a:moveTo>
                <a:lnTo>
                  <a:pt x="883491" y="126655"/>
                </a:lnTo>
                <a:lnTo>
                  <a:pt x="883491" y="136194"/>
                </a:lnTo>
                <a:lnTo>
                  <a:pt x="886240" y="137796"/>
                </a:lnTo>
                <a:lnTo>
                  <a:pt x="896391" y="142194"/>
                </a:lnTo>
                <a:lnTo>
                  <a:pt x="907569" y="145657"/>
                </a:lnTo>
                <a:lnTo>
                  <a:pt x="916621" y="147549"/>
                </a:lnTo>
                <a:lnTo>
                  <a:pt x="916621" y="126655"/>
                </a:lnTo>
                <a:close/>
              </a:path>
              <a:path w="1062355" h="255269">
                <a:moveTo>
                  <a:pt x="1006629" y="126655"/>
                </a:moveTo>
                <a:lnTo>
                  <a:pt x="973499" y="126655"/>
                </a:lnTo>
                <a:lnTo>
                  <a:pt x="973499" y="147549"/>
                </a:lnTo>
                <a:lnTo>
                  <a:pt x="982386" y="145657"/>
                </a:lnTo>
                <a:lnTo>
                  <a:pt x="993435" y="142194"/>
                </a:lnTo>
                <a:lnTo>
                  <a:pt x="1003697" y="137796"/>
                </a:lnTo>
                <a:lnTo>
                  <a:pt x="1006457" y="136194"/>
                </a:lnTo>
                <a:lnTo>
                  <a:pt x="1006629" y="136194"/>
                </a:lnTo>
                <a:lnTo>
                  <a:pt x="1006629" y="126655"/>
                </a:lnTo>
                <a:close/>
              </a:path>
              <a:path w="1062355" h="255269">
                <a:moveTo>
                  <a:pt x="945060" y="14952"/>
                </a:moveTo>
                <a:lnTo>
                  <a:pt x="896391" y="23161"/>
                </a:lnTo>
                <a:lnTo>
                  <a:pt x="862382" y="46030"/>
                </a:lnTo>
                <a:lnTo>
                  <a:pt x="850068" y="82678"/>
                </a:lnTo>
                <a:lnTo>
                  <a:pt x="850768" y="92060"/>
                </a:lnTo>
                <a:lnTo>
                  <a:pt x="850837" y="92994"/>
                </a:lnTo>
                <a:lnTo>
                  <a:pt x="869235" y="126362"/>
                </a:lnTo>
                <a:lnTo>
                  <a:pt x="883491" y="136194"/>
                </a:lnTo>
                <a:lnTo>
                  <a:pt x="883491" y="126655"/>
                </a:lnTo>
                <a:lnTo>
                  <a:pt x="1020325" y="126655"/>
                </a:lnTo>
                <a:lnTo>
                  <a:pt x="1020702" y="126362"/>
                </a:lnTo>
                <a:lnTo>
                  <a:pt x="1024635" y="122258"/>
                </a:lnTo>
                <a:lnTo>
                  <a:pt x="945060" y="122258"/>
                </a:lnTo>
                <a:lnTo>
                  <a:pt x="936228" y="122019"/>
                </a:lnTo>
                <a:lnTo>
                  <a:pt x="895163" y="109651"/>
                </a:lnTo>
                <a:lnTo>
                  <a:pt x="882905" y="92060"/>
                </a:lnTo>
                <a:lnTo>
                  <a:pt x="882905" y="72905"/>
                </a:lnTo>
                <a:lnTo>
                  <a:pt x="885543" y="65184"/>
                </a:lnTo>
                <a:lnTo>
                  <a:pt x="890821" y="59516"/>
                </a:lnTo>
                <a:lnTo>
                  <a:pt x="896098" y="53652"/>
                </a:lnTo>
                <a:lnTo>
                  <a:pt x="936228" y="43061"/>
                </a:lnTo>
                <a:lnTo>
                  <a:pt x="945060" y="42804"/>
                </a:lnTo>
                <a:lnTo>
                  <a:pt x="1024354" y="42804"/>
                </a:lnTo>
                <a:lnTo>
                  <a:pt x="1020702" y="38993"/>
                </a:lnTo>
                <a:lnTo>
                  <a:pt x="982386" y="19569"/>
                </a:lnTo>
                <a:lnTo>
                  <a:pt x="958198" y="15465"/>
                </a:lnTo>
                <a:lnTo>
                  <a:pt x="945060" y="14952"/>
                </a:lnTo>
                <a:close/>
              </a:path>
              <a:path w="1062355" h="255269">
                <a:moveTo>
                  <a:pt x="1020325" y="126655"/>
                </a:moveTo>
                <a:lnTo>
                  <a:pt x="1006629" y="126655"/>
                </a:lnTo>
                <a:lnTo>
                  <a:pt x="1006629" y="136194"/>
                </a:lnTo>
                <a:lnTo>
                  <a:pt x="1006457" y="136194"/>
                </a:lnTo>
                <a:lnTo>
                  <a:pt x="1012786" y="132519"/>
                </a:lnTo>
                <a:lnTo>
                  <a:pt x="1020325" y="126655"/>
                </a:lnTo>
                <a:close/>
              </a:path>
              <a:path w="1062355" h="255269">
                <a:moveTo>
                  <a:pt x="1024354" y="42804"/>
                </a:moveTo>
                <a:lnTo>
                  <a:pt x="945060" y="42804"/>
                </a:lnTo>
                <a:lnTo>
                  <a:pt x="954002" y="43061"/>
                </a:lnTo>
                <a:lnTo>
                  <a:pt x="962358" y="43831"/>
                </a:lnTo>
                <a:lnTo>
                  <a:pt x="999299" y="59516"/>
                </a:lnTo>
                <a:lnTo>
                  <a:pt x="1004576" y="65184"/>
                </a:lnTo>
                <a:lnTo>
                  <a:pt x="1007215" y="72905"/>
                </a:lnTo>
                <a:lnTo>
                  <a:pt x="1007215" y="92060"/>
                </a:lnTo>
                <a:lnTo>
                  <a:pt x="977310" y="118446"/>
                </a:lnTo>
                <a:lnTo>
                  <a:pt x="945060" y="122258"/>
                </a:lnTo>
                <a:lnTo>
                  <a:pt x="1024635" y="122258"/>
                </a:lnTo>
                <a:lnTo>
                  <a:pt x="1040052" y="82678"/>
                </a:lnTo>
                <a:lnTo>
                  <a:pt x="1039313" y="72905"/>
                </a:lnTo>
                <a:lnTo>
                  <a:pt x="1039264" y="72251"/>
                </a:lnTo>
                <a:lnTo>
                  <a:pt x="1036900" y="62668"/>
                </a:lnTo>
                <a:lnTo>
                  <a:pt x="1032960" y="53927"/>
                </a:lnTo>
                <a:lnTo>
                  <a:pt x="1027445" y="46030"/>
                </a:lnTo>
                <a:lnTo>
                  <a:pt x="1024354" y="42804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4097" y="1360461"/>
            <a:ext cx="2597785" cy="509905"/>
          </a:xfrm>
          <a:custGeom>
            <a:avLst/>
            <a:gdLst/>
            <a:ahLst/>
            <a:cxnLst/>
            <a:rect l="l" t="t" r="r" b="b"/>
            <a:pathLst>
              <a:path w="2597785" h="509905">
                <a:moveTo>
                  <a:pt x="200538" y="249207"/>
                </a:moveTo>
                <a:lnTo>
                  <a:pt x="0" y="249207"/>
                </a:lnTo>
                <a:lnTo>
                  <a:pt x="0" y="303153"/>
                </a:lnTo>
                <a:lnTo>
                  <a:pt x="466750" y="303153"/>
                </a:lnTo>
                <a:lnTo>
                  <a:pt x="466750" y="276180"/>
                </a:lnTo>
                <a:lnTo>
                  <a:pt x="200538" y="276180"/>
                </a:lnTo>
                <a:lnTo>
                  <a:pt x="200538" y="249207"/>
                </a:lnTo>
                <a:close/>
              </a:path>
              <a:path w="2597785" h="509905">
                <a:moveTo>
                  <a:pt x="266211" y="177669"/>
                </a:moveTo>
                <a:lnTo>
                  <a:pt x="200538" y="177669"/>
                </a:lnTo>
                <a:lnTo>
                  <a:pt x="200538" y="276180"/>
                </a:lnTo>
                <a:lnTo>
                  <a:pt x="266211" y="276180"/>
                </a:lnTo>
                <a:lnTo>
                  <a:pt x="266211" y="177669"/>
                </a:lnTo>
                <a:close/>
              </a:path>
              <a:path w="2597785" h="509905">
                <a:moveTo>
                  <a:pt x="466750" y="249207"/>
                </a:moveTo>
                <a:lnTo>
                  <a:pt x="266211" y="249207"/>
                </a:lnTo>
                <a:lnTo>
                  <a:pt x="266211" y="276180"/>
                </a:lnTo>
                <a:lnTo>
                  <a:pt x="466750" y="276180"/>
                </a:lnTo>
                <a:lnTo>
                  <a:pt x="466750" y="249207"/>
                </a:lnTo>
                <a:close/>
              </a:path>
              <a:path w="2597785" h="509905">
                <a:moveTo>
                  <a:pt x="408699" y="19936"/>
                </a:moveTo>
                <a:lnTo>
                  <a:pt x="59223" y="19936"/>
                </a:lnTo>
                <a:lnTo>
                  <a:pt x="59223" y="195847"/>
                </a:lnTo>
                <a:lnTo>
                  <a:pt x="200538" y="195847"/>
                </a:lnTo>
                <a:lnTo>
                  <a:pt x="200538" y="177669"/>
                </a:lnTo>
                <a:lnTo>
                  <a:pt x="408699" y="177669"/>
                </a:lnTo>
                <a:lnTo>
                  <a:pt x="408699" y="143660"/>
                </a:lnTo>
                <a:lnTo>
                  <a:pt x="124896" y="143660"/>
                </a:lnTo>
                <a:lnTo>
                  <a:pt x="124896" y="72709"/>
                </a:lnTo>
                <a:lnTo>
                  <a:pt x="408699" y="72709"/>
                </a:lnTo>
                <a:lnTo>
                  <a:pt x="408699" y="19936"/>
                </a:lnTo>
                <a:close/>
              </a:path>
              <a:path w="2597785" h="509905">
                <a:moveTo>
                  <a:pt x="408699" y="177669"/>
                </a:moveTo>
                <a:lnTo>
                  <a:pt x="266211" y="177669"/>
                </a:lnTo>
                <a:lnTo>
                  <a:pt x="266211" y="195847"/>
                </a:lnTo>
                <a:lnTo>
                  <a:pt x="408699" y="195847"/>
                </a:lnTo>
                <a:lnTo>
                  <a:pt x="408699" y="177669"/>
                </a:lnTo>
                <a:close/>
              </a:path>
              <a:path w="2597785" h="509905">
                <a:moveTo>
                  <a:pt x="408699" y="72709"/>
                </a:moveTo>
                <a:lnTo>
                  <a:pt x="341853" y="72709"/>
                </a:lnTo>
                <a:lnTo>
                  <a:pt x="341853" y="143660"/>
                </a:lnTo>
                <a:lnTo>
                  <a:pt x="408699" y="143660"/>
                </a:lnTo>
                <a:lnTo>
                  <a:pt x="408699" y="72709"/>
                </a:lnTo>
                <a:close/>
              </a:path>
              <a:path w="2597785" h="509905">
                <a:moveTo>
                  <a:pt x="410458" y="346544"/>
                </a:moveTo>
                <a:lnTo>
                  <a:pt x="45150" y="346544"/>
                </a:lnTo>
                <a:lnTo>
                  <a:pt x="45150" y="400490"/>
                </a:lnTo>
                <a:lnTo>
                  <a:pt x="344785" y="400490"/>
                </a:lnTo>
                <a:lnTo>
                  <a:pt x="344785" y="509555"/>
                </a:lnTo>
                <a:lnTo>
                  <a:pt x="410458" y="509555"/>
                </a:lnTo>
                <a:lnTo>
                  <a:pt x="410458" y="346544"/>
                </a:lnTo>
                <a:close/>
              </a:path>
              <a:path w="2597785" h="509905">
                <a:moveTo>
                  <a:pt x="618880" y="404595"/>
                </a:moveTo>
                <a:lnTo>
                  <a:pt x="502193" y="404595"/>
                </a:lnTo>
                <a:lnTo>
                  <a:pt x="502193" y="459127"/>
                </a:lnTo>
                <a:lnTo>
                  <a:pt x="968943" y="459127"/>
                </a:lnTo>
                <a:lnTo>
                  <a:pt x="968943" y="427463"/>
                </a:lnTo>
                <a:lnTo>
                  <a:pt x="618880" y="427463"/>
                </a:lnTo>
                <a:lnTo>
                  <a:pt x="618880" y="404595"/>
                </a:lnTo>
                <a:close/>
              </a:path>
              <a:path w="2597785" h="509905">
                <a:moveTo>
                  <a:pt x="678103" y="260934"/>
                </a:moveTo>
                <a:lnTo>
                  <a:pt x="618880" y="260934"/>
                </a:lnTo>
                <a:lnTo>
                  <a:pt x="618880" y="427463"/>
                </a:lnTo>
                <a:lnTo>
                  <a:pt x="684554" y="427463"/>
                </a:lnTo>
                <a:lnTo>
                  <a:pt x="684554" y="272661"/>
                </a:lnTo>
                <a:lnTo>
                  <a:pt x="678103" y="272661"/>
                </a:lnTo>
                <a:lnTo>
                  <a:pt x="678103" y="260934"/>
                </a:lnTo>
                <a:close/>
              </a:path>
              <a:path w="2597785" h="509905">
                <a:moveTo>
                  <a:pt x="786582" y="404595"/>
                </a:moveTo>
                <a:lnTo>
                  <a:pt x="684554" y="404595"/>
                </a:lnTo>
                <a:lnTo>
                  <a:pt x="684554" y="427463"/>
                </a:lnTo>
                <a:lnTo>
                  <a:pt x="786582" y="427463"/>
                </a:lnTo>
                <a:lnTo>
                  <a:pt x="786582" y="404595"/>
                </a:lnTo>
                <a:close/>
              </a:path>
              <a:path w="2597785" h="509905">
                <a:moveTo>
                  <a:pt x="793618" y="260934"/>
                </a:moveTo>
                <a:lnTo>
                  <a:pt x="786582" y="260934"/>
                </a:lnTo>
                <a:lnTo>
                  <a:pt x="786582" y="427463"/>
                </a:lnTo>
                <a:lnTo>
                  <a:pt x="852255" y="427463"/>
                </a:lnTo>
                <a:lnTo>
                  <a:pt x="852255" y="272661"/>
                </a:lnTo>
                <a:lnTo>
                  <a:pt x="793618" y="272661"/>
                </a:lnTo>
                <a:lnTo>
                  <a:pt x="793618" y="260934"/>
                </a:lnTo>
                <a:close/>
              </a:path>
              <a:path w="2597785" h="509905">
                <a:moveTo>
                  <a:pt x="968943" y="404595"/>
                </a:moveTo>
                <a:lnTo>
                  <a:pt x="852255" y="404595"/>
                </a:lnTo>
                <a:lnTo>
                  <a:pt x="852255" y="427463"/>
                </a:lnTo>
                <a:lnTo>
                  <a:pt x="968943" y="427463"/>
                </a:lnTo>
                <a:lnTo>
                  <a:pt x="968943" y="404595"/>
                </a:lnTo>
                <a:close/>
              </a:path>
              <a:path w="2597785" h="509905">
                <a:moveTo>
                  <a:pt x="613603" y="232202"/>
                </a:moveTo>
                <a:lnTo>
                  <a:pt x="546170" y="232202"/>
                </a:lnTo>
                <a:lnTo>
                  <a:pt x="546170" y="284975"/>
                </a:lnTo>
                <a:lnTo>
                  <a:pt x="618880" y="284975"/>
                </a:lnTo>
                <a:lnTo>
                  <a:pt x="618880" y="272661"/>
                </a:lnTo>
                <a:lnTo>
                  <a:pt x="613603" y="272661"/>
                </a:lnTo>
                <a:lnTo>
                  <a:pt x="613603" y="232202"/>
                </a:lnTo>
                <a:close/>
              </a:path>
              <a:path w="2597785" h="509905">
                <a:moveTo>
                  <a:pt x="786582" y="260934"/>
                </a:moveTo>
                <a:lnTo>
                  <a:pt x="684554" y="260934"/>
                </a:lnTo>
                <a:lnTo>
                  <a:pt x="684554" y="284975"/>
                </a:lnTo>
                <a:lnTo>
                  <a:pt x="786582" y="284975"/>
                </a:lnTo>
                <a:lnTo>
                  <a:pt x="786582" y="260934"/>
                </a:lnTo>
                <a:close/>
              </a:path>
              <a:path w="2597785" h="509905">
                <a:moveTo>
                  <a:pt x="858119" y="260934"/>
                </a:moveTo>
                <a:lnTo>
                  <a:pt x="852255" y="260934"/>
                </a:lnTo>
                <a:lnTo>
                  <a:pt x="852255" y="284975"/>
                </a:lnTo>
                <a:lnTo>
                  <a:pt x="924965" y="284975"/>
                </a:lnTo>
                <a:lnTo>
                  <a:pt x="924965" y="272661"/>
                </a:lnTo>
                <a:lnTo>
                  <a:pt x="858119" y="272661"/>
                </a:lnTo>
                <a:lnTo>
                  <a:pt x="858119" y="260934"/>
                </a:lnTo>
                <a:close/>
              </a:path>
              <a:path w="2597785" h="509905">
                <a:moveTo>
                  <a:pt x="678103" y="117860"/>
                </a:moveTo>
                <a:lnTo>
                  <a:pt x="613603" y="117860"/>
                </a:lnTo>
                <a:lnTo>
                  <a:pt x="613603" y="272661"/>
                </a:lnTo>
                <a:lnTo>
                  <a:pt x="618880" y="272661"/>
                </a:lnTo>
                <a:lnTo>
                  <a:pt x="618880" y="260934"/>
                </a:lnTo>
                <a:lnTo>
                  <a:pt x="678103" y="260934"/>
                </a:lnTo>
                <a:lnTo>
                  <a:pt x="678103" y="117860"/>
                </a:lnTo>
                <a:close/>
              </a:path>
              <a:path w="2597785" h="509905">
                <a:moveTo>
                  <a:pt x="793618" y="232202"/>
                </a:moveTo>
                <a:lnTo>
                  <a:pt x="678103" y="232202"/>
                </a:lnTo>
                <a:lnTo>
                  <a:pt x="678103" y="272661"/>
                </a:lnTo>
                <a:lnTo>
                  <a:pt x="684554" y="272661"/>
                </a:lnTo>
                <a:lnTo>
                  <a:pt x="684554" y="260934"/>
                </a:lnTo>
                <a:lnTo>
                  <a:pt x="793618" y="260934"/>
                </a:lnTo>
                <a:lnTo>
                  <a:pt x="793618" y="232202"/>
                </a:lnTo>
                <a:close/>
              </a:path>
              <a:path w="2597785" h="509905">
                <a:moveTo>
                  <a:pt x="858119" y="117860"/>
                </a:moveTo>
                <a:lnTo>
                  <a:pt x="793618" y="117860"/>
                </a:lnTo>
                <a:lnTo>
                  <a:pt x="793618" y="272661"/>
                </a:lnTo>
                <a:lnTo>
                  <a:pt x="852255" y="272661"/>
                </a:lnTo>
                <a:lnTo>
                  <a:pt x="852255" y="260934"/>
                </a:lnTo>
                <a:lnTo>
                  <a:pt x="858119" y="260934"/>
                </a:lnTo>
                <a:lnTo>
                  <a:pt x="858119" y="117860"/>
                </a:lnTo>
                <a:close/>
              </a:path>
              <a:path w="2597785" h="509905">
                <a:moveTo>
                  <a:pt x="924965" y="232202"/>
                </a:moveTo>
                <a:lnTo>
                  <a:pt x="858119" y="232202"/>
                </a:lnTo>
                <a:lnTo>
                  <a:pt x="858119" y="272661"/>
                </a:lnTo>
                <a:lnTo>
                  <a:pt x="924965" y="272661"/>
                </a:lnTo>
                <a:lnTo>
                  <a:pt x="924965" y="232202"/>
                </a:lnTo>
                <a:close/>
              </a:path>
              <a:path w="2597785" h="509905">
                <a:moveTo>
                  <a:pt x="926138" y="42804"/>
                </a:moveTo>
                <a:lnTo>
                  <a:pt x="544998" y="42804"/>
                </a:lnTo>
                <a:lnTo>
                  <a:pt x="544998" y="95578"/>
                </a:lnTo>
                <a:lnTo>
                  <a:pt x="926138" y="95578"/>
                </a:lnTo>
                <a:lnTo>
                  <a:pt x="926138" y="42804"/>
                </a:lnTo>
                <a:close/>
              </a:path>
              <a:path w="2597785" h="509905">
                <a:moveTo>
                  <a:pt x="1577910" y="0"/>
                </a:moveTo>
                <a:lnTo>
                  <a:pt x="1512236" y="0"/>
                </a:lnTo>
                <a:lnTo>
                  <a:pt x="1512236" y="506623"/>
                </a:lnTo>
                <a:lnTo>
                  <a:pt x="1577910" y="506623"/>
                </a:lnTo>
                <a:lnTo>
                  <a:pt x="1577910" y="0"/>
                </a:lnTo>
                <a:close/>
              </a:path>
              <a:path w="2597785" h="509905">
                <a:moveTo>
                  <a:pt x="1343362" y="42804"/>
                </a:moveTo>
                <a:lnTo>
                  <a:pt x="1277688" y="42804"/>
                </a:lnTo>
                <a:lnTo>
                  <a:pt x="1277688" y="131346"/>
                </a:lnTo>
                <a:lnTo>
                  <a:pt x="1276974" y="151246"/>
                </a:lnTo>
                <a:lnTo>
                  <a:pt x="1276956" y="151759"/>
                </a:lnTo>
                <a:lnTo>
                  <a:pt x="1274856" y="170486"/>
                </a:lnTo>
                <a:lnTo>
                  <a:pt x="1274758" y="171366"/>
                </a:lnTo>
                <a:lnTo>
                  <a:pt x="1258997" y="225788"/>
                </a:lnTo>
                <a:lnTo>
                  <a:pt x="1238476" y="261264"/>
                </a:lnTo>
                <a:lnTo>
                  <a:pt x="1209048" y="297179"/>
                </a:lnTo>
                <a:lnTo>
                  <a:pt x="1168294" y="336173"/>
                </a:lnTo>
                <a:lnTo>
                  <a:pt x="1143410" y="357099"/>
                </a:lnTo>
                <a:lnTo>
                  <a:pt x="1186215" y="405181"/>
                </a:lnTo>
                <a:lnTo>
                  <a:pt x="1222129" y="372344"/>
                </a:lnTo>
                <a:lnTo>
                  <a:pt x="1252474" y="340680"/>
                </a:lnTo>
                <a:lnTo>
                  <a:pt x="1277691" y="308430"/>
                </a:lnTo>
                <a:lnTo>
                  <a:pt x="1298211" y="273834"/>
                </a:lnTo>
                <a:lnTo>
                  <a:pt x="1310185" y="247497"/>
                </a:lnTo>
                <a:lnTo>
                  <a:pt x="1304809" y="233374"/>
                </a:lnTo>
                <a:lnTo>
                  <a:pt x="1298396" y="212852"/>
                </a:lnTo>
                <a:lnTo>
                  <a:pt x="1292934" y="191156"/>
                </a:lnTo>
                <a:lnTo>
                  <a:pt x="1350555" y="191156"/>
                </a:lnTo>
                <a:lnTo>
                  <a:pt x="1349957" y="189067"/>
                </a:lnTo>
                <a:lnTo>
                  <a:pt x="1346292" y="170486"/>
                </a:lnTo>
                <a:lnTo>
                  <a:pt x="1344153" y="151759"/>
                </a:lnTo>
                <a:lnTo>
                  <a:pt x="1344094" y="151246"/>
                </a:lnTo>
                <a:lnTo>
                  <a:pt x="1343362" y="131346"/>
                </a:lnTo>
                <a:lnTo>
                  <a:pt x="1343362" y="42804"/>
                </a:lnTo>
                <a:close/>
              </a:path>
              <a:path w="2597785" h="509905">
                <a:moveTo>
                  <a:pt x="1350555" y="191156"/>
                </a:moveTo>
                <a:lnTo>
                  <a:pt x="1328702" y="191156"/>
                </a:lnTo>
                <a:lnTo>
                  <a:pt x="1322398" y="213694"/>
                </a:lnTo>
                <a:lnTo>
                  <a:pt x="1315216" y="234987"/>
                </a:lnTo>
                <a:lnTo>
                  <a:pt x="1310185" y="247497"/>
                </a:lnTo>
                <a:lnTo>
                  <a:pt x="1312175" y="252725"/>
                </a:lnTo>
                <a:lnTo>
                  <a:pt x="1320493" y="270902"/>
                </a:lnTo>
                <a:lnTo>
                  <a:pt x="1340575" y="304765"/>
                </a:lnTo>
                <a:lnTo>
                  <a:pt x="1365644" y="337162"/>
                </a:lnTo>
                <a:lnTo>
                  <a:pt x="1396868" y="368973"/>
                </a:lnTo>
                <a:lnTo>
                  <a:pt x="1434249" y="402249"/>
                </a:lnTo>
                <a:lnTo>
                  <a:pt x="1477054" y="354167"/>
                </a:lnTo>
                <a:lnTo>
                  <a:pt x="1452389" y="333754"/>
                </a:lnTo>
                <a:lnTo>
                  <a:pt x="1430584" y="314147"/>
                </a:lnTo>
                <a:lnTo>
                  <a:pt x="1395549" y="277352"/>
                </a:lnTo>
                <a:lnTo>
                  <a:pt x="1371070" y="242170"/>
                </a:lnTo>
                <a:lnTo>
                  <a:pt x="1355089" y="206988"/>
                </a:lnTo>
                <a:lnTo>
                  <a:pt x="1350555" y="191156"/>
                </a:lnTo>
                <a:close/>
              </a:path>
              <a:path w="2597785" h="509905">
                <a:moveTo>
                  <a:pt x="1328702" y="191156"/>
                </a:moveTo>
                <a:lnTo>
                  <a:pt x="1292934" y="191156"/>
                </a:lnTo>
                <a:lnTo>
                  <a:pt x="1298396" y="212852"/>
                </a:lnTo>
                <a:lnTo>
                  <a:pt x="1304809" y="233374"/>
                </a:lnTo>
                <a:lnTo>
                  <a:pt x="1310185" y="247497"/>
                </a:lnTo>
                <a:lnTo>
                  <a:pt x="1315216" y="234987"/>
                </a:lnTo>
                <a:lnTo>
                  <a:pt x="1322398" y="213694"/>
                </a:lnTo>
                <a:lnTo>
                  <a:pt x="1328702" y="191156"/>
                </a:lnTo>
                <a:close/>
              </a:path>
              <a:path w="2597785" h="509905">
                <a:moveTo>
                  <a:pt x="1917093" y="35182"/>
                </a:moveTo>
                <a:lnTo>
                  <a:pt x="1851420" y="35182"/>
                </a:lnTo>
                <a:lnTo>
                  <a:pt x="1851420" y="85609"/>
                </a:lnTo>
                <a:lnTo>
                  <a:pt x="1850100" y="105289"/>
                </a:lnTo>
                <a:lnTo>
                  <a:pt x="1830310" y="157733"/>
                </a:lnTo>
                <a:lnTo>
                  <a:pt x="1804511" y="187198"/>
                </a:lnTo>
                <a:lnTo>
                  <a:pt x="1769328" y="213438"/>
                </a:lnTo>
                <a:lnTo>
                  <a:pt x="1725791" y="237333"/>
                </a:lnTo>
                <a:lnTo>
                  <a:pt x="1673750" y="259761"/>
                </a:lnTo>
                <a:lnTo>
                  <a:pt x="1693100" y="313121"/>
                </a:lnTo>
                <a:lnTo>
                  <a:pt x="1745725" y="289373"/>
                </a:lnTo>
                <a:lnTo>
                  <a:pt x="1791024" y="265039"/>
                </a:lnTo>
                <a:lnTo>
                  <a:pt x="1829724" y="238212"/>
                </a:lnTo>
                <a:lnTo>
                  <a:pt x="1861388" y="206988"/>
                </a:lnTo>
                <a:lnTo>
                  <a:pt x="1884485" y="172406"/>
                </a:lnTo>
                <a:lnTo>
                  <a:pt x="1882497" y="169021"/>
                </a:lnTo>
                <a:lnTo>
                  <a:pt x="1872528" y="147068"/>
                </a:lnTo>
                <a:lnTo>
                  <a:pt x="1864320" y="123137"/>
                </a:lnTo>
                <a:lnTo>
                  <a:pt x="1922123" y="123137"/>
                </a:lnTo>
                <a:lnTo>
                  <a:pt x="1918412" y="105546"/>
                </a:lnTo>
                <a:lnTo>
                  <a:pt x="1917093" y="85609"/>
                </a:lnTo>
                <a:lnTo>
                  <a:pt x="1917093" y="35182"/>
                </a:lnTo>
                <a:close/>
              </a:path>
              <a:path w="2597785" h="509905">
                <a:moveTo>
                  <a:pt x="1922123" y="123137"/>
                </a:moveTo>
                <a:lnTo>
                  <a:pt x="1904193" y="123137"/>
                </a:lnTo>
                <a:lnTo>
                  <a:pt x="1896240" y="147068"/>
                </a:lnTo>
                <a:lnTo>
                  <a:pt x="1886454" y="169021"/>
                </a:lnTo>
                <a:lnTo>
                  <a:pt x="1907711" y="206988"/>
                </a:lnTo>
                <a:lnTo>
                  <a:pt x="1939813" y="238652"/>
                </a:lnTo>
                <a:lnTo>
                  <a:pt x="1978662" y="265625"/>
                </a:lnTo>
                <a:lnTo>
                  <a:pt x="2024107" y="289813"/>
                </a:lnTo>
                <a:lnTo>
                  <a:pt x="2075999" y="313121"/>
                </a:lnTo>
                <a:lnTo>
                  <a:pt x="2094763" y="259761"/>
                </a:lnTo>
                <a:lnTo>
                  <a:pt x="2067644" y="248987"/>
                </a:lnTo>
                <a:lnTo>
                  <a:pt x="2042577" y="237772"/>
                </a:lnTo>
                <a:lnTo>
                  <a:pt x="1998598" y="214024"/>
                </a:lnTo>
                <a:lnTo>
                  <a:pt x="1963857" y="187784"/>
                </a:lnTo>
                <a:lnTo>
                  <a:pt x="1938202" y="158319"/>
                </a:lnTo>
                <a:lnTo>
                  <a:pt x="1922370" y="124310"/>
                </a:lnTo>
                <a:lnTo>
                  <a:pt x="1922123" y="123137"/>
                </a:lnTo>
                <a:close/>
              </a:path>
              <a:path w="2597785" h="509905">
                <a:moveTo>
                  <a:pt x="1904193" y="123137"/>
                </a:moveTo>
                <a:lnTo>
                  <a:pt x="1864320" y="123137"/>
                </a:lnTo>
                <a:lnTo>
                  <a:pt x="1872528" y="147068"/>
                </a:lnTo>
                <a:lnTo>
                  <a:pt x="1882497" y="169021"/>
                </a:lnTo>
                <a:lnTo>
                  <a:pt x="1884485" y="172406"/>
                </a:lnTo>
                <a:lnTo>
                  <a:pt x="1886454" y="169021"/>
                </a:lnTo>
                <a:lnTo>
                  <a:pt x="1896240" y="147068"/>
                </a:lnTo>
                <a:lnTo>
                  <a:pt x="1904193" y="123137"/>
                </a:lnTo>
                <a:close/>
              </a:path>
              <a:path w="2597785" h="509905">
                <a:moveTo>
                  <a:pt x="2117631" y="404595"/>
                </a:moveTo>
                <a:lnTo>
                  <a:pt x="1650881" y="404595"/>
                </a:lnTo>
                <a:lnTo>
                  <a:pt x="1650881" y="459127"/>
                </a:lnTo>
                <a:lnTo>
                  <a:pt x="2117631" y="459127"/>
                </a:lnTo>
                <a:lnTo>
                  <a:pt x="2117631" y="404595"/>
                </a:lnTo>
                <a:close/>
              </a:path>
              <a:path w="2597785" h="509905">
                <a:moveTo>
                  <a:pt x="2597543" y="325435"/>
                </a:moveTo>
                <a:lnTo>
                  <a:pt x="2259208" y="325435"/>
                </a:lnTo>
                <a:lnTo>
                  <a:pt x="2259208" y="502518"/>
                </a:lnTo>
                <a:lnTo>
                  <a:pt x="2597543" y="502518"/>
                </a:lnTo>
                <a:lnTo>
                  <a:pt x="2597543" y="449745"/>
                </a:lnTo>
                <a:lnTo>
                  <a:pt x="2324882" y="449745"/>
                </a:lnTo>
                <a:lnTo>
                  <a:pt x="2324882" y="378208"/>
                </a:lnTo>
                <a:lnTo>
                  <a:pt x="2597543" y="378208"/>
                </a:lnTo>
                <a:lnTo>
                  <a:pt x="2597543" y="325435"/>
                </a:lnTo>
                <a:close/>
              </a:path>
              <a:path w="2597785" h="509905">
                <a:moveTo>
                  <a:pt x="2597543" y="378208"/>
                </a:moveTo>
                <a:lnTo>
                  <a:pt x="2531870" y="378208"/>
                </a:lnTo>
                <a:lnTo>
                  <a:pt x="2531870" y="449745"/>
                </a:lnTo>
                <a:lnTo>
                  <a:pt x="2597543" y="449745"/>
                </a:lnTo>
                <a:lnTo>
                  <a:pt x="2597543" y="378208"/>
                </a:lnTo>
                <a:close/>
              </a:path>
              <a:path w="2597785" h="509905">
                <a:moveTo>
                  <a:pt x="2489651" y="8209"/>
                </a:moveTo>
                <a:lnTo>
                  <a:pt x="2427496" y="8209"/>
                </a:lnTo>
                <a:lnTo>
                  <a:pt x="2427496" y="297875"/>
                </a:lnTo>
                <a:lnTo>
                  <a:pt x="2489651" y="297875"/>
                </a:lnTo>
                <a:lnTo>
                  <a:pt x="2489651" y="171219"/>
                </a:lnTo>
                <a:lnTo>
                  <a:pt x="2466783" y="171219"/>
                </a:lnTo>
                <a:lnTo>
                  <a:pt x="2466783" y="117273"/>
                </a:lnTo>
                <a:lnTo>
                  <a:pt x="2489651" y="117273"/>
                </a:lnTo>
                <a:lnTo>
                  <a:pt x="2489651" y="8209"/>
                </a:lnTo>
                <a:close/>
              </a:path>
              <a:path w="2597785" h="509905">
                <a:moveTo>
                  <a:pt x="2366514" y="32836"/>
                </a:moveTo>
                <a:lnTo>
                  <a:pt x="2174771" y="32836"/>
                </a:lnTo>
                <a:lnTo>
                  <a:pt x="2174771" y="280284"/>
                </a:lnTo>
                <a:lnTo>
                  <a:pt x="2253931" y="280284"/>
                </a:lnTo>
                <a:lnTo>
                  <a:pt x="2276507" y="280138"/>
                </a:lnTo>
                <a:lnTo>
                  <a:pt x="2316378" y="278965"/>
                </a:lnTo>
                <a:lnTo>
                  <a:pt x="2365341" y="274567"/>
                </a:lnTo>
                <a:lnTo>
                  <a:pt x="2393487" y="270316"/>
                </a:lnTo>
                <a:lnTo>
                  <a:pt x="2388124" y="226925"/>
                </a:lnTo>
                <a:lnTo>
                  <a:pt x="2238685" y="226925"/>
                </a:lnTo>
                <a:lnTo>
                  <a:pt x="2238685" y="180015"/>
                </a:lnTo>
                <a:lnTo>
                  <a:pt x="2197639" y="180015"/>
                </a:lnTo>
                <a:lnTo>
                  <a:pt x="2197639" y="128414"/>
                </a:lnTo>
                <a:lnTo>
                  <a:pt x="2238685" y="128414"/>
                </a:lnTo>
                <a:lnTo>
                  <a:pt x="2238685" y="85609"/>
                </a:lnTo>
                <a:lnTo>
                  <a:pt x="2366514" y="85609"/>
                </a:lnTo>
                <a:lnTo>
                  <a:pt x="2366514" y="32836"/>
                </a:lnTo>
                <a:close/>
              </a:path>
              <a:path w="2597785" h="509905">
                <a:moveTo>
                  <a:pt x="2387037" y="218129"/>
                </a:moveTo>
                <a:lnTo>
                  <a:pt x="2331332" y="224579"/>
                </a:lnTo>
                <a:lnTo>
                  <a:pt x="2282185" y="226778"/>
                </a:lnTo>
                <a:lnTo>
                  <a:pt x="2263899" y="226925"/>
                </a:lnTo>
                <a:lnTo>
                  <a:pt x="2388124" y="226925"/>
                </a:lnTo>
                <a:lnTo>
                  <a:pt x="2387037" y="218129"/>
                </a:lnTo>
                <a:close/>
              </a:path>
              <a:path w="2597785" h="509905">
                <a:moveTo>
                  <a:pt x="2238685" y="128414"/>
                </a:moveTo>
                <a:lnTo>
                  <a:pt x="2197639" y="128414"/>
                </a:lnTo>
                <a:lnTo>
                  <a:pt x="2197639" y="180015"/>
                </a:lnTo>
                <a:lnTo>
                  <a:pt x="2238685" y="180015"/>
                </a:lnTo>
                <a:lnTo>
                  <a:pt x="2238685" y="128414"/>
                </a:lnTo>
                <a:close/>
              </a:path>
              <a:path w="2597785" h="509905">
                <a:moveTo>
                  <a:pt x="2355959" y="128414"/>
                </a:moveTo>
                <a:lnTo>
                  <a:pt x="2238685" y="128414"/>
                </a:lnTo>
                <a:lnTo>
                  <a:pt x="2238685" y="180015"/>
                </a:lnTo>
                <a:lnTo>
                  <a:pt x="2355959" y="180015"/>
                </a:lnTo>
                <a:lnTo>
                  <a:pt x="2355959" y="128414"/>
                </a:lnTo>
                <a:close/>
              </a:path>
              <a:path w="2597785" h="509905">
                <a:moveTo>
                  <a:pt x="2427496" y="117273"/>
                </a:moveTo>
                <a:lnTo>
                  <a:pt x="2380000" y="117273"/>
                </a:lnTo>
                <a:lnTo>
                  <a:pt x="2380000" y="171219"/>
                </a:lnTo>
                <a:lnTo>
                  <a:pt x="2427496" y="171219"/>
                </a:lnTo>
                <a:lnTo>
                  <a:pt x="2427496" y="117273"/>
                </a:lnTo>
                <a:close/>
              </a:path>
              <a:path w="2597785" h="509905">
                <a:moveTo>
                  <a:pt x="2489651" y="117273"/>
                </a:moveTo>
                <a:lnTo>
                  <a:pt x="2466783" y="117273"/>
                </a:lnTo>
                <a:lnTo>
                  <a:pt x="2466783" y="171219"/>
                </a:lnTo>
                <a:lnTo>
                  <a:pt x="2489651" y="171219"/>
                </a:lnTo>
                <a:lnTo>
                  <a:pt x="2489651" y="117273"/>
                </a:lnTo>
                <a:close/>
              </a:path>
              <a:path w="2597785" h="509905">
                <a:moveTo>
                  <a:pt x="2597543" y="2345"/>
                </a:moveTo>
                <a:lnTo>
                  <a:pt x="2534802" y="2345"/>
                </a:lnTo>
                <a:lnTo>
                  <a:pt x="2534802" y="300807"/>
                </a:lnTo>
                <a:lnTo>
                  <a:pt x="2597543" y="300807"/>
                </a:lnTo>
                <a:lnTo>
                  <a:pt x="2597543" y="2345"/>
                </a:lnTo>
                <a:close/>
              </a:path>
            </a:pathLst>
          </a:custGeom>
          <a:solidFill>
            <a:srgbClr val="0B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56506" y="2136060"/>
            <a:ext cx="838200" cy="52705"/>
          </a:xfrm>
          <a:custGeom>
            <a:avLst/>
            <a:gdLst/>
            <a:ahLst/>
            <a:cxnLst/>
            <a:rect l="l" t="t" r="r" b="b"/>
            <a:pathLst>
              <a:path w="838200" h="52705">
                <a:moveTo>
                  <a:pt x="811493" y="0"/>
                </a:moveTo>
                <a:lnTo>
                  <a:pt x="26177" y="0"/>
                </a:lnTo>
                <a:lnTo>
                  <a:pt x="15987" y="2057"/>
                </a:lnTo>
                <a:lnTo>
                  <a:pt x="7667" y="7667"/>
                </a:lnTo>
                <a:lnTo>
                  <a:pt x="2057" y="15987"/>
                </a:lnTo>
                <a:lnTo>
                  <a:pt x="0" y="26177"/>
                </a:lnTo>
                <a:lnTo>
                  <a:pt x="2057" y="36366"/>
                </a:lnTo>
                <a:lnTo>
                  <a:pt x="7667" y="44687"/>
                </a:lnTo>
                <a:lnTo>
                  <a:pt x="15987" y="50297"/>
                </a:lnTo>
                <a:lnTo>
                  <a:pt x="26177" y="52354"/>
                </a:lnTo>
                <a:lnTo>
                  <a:pt x="811493" y="52354"/>
                </a:lnTo>
                <a:lnTo>
                  <a:pt x="821682" y="50297"/>
                </a:lnTo>
                <a:lnTo>
                  <a:pt x="830003" y="44687"/>
                </a:lnTo>
                <a:lnTo>
                  <a:pt x="835613" y="36366"/>
                </a:lnTo>
                <a:lnTo>
                  <a:pt x="837670" y="26177"/>
                </a:lnTo>
                <a:lnTo>
                  <a:pt x="835613" y="15987"/>
                </a:lnTo>
                <a:lnTo>
                  <a:pt x="830003" y="7667"/>
                </a:lnTo>
                <a:lnTo>
                  <a:pt x="821682" y="2057"/>
                </a:lnTo>
                <a:lnTo>
                  <a:pt x="811493" y="0"/>
                </a:lnTo>
                <a:close/>
              </a:path>
            </a:pathLst>
          </a:custGeom>
          <a:solidFill>
            <a:srgbClr val="1BAF7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615" y="3303773"/>
            <a:ext cx="12620756" cy="3689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42431" y="3985658"/>
            <a:ext cx="6420327" cy="23440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256499" y="5541155"/>
            <a:ext cx="17591405" cy="16510"/>
          </a:xfrm>
          <a:custGeom>
            <a:avLst/>
            <a:gdLst/>
            <a:ahLst/>
            <a:cxnLst/>
            <a:rect l="l" t="t" r="r" b="b"/>
            <a:pathLst>
              <a:path w="17591405" h="16510">
                <a:moveTo>
                  <a:pt x="17591088" y="0"/>
                </a:moveTo>
                <a:lnTo>
                  <a:pt x="0" y="0"/>
                </a:lnTo>
                <a:lnTo>
                  <a:pt x="0" y="8890"/>
                </a:lnTo>
                <a:lnTo>
                  <a:pt x="0" y="16510"/>
                </a:lnTo>
                <a:lnTo>
                  <a:pt x="17591088" y="16510"/>
                </a:lnTo>
                <a:lnTo>
                  <a:pt x="17591088" y="8890"/>
                </a:lnTo>
                <a:lnTo>
                  <a:pt x="17591088" y="0"/>
                </a:lnTo>
                <a:close/>
              </a:path>
            </a:pathLst>
          </a:custGeom>
          <a:solidFill>
            <a:srgbClr val="EEED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64715" y="6093678"/>
            <a:ext cx="1040765" cy="255270"/>
          </a:xfrm>
          <a:custGeom>
            <a:avLst/>
            <a:gdLst/>
            <a:ahLst/>
            <a:cxnLst/>
            <a:rect l="l" t="t" r="r" b="b"/>
            <a:pathLst>
              <a:path w="1040764" h="255270">
                <a:moveTo>
                  <a:pt x="92939" y="5570"/>
                </a:moveTo>
                <a:lnTo>
                  <a:pt x="60102" y="5570"/>
                </a:lnTo>
                <a:lnTo>
                  <a:pt x="60102" y="47593"/>
                </a:lnTo>
                <a:lnTo>
                  <a:pt x="58246" y="55802"/>
                </a:lnTo>
                <a:lnTo>
                  <a:pt x="28860" y="89586"/>
                </a:lnTo>
                <a:lnTo>
                  <a:pt x="0" y="107892"/>
                </a:lnTo>
                <a:lnTo>
                  <a:pt x="15538" y="133105"/>
                </a:lnTo>
                <a:lnTo>
                  <a:pt x="50171" y="109210"/>
                </a:lnTo>
                <a:lnTo>
                  <a:pt x="76308" y="77268"/>
                </a:lnTo>
                <a:lnTo>
                  <a:pt x="75055" y="74762"/>
                </a:lnTo>
                <a:lnTo>
                  <a:pt x="71927" y="67920"/>
                </a:lnTo>
                <a:lnTo>
                  <a:pt x="68996" y="60590"/>
                </a:lnTo>
                <a:lnTo>
                  <a:pt x="66259" y="52773"/>
                </a:lnTo>
                <a:lnTo>
                  <a:pt x="94791" y="52773"/>
                </a:lnTo>
                <a:lnTo>
                  <a:pt x="94503" y="52088"/>
                </a:lnTo>
                <a:lnTo>
                  <a:pt x="92939" y="44270"/>
                </a:lnTo>
                <a:lnTo>
                  <a:pt x="92939" y="5570"/>
                </a:lnTo>
                <a:close/>
              </a:path>
              <a:path w="1040764" h="255270">
                <a:moveTo>
                  <a:pt x="215490" y="0"/>
                </a:moveTo>
                <a:lnTo>
                  <a:pt x="182654" y="0"/>
                </a:lnTo>
                <a:lnTo>
                  <a:pt x="182654" y="132519"/>
                </a:lnTo>
                <a:lnTo>
                  <a:pt x="215490" y="132519"/>
                </a:lnTo>
                <a:lnTo>
                  <a:pt x="215490" y="70657"/>
                </a:lnTo>
                <a:lnTo>
                  <a:pt x="199365" y="70657"/>
                </a:lnTo>
                <a:lnTo>
                  <a:pt x="199365" y="43977"/>
                </a:lnTo>
                <a:lnTo>
                  <a:pt x="215490" y="43977"/>
                </a:lnTo>
                <a:lnTo>
                  <a:pt x="215490" y="0"/>
                </a:lnTo>
                <a:close/>
              </a:path>
              <a:path w="1040764" h="255270">
                <a:moveTo>
                  <a:pt x="94791" y="52773"/>
                </a:moveTo>
                <a:lnTo>
                  <a:pt x="86196" y="52773"/>
                </a:lnTo>
                <a:lnTo>
                  <a:pt x="83459" y="61373"/>
                </a:lnTo>
                <a:lnTo>
                  <a:pt x="80332" y="69191"/>
                </a:lnTo>
                <a:lnTo>
                  <a:pt x="76308" y="77268"/>
                </a:lnTo>
                <a:lnTo>
                  <a:pt x="78378" y="81406"/>
                </a:lnTo>
                <a:lnTo>
                  <a:pt x="82580" y="87662"/>
                </a:lnTo>
                <a:lnTo>
                  <a:pt x="113700" y="114634"/>
                </a:lnTo>
                <a:lnTo>
                  <a:pt x="137503" y="126948"/>
                </a:lnTo>
                <a:lnTo>
                  <a:pt x="151869" y="101148"/>
                </a:lnTo>
                <a:lnTo>
                  <a:pt x="140435" y="96017"/>
                </a:lnTo>
                <a:lnTo>
                  <a:pt x="130467" y="90886"/>
                </a:lnTo>
                <a:lnTo>
                  <a:pt x="100470" y="64903"/>
                </a:lnTo>
                <a:lnTo>
                  <a:pt x="97630" y="59516"/>
                </a:lnTo>
                <a:lnTo>
                  <a:pt x="94791" y="52773"/>
                </a:lnTo>
                <a:close/>
              </a:path>
              <a:path w="1040764" h="255270">
                <a:moveTo>
                  <a:pt x="86196" y="52773"/>
                </a:moveTo>
                <a:lnTo>
                  <a:pt x="66259" y="52773"/>
                </a:lnTo>
                <a:lnTo>
                  <a:pt x="68996" y="60590"/>
                </a:lnTo>
                <a:lnTo>
                  <a:pt x="71927" y="67920"/>
                </a:lnTo>
                <a:lnTo>
                  <a:pt x="75055" y="74762"/>
                </a:lnTo>
                <a:lnTo>
                  <a:pt x="76308" y="77268"/>
                </a:lnTo>
                <a:lnTo>
                  <a:pt x="80332" y="69191"/>
                </a:lnTo>
                <a:lnTo>
                  <a:pt x="83459" y="61373"/>
                </a:lnTo>
                <a:lnTo>
                  <a:pt x="86196" y="52773"/>
                </a:lnTo>
                <a:close/>
              </a:path>
              <a:path w="1040764" h="255270">
                <a:moveTo>
                  <a:pt x="182654" y="43977"/>
                </a:moveTo>
                <a:lnTo>
                  <a:pt x="131346" y="43977"/>
                </a:lnTo>
                <a:lnTo>
                  <a:pt x="131346" y="70657"/>
                </a:lnTo>
                <a:lnTo>
                  <a:pt x="182654" y="70657"/>
                </a:lnTo>
                <a:lnTo>
                  <a:pt x="182654" y="43977"/>
                </a:lnTo>
                <a:close/>
              </a:path>
              <a:path w="1040764" h="255270">
                <a:moveTo>
                  <a:pt x="215490" y="43977"/>
                </a:moveTo>
                <a:lnTo>
                  <a:pt x="199365" y="43977"/>
                </a:lnTo>
                <a:lnTo>
                  <a:pt x="199365" y="70657"/>
                </a:lnTo>
                <a:lnTo>
                  <a:pt x="215490" y="70657"/>
                </a:lnTo>
                <a:lnTo>
                  <a:pt x="215490" y="43977"/>
                </a:lnTo>
                <a:close/>
              </a:path>
              <a:path w="1040764" h="255270">
                <a:moveTo>
                  <a:pt x="215490" y="143073"/>
                </a:moveTo>
                <a:lnTo>
                  <a:pt x="46030" y="143073"/>
                </a:lnTo>
                <a:lnTo>
                  <a:pt x="46030" y="168580"/>
                </a:lnTo>
                <a:lnTo>
                  <a:pt x="182654" y="168580"/>
                </a:lnTo>
                <a:lnTo>
                  <a:pt x="182654" y="184999"/>
                </a:lnTo>
                <a:lnTo>
                  <a:pt x="45736" y="184999"/>
                </a:lnTo>
                <a:lnTo>
                  <a:pt x="45736" y="251845"/>
                </a:lnTo>
                <a:lnTo>
                  <a:pt x="225459" y="251845"/>
                </a:lnTo>
                <a:lnTo>
                  <a:pt x="225459" y="226338"/>
                </a:lnTo>
                <a:lnTo>
                  <a:pt x="78866" y="226338"/>
                </a:lnTo>
                <a:lnTo>
                  <a:pt x="78866" y="209333"/>
                </a:lnTo>
                <a:lnTo>
                  <a:pt x="215490" y="209333"/>
                </a:lnTo>
                <a:lnTo>
                  <a:pt x="215490" y="143073"/>
                </a:lnTo>
                <a:close/>
              </a:path>
              <a:path w="1040764" h="255270">
                <a:moveTo>
                  <a:pt x="418212" y="4104"/>
                </a:moveTo>
                <a:lnTo>
                  <a:pt x="387427" y="4104"/>
                </a:lnTo>
                <a:lnTo>
                  <a:pt x="387427" y="242170"/>
                </a:lnTo>
                <a:lnTo>
                  <a:pt x="418212" y="242170"/>
                </a:lnTo>
                <a:lnTo>
                  <a:pt x="418212" y="160958"/>
                </a:lnTo>
                <a:lnTo>
                  <a:pt x="408244" y="160958"/>
                </a:lnTo>
                <a:lnTo>
                  <a:pt x="408244" y="134571"/>
                </a:lnTo>
                <a:lnTo>
                  <a:pt x="418212" y="134571"/>
                </a:lnTo>
                <a:lnTo>
                  <a:pt x="418212" y="94698"/>
                </a:lnTo>
                <a:lnTo>
                  <a:pt x="408244" y="94698"/>
                </a:lnTo>
                <a:lnTo>
                  <a:pt x="408244" y="68312"/>
                </a:lnTo>
                <a:lnTo>
                  <a:pt x="418212" y="68312"/>
                </a:lnTo>
                <a:lnTo>
                  <a:pt x="418212" y="4104"/>
                </a:lnTo>
                <a:close/>
              </a:path>
              <a:path w="1040764" h="255270">
                <a:moveTo>
                  <a:pt x="364266" y="30198"/>
                </a:moveTo>
                <a:lnTo>
                  <a:pt x="261065" y="30198"/>
                </a:lnTo>
                <a:lnTo>
                  <a:pt x="261065" y="57464"/>
                </a:lnTo>
                <a:lnTo>
                  <a:pt x="331429" y="57464"/>
                </a:lnTo>
                <a:lnTo>
                  <a:pt x="331429" y="73589"/>
                </a:lnTo>
                <a:lnTo>
                  <a:pt x="322707" y="112069"/>
                </a:lnTo>
                <a:lnTo>
                  <a:pt x="297419" y="143843"/>
                </a:lnTo>
                <a:lnTo>
                  <a:pt x="261101" y="170853"/>
                </a:lnTo>
                <a:lnTo>
                  <a:pt x="249337" y="177962"/>
                </a:lnTo>
                <a:lnTo>
                  <a:pt x="266342" y="203176"/>
                </a:lnTo>
                <a:lnTo>
                  <a:pt x="298739" y="181481"/>
                </a:lnTo>
                <a:lnTo>
                  <a:pt x="333756" y="150751"/>
                </a:lnTo>
                <a:lnTo>
                  <a:pt x="358824" y="107909"/>
                </a:lnTo>
                <a:lnTo>
                  <a:pt x="362076" y="94698"/>
                </a:lnTo>
                <a:lnTo>
                  <a:pt x="349020" y="94698"/>
                </a:lnTo>
                <a:lnTo>
                  <a:pt x="349020" y="68312"/>
                </a:lnTo>
                <a:lnTo>
                  <a:pt x="364266" y="68312"/>
                </a:lnTo>
                <a:lnTo>
                  <a:pt x="364266" y="30198"/>
                </a:lnTo>
                <a:close/>
              </a:path>
              <a:path w="1040764" h="255270">
                <a:moveTo>
                  <a:pt x="387427" y="134571"/>
                </a:moveTo>
                <a:lnTo>
                  <a:pt x="353418" y="134571"/>
                </a:lnTo>
                <a:lnTo>
                  <a:pt x="353418" y="160958"/>
                </a:lnTo>
                <a:lnTo>
                  <a:pt x="387427" y="160958"/>
                </a:lnTo>
                <a:lnTo>
                  <a:pt x="387427" y="134571"/>
                </a:lnTo>
                <a:close/>
              </a:path>
              <a:path w="1040764" h="255270">
                <a:moveTo>
                  <a:pt x="418212" y="134571"/>
                </a:moveTo>
                <a:lnTo>
                  <a:pt x="408244" y="134571"/>
                </a:lnTo>
                <a:lnTo>
                  <a:pt x="408244" y="160958"/>
                </a:lnTo>
                <a:lnTo>
                  <a:pt x="418212" y="160958"/>
                </a:lnTo>
                <a:lnTo>
                  <a:pt x="418212" y="134571"/>
                </a:lnTo>
                <a:close/>
              </a:path>
              <a:path w="1040764" h="255270">
                <a:moveTo>
                  <a:pt x="364266" y="68312"/>
                </a:moveTo>
                <a:lnTo>
                  <a:pt x="349020" y="68312"/>
                </a:lnTo>
                <a:lnTo>
                  <a:pt x="349020" y="94698"/>
                </a:lnTo>
                <a:lnTo>
                  <a:pt x="362076" y="94698"/>
                </a:lnTo>
                <a:lnTo>
                  <a:pt x="363661" y="84015"/>
                </a:lnTo>
                <a:lnTo>
                  <a:pt x="364155" y="73589"/>
                </a:lnTo>
                <a:lnTo>
                  <a:pt x="364266" y="68312"/>
                </a:lnTo>
                <a:close/>
              </a:path>
              <a:path w="1040764" h="255270">
                <a:moveTo>
                  <a:pt x="387427" y="68312"/>
                </a:moveTo>
                <a:lnTo>
                  <a:pt x="364266" y="68312"/>
                </a:lnTo>
                <a:lnTo>
                  <a:pt x="364155" y="73589"/>
                </a:lnTo>
                <a:lnTo>
                  <a:pt x="363661" y="84015"/>
                </a:lnTo>
                <a:lnTo>
                  <a:pt x="362076" y="94698"/>
                </a:lnTo>
                <a:lnTo>
                  <a:pt x="387427" y="94698"/>
                </a:lnTo>
                <a:lnTo>
                  <a:pt x="387427" y="68312"/>
                </a:lnTo>
                <a:close/>
              </a:path>
              <a:path w="1040764" h="255270">
                <a:moveTo>
                  <a:pt x="418212" y="68312"/>
                </a:moveTo>
                <a:lnTo>
                  <a:pt x="408244" y="68312"/>
                </a:lnTo>
                <a:lnTo>
                  <a:pt x="408244" y="94698"/>
                </a:lnTo>
                <a:lnTo>
                  <a:pt x="418212" y="94698"/>
                </a:lnTo>
                <a:lnTo>
                  <a:pt x="418212" y="68312"/>
                </a:lnTo>
                <a:close/>
              </a:path>
              <a:path w="1040764" h="255270">
                <a:moveTo>
                  <a:pt x="473917" y="1465"/>
                </a:moveTo>
                <a:lnTo>
                  <a:pt x="442253" y="1465"/>
                </a:lnTo>
                <a:lnTo>
                  <a:pt x="442253" y="252138"/>
                </a:lnTo>
                <a:lnTo>
                  <a:pt x="473917" y="252138"/>
                </a:lnTo>
                <a:lnTo>
                  <a:pt x="473917" y="1465"/>
                </a:lnTo>
                <a:close/>
              </a:path>
              <a:path w="1040764" h="255270">
                <a:moveTo>
                  <a:pt x="637086" y="172685"/>
                </a:moveTo>
                <a:lnTo>
                  <a:pt x="604249" y="172685"/>
                </a:lnTo>
                <a:lnTo>
                  <a:pt x="604249" y="251552"/>
                </a:lnTo>
                <a:lnTo>
                  <a:pt x="794526" y="251552"/>
                </a:lnTo>
                <a:lnTo>
                  <a:pt x="794526" y="224579"/>
                </a:lnTo>
                <a:lnTo>
                  <a:pt x="637086" y="224579"/>
                </a:lnTo>
                <a:lnTo>
                  <a:pt x="637086" y="172685"/>
                </a:lnTo>
                <a:close/>
              </a:path>
              <a:path w="1040764" h="255270">
                <a:moveTo>
                  <a:pt x="789542" y="0"/>
                </a:moveTo>
                <a:lnTo>
                  <a:pt x="756998" y="0"/>
                </a:lnTo>
                <a:lnTo>
                  <a:pt x="756998" y="193501"/>
                </a:lnTo>
                <a:lnTo>
                  <a:pt x="789542" y="193501"/>
                </a:lnTo>
                <a:lnTo>
                  <a:pt x="789542" y="171219"/>
                </a:lnTo>
                <a:lnTo>
                  <a:pt x="771951" y="171219"/>
                </a:lnTo>
                <a:lnTo>
                  <a:pt x="771951" y="145419"/>
                </a:lnTo>
                <a:lnTo>
                  <a:pt x="789542" y="145419"/>
                </a:lnTo>
                <a:lnTo>
                  <a:pt x="789542" y="0"/>
                </a:lnTo>
                <a:close/>
              </a:path>
              <a:path w="1040764" h="255270">
                <a:moveTo>
                  <a:pt x="674614" y="138053"/>
                </a:moveTo>
                <a:lnTo>
                  <a:pt x="673752" y="138053"/>
                </a:lnTo>
                <a:lnTo>
                  <a:pt x="663472" y="138676"/>
                </a:lnTo>
                <a:lnTo>
                  <a:pt x="652808" y="139060"/>
                </a:lnTo>
                <a:lnTo>
                  <a:pt x="641630" y="139335"/>
                </a:lnTo>
                <a:lnTo>
                  <a:pt x="641777" y="139335"/>
                </a:lnTo>
                <a:lnTo>
                  <a:pt x="641777" y="182067"/>
                </a:lnTo>
                <a:lnTo>
                  <a:pt x="674614" y="182067"/>
                </a:lnTo>
                <a:lnTo>
                  <a:pt x="674614" y="138053"/>
                </a:lnTo>
                <a:close/>
              </a:path>
              <a:path w="1040764" h="255270">
                <a:moveTo>
                  <a:pt x="756998" y="145419"/>
                </a:moveTo>
                <a:lnTo>
                  <a:pt x="703346" y="145419"/>
                </a:lnTo>
                <a:lnTo>
                  <a:pt x="703346" y="171219"/>
                </a:lnTo>
                <a:lnTo>
                  <a:pt x="756998" y="171219"/>
                </a:lnTo>
                <a:lnTo>
                  <a:pt x="756998" y="145419"/>
                </a:lnTo>
                <a:close/>
              </a:path>
              <a:path w="1040764" h="255270">
                <a:moveTo>
                  <a:pt x="789542" y="145419"/>
                </a:moveTo>
                <a:lnTo>
                  <a:pt x="771951" y="145419"/>
                </a:lnTo>
                <a:lnTo>
                  <a:pt x="771951" y="171219"/>
                </a:lnTo>
                <a:lnTo>
                  <a:pt x="789542" y="171219"/>
                </a:lnTo>
                <a:lnTo>
                  <a:pt x="789542" y="145419"/>
                </a:lnTo>
                <a:close/>
              </a:path>
              <a:path w="1040764" h="255270">
                <a:moveTo>
                  <a:pt x="737062" y="104373"/>
                </a:moveTo>
                <a:lnTo>
                  <a:pt x="695503" y="109375"/>
                </a:lnTo>
                <a:lnTo>
                  <a:pt x="654383" y="112069"/>
                </a:lnTo>
                <a:lnTo>
                  <a:pt x="625065" y="112582"/>
                </a:lnTo>
                <a:lnTo>
                  <a:pt x="570533" y="112582"/>
                </a:lnTo>
                <a:lnTo>
                  <a:pt x="570533" y="139555"/>
                </a:lnTo>
                <a:lnTo>
                  <a:pt x="626042" y="139555"/>
                </a:lnTo>
                <a:lnTo>
                  <a:pt x="641630" y="139335"/>
                </a:lnTo>
                <a:lnTo>
                  <a:pt x="641777" y="139335"/>
                </a:lnTo>
                <a:lnTo>
                  <a:pt x="641777" y="122550"/>
                </a:lnTo>
                <a:lnTo>
                  <a:pt x="739659" y="122550"/>
                </a:lnTo>
                <a:lnTo>
                  <a:pt x="737062" y="104373"/>
                </a:lnTo>
                <a:close/>
              </a:path>
              <a:path w="1040764" h="255270">
                <a:moveTo>
                  <a:pt x="674614" y="122550"/>
                </a:moveTo>
                <a:lnTo>
                  <a:pt x="641777" y="122550"/>
                </a:lnTo>
                <a:lnTo>
                  <a:pt x="641777" y="139335"/>
                </a:lnTo>
                <a:lnTo>
                  <a:pt x="641630" y="139335"/>
                </a:lnTo>
                <a:lnTo>
                  <a:pt x="652808" y="139060"/>
                </a:lnTo>
                <a:lnTo>
                  <a:pt x="663472" y="138676"/>
                </a:lnTo>
                <a:lnTo>
                  <a:pt x="673752" y="138053"/>
                </a:lnTo>
                <a:lnTo>
                  <a:pt x="674614" y="138053"/>
                </a:lnTo>
                <a:lnTo>
                  <a:pt x="674614" y="122550"/>
                </a:lnTo>
                <a:close/>
              </a:path>
              <a:path w="1040764" h="255270">
                <a:moveTo>
                  <a:pt x="739659" y="122550"/>
                </a:moveTo>
                <a:lnTo>
                  <a:pt x="674614" y="122550"/>
                </a:lnTo>
                <a:lnTo>
                  <a:pt x="674614" y="138053"/>
                </a:lnTo>
                <a:lnTo>
                  <a:pt x="673752" y="138053"/>
                </a:lnTo>
                <a:lnTo>
                  <a:pt x="693542" y="136587"/>
                </a:lnTo>
                <a:lnTo>
                  <a:pt x="703052" y="135744"/>
                </a:lnTo>
                <a:lnTo>
                  <a:pt x="721889" y="133545"/>
                </a:lnTo>
                <a:lnTo>
                  <a:pt x="740873" y="131053"/>
                </a:lnTo>
                <a:lnTo>
                  <a:pt x="739659" y="122550"/>
                </a:lnTo>
                <a:close/>
              </a:path>
              <a:path w="1040764" h="255270">
                <a:moveTo>
                  <a:pt x="657902" y="7622"/>
                </a:moveTo>
                <a:lnTo>
                  <a:pt x="619256" y="14384"/>
                </a:lnTo>
                <a:lnTo>
                  <a:pt x="593035" y="43171"/>
                </a:lnTo>
                <a:lnTo>
                  <a:pt x="591935" y="53652"/>
                </a:lnTo>
                <a:lnTo>
                  <a:pt x="593035" y="64152"/>
                </a:lnTo>
                <a:lnTo>
                  <a:pt x="596281" y="73222"/>
                </a:lnTo>
                <a:lnTo>
                  <a:pt x="596333" y="73368"/>
                </a:lnTo>
                <a:lnTo>
                  <a:pt x="630562" y="96750"/>
                </a:lnTo>
                <a:lnTo>
                  <a:pt x="657902" y="99682"/>
                </a:lnTo>
                <a:lnTo>
                  <a:pt x="672341" y="98949"/>
                </a:lnTo>
                <a:lnTo>
                  <a:pt x="713808" y="81303"/>
                </a:lnTo>
                <a:lnTo>
                  <a:pt x="718622" y="74468"/>
                </a:lnTo>
                <a:lnTo>
                  <a:pt x="657902" y="74468"/>
                </a:lnTo>
                <a:lnTo>
                  <a:pt x="649583" y="74157"/>
                </a:lnTo>
                <a:lnTo>
                  <a:pt x="624186" y="60884"/>
                </a:lnTo>
                <a:lnTo>
                  <a:pt x="624186" y="46616"/>
                </a:lnTo>
                <a:lnTo>
                  <a:pt x="657902" y="33129"/>
                </a:lnTo>
                <a:lnTo>
                  <a:pt x="718771" y="33129"/>
                </a:lnTo>
                <a:lnTo>
                  <a:pt x="713808" y="26166"/>
                </a:lnTo>
                <a:lnTo>
                  <a:pt x="705984" y="19643"/>
                </a:lnTo>
                <a:lnTo>
                  <a:pt x="696382" y="14384"/>
                </a:lnTo>
                <a:lnTo>
                  <a:pt x="685168" y="10627"/>
                </a:lnTo>
                <a:lnTo>
                  <a:pt x="672341" y="8373"/>
                </a:lnTo>
                <a:lnTo>
                  <a:pt x="657902" y="7622"/>
                </a:lnTo>
                <a:close/>
              </a:path>
              <a:path w="1040764" h="255270">
                <a:moveTo>
                  <a:pt x="718771" y="33129"/>
                </a:moveTo>
                <a:lnTo>
                  <a:pt x="657902" y="33129"/>
                </a:lnTo>
                <a:lnTo>
                  <a:pt x="666331" y="33441"/>
                </a:lnTo>
                <a:lnTo>
                  <a:pt x="673440" y="34375"/>
                </a:lnTo>
                <a:lnTo>
                  <a:pt x="679231" y="35933"/>
                </a:lnTo>
                <a:lnTo>
                  <a:pt x="683702" y="38114"/>
                </a:lnTo>
                <a:lnTo>
                  <a:pt x="688980" y="41436"/>
                </a:lnTo>
                <a:lnTo>
                  <a:pt x="691618" y="46616"/>
                </a:lnTo>
                <a:lnTo>
                  <a:pt x="691618" y="60884"/>
                </a:lnTo>
                <a:lnTo>
                  <a:pt x="657902" y="74468"/>
                </a:lnTo>
                <a:lnTo>
                  <a:pt x="718622" y="74468"/>
                </a:lnTo>
                <a:lnTo>
                  <a:pt x="719397" y="73368"/>
                </a:lnTo>
                <a:lnTo>
                  <a:pt x="722751" y="64152"/>
                </a:lnTo>
                <a:lnTo>
                  <a:pt x="723869" y="53652"/>
                </a:lnTo>
                <a:lnTo>
                  <a:pt x="722751" y="43171"/>
                </a:lnTo>
                <a:lnTo>
                  <a:pt x="719397" y="34009"/>
                </a:lnTo>
                <a:lnTo>
                  <a:pt x="718771" y="33129"/>
                </a:lnTo>
                <a:close/>
              </a:path>
              <a:path w="1040764" h="255270">
                <a:moveTo>
                  <a:pt x="1040638" y="168874"/>
                </a:moveTo>
                <a:lnTo>
                  <a:pt x="862675" y="168874"/>
                </a:lnTo>
                <a:lnTo>
                  <a:pt x="862675" y="195847"/>
                </a:lnTo>
                <a:lnTo>
                  <a:pt x="1008094" y="195847"/>
                </a:lnTo>
                <a:lnTo>
                  <a:pt x="1008094" y="254777"/>
                </a:lnTo>
                <a:lnTo>
                  <a:pt x="1040638" y="254777"/>
                </a:lnTo>
                <a:lnTo>
                  <a:pt x="1040638" y="168874"/>
                </a:lnTo>
                <a:close/>
              </a:path>
              <a:path w="1040764" h="255270">
                <a:moveTo>
                  <a:pt x="1040638" y="0"/>
                </a:moveTo>
                <a:lnTo>
                  <a:pt x="1008094" y="0"/>
                </a:lnTo>
                <a:lnTo>
                  <a:pt x="1008094" y="155973"/>
                </a:lnTo>
                <a:lnTo>
                  <a:pt x="1040638" y="155973"/>
                </a:lnTo>
                <a:lnTo>
                  <a:pt x="1040638" y="0"/>
                </a:lnTo>
                <a:close/>
              </a:path>
              <a:path w="1040764" h="255270">
                <a:moveTo>
                  <a:pt x="922191" y="53946"/>
                </a:moveTo>
                <a:lnTo>
                  <a:pt x="889648" y="53946"/>
                </a:lnTo>
                <a:lnTo>
                  <a:pt x="889648" y="61568"/>
                </a:lnTo>
                <a:lnTo>
                  <a:pt x="889300" y="68549"/>
                </a:lnTo>
                <a:lnTo>
                  <a:pt x="871379" y="103457"/>
                </a:lnTo>
                <a:lnTo>
                  <a:pt x="838194" y="125592"/>
                </a:lnTo>
                <a:lnTo>
                  <a:pt x="826320" y="131639"/>
                </a:lnTo>
                <a:lnTo>
                  <a:pt x="840100" y="158905"/>
                </a:lnTo>
                <a:lnTo>
                  <a:pt x="874989" y="137796"/>
                </a:lnTo>
                <a:lnTo>
                  <a:pt x="904005" y="105839"/>
                </a:lnTo>
                <a:lnTo>
                  <a:pt x="906122" y="101806"/>
                </a:lnTo>
                <a:lnTo>
                  <a:pt x="903208" y="96164"/>
                </a:lnTo>
                <a:lnTo>
                  <a:pt x="899488" y="87588"/>
                </a:lnTo>
                <a:lnTo>
                  <a:pt x="896133" y="78377"/>
                </a:lnTo>
                <a:lnTo>
                  <a:pt x="923950" y="78377"/>
                </a:lnTo>
                <a:lnTo>
                  <a:pt x="922191" y="70364"/>
                </a:lnTo>
                <a:lnTo>
                  <a:pt x="922191" y="53946"/>
                </a:lnTo>
                <a:close/>
              </a:path>
              <a:path w="1040764" h="255270">
                <a:moveTo>
                  <a:pt x="923950" y="78377"/>
                </a:moveTo>
                <a:lnTo>
                  <a:pt x="915708" y="78377"/>
                </a:lnTo>
                <a:lnTo>
                  <a:pt x="912297" y="88266"/>
                </a:lnTo>
                <a:lnTo>
                  <a:pt x="908412" y="97410"/>
                </a:lnTo>
                <a:lnTo>
                  <a:pt x="906122" y="101806"/>
                </a:lnTo>
                <a:lnTo>
                  <a:pt x="907258" y="104007"/>
                </a:lnTo>
                <a:lnTo>
                  <a:pt x="911637" y="111116"/>
                </a:lnTo>
                <a:lnTo>
                  <a:pt x="943173" y="139244"/>
                </a:lnTo>
                <a:lnTo>
                  <a:pt x="972033" y="153921"/>
                </a:lnTo>
                <a:lnTo>
                  <a:pt x="984933" y="126655"/>
                </a:lnTo>
                <a:lnTo>
                  <a:pt x="973169" y="121176"/>
                </a:lnTo>
                <a:lnTo>
                  <a:pt x="962798" y="115881"/>
                </a:lnTo>
                <a:lnTo>
                  <a:pt x="930620" y="90832"/>
                </a:lnTo>
                <a:lnTo>
                  <a:pt x="927469" y="85609"/>
                </a:lnTo>
                <a:lnTo>
                  <a:pt x="923950" y="78377"/>
                </a:lnTo>
                <a:close/>
              </a:path>
              <a:path w="1040764" h="255270">
                <a:moveTo>
                  <a:pt x="915708" y="78377"/>
                </a:moveTo>
                <a:lnTo>
                  <a:pt x="896133" y="78377"/>
                </a:lnTo>
                <a:lnTo>
                  <a:pt x="899488" y="87588"/>
                </a:lnTo>
                <a:lnTo>
                  <a:pt x="903113" y="95944"/>
                </a:lnTo>
                <a:lnTo>
                  <a:pt x="903208" y="96164"/>
                </a:lnTo>
                <a:lnTo>
                  <a:pt x="906122" y="101806"/>
                </a:lnTo>
                <a:lnTo>
                  <a:pt x="908412" y="97410"/>
                </a:lnTo>
                <a:lnTo>
                  <a:pt x="912297" y="88266"/>
                </a:lnTo>
                <a:lnTo>
                  <a:pt x="915708" y="78377"/>
                </a:lnTo>
                <a:close/>
              </a:path>
              <a:path w="1040764" h="255270">
                <a:moveTo>
                  <a:pt x="973499" y="43977"/>
                </a:moveTo>
                <a:lnTo>
                  <a:pt x="838634" y="43977"/>
                </a:lnTo>
                <a:lnTo>
                  <a:pt x="838634" y="70364"/>
                </a:lnTo>
                <a:lnTo>
                  <a:pt x="889012" y="70364"/>
                </a:lnTo>
                <a:lnTo>
                  <a:pt x="889300" y="68549"/>
                </a:lnTo>
                <a:lnTo>
                  <a:pt x="889648" y="61568"/>
                </a:lnTo>
                <a:lnTo>
                  <a:pt x="889648" y="53946"/>
                </a:lnTo>
                <a:lnTo>
                  <a:pt x="973499" y="53946"/>
                </a:lnTo>
                <a:lnTo>
                  <a:pt x="973499" y="43977"/>
                </a:lnTo>
                <a:close/>
              </a:path>
              <a:path w="1040764" h="255270">
                <a:moveTo>
                  <a:pt x="973499" y="53946"/>
                </a:moveTo>
                <a:lnTo>
                  <a:pt x="922191" y="53946"/>
                </a:lnTo>
                <a:lnTo>
                  <a:pt x="922191" y="70364"/>
                </a:lnTo>
                <a:lnTo>
                  <a:pt x="973499" y="70364"/>
                </a:lnTo>
                <a:lnTo>
                  <a:pt x="973499" y="53946"/>
                </a:lnTo>
                <a:close/>
              </a:path>
              <a:path w="1040764" h="255270">
                <a:moveTo>
                  <a:pt x="947112" y="879"/>
                </a:moveTo>
                <a:lnTo>
                  <a:pt x="864727" y="879"/>
                </a:lnTo>
                <a:lnTo>
                  <a:pt x="864727" y="26973"/>
                </a:lnTo>
                <a:lnTo>
                  <a:pt x="947112" y="26973"/>
                </a:lnTo>
                <a:lnTo>
                  <a:pt x="947112" y="879"/>
                </a:lnTo>
                <a:close/>
              </a:path>
            </a:pathLst>
          </a:custGeom>
          <a:solidFill>
            <a:srgbClr val="0B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6506" y="6659483"/>
            <a:ext cx="5444860" cy="240830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29620" y="6659483"/>
            <a:ext cx="5444860" cy="240830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402733" y="6659483"/>
            <a:ext cx="5444860" cy="2408303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256499" y="10169276"/>
            <a:ext cx="17591405" cy="16510"/>
          </a:xfrm>
          <a:custGeom>
            <a:avLst/>
            <a:gdLst/>
            <a:ahLst/>
            <a:cxnLst/>
            <a:rect l="l" t="t" r="r" b="b"/>
            <a:pathLst>
              <a:path w="17591405" h="16509">
                <a:moveTo>
                  <a:pt x="17591088" y="0"/>
                </a:moveTo>
                <a:lnTo>
                  <a:pt x="0" y="0"/>
                </a:lnTo>
                <a:lnTo>
                  <a:pt x="0" y="8890"/>
                </a:lnTo>
                <a:lnTo>
                  <a:pt x="0" y="16510"/>
                </a:lnTo>
                <a:lnTo>
                  <a:pt x="17591088" y="16510"/>
                </a:lnTo>
                <a:lnTo>
                  <a:pt x="17591088" y="8890"/>
                </a:lnTo>
                <a:lnTo>
                  <a:pt x="17591088" y="0"/>
                </a:lnTo>
                <a:close/>
              </a:path>
            </a:pathLst>
          </a:custGeom>
          <a:solidFill>
            <a:srgbClr val="EEED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5343" y="10351558"/>
            <a:ext cx="15675397" cy="17800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8354211" y="10335810"/>
            <a:ext cx="457200" cy="178435"/>
          </a:xfrm>
          <a:custGeom>
            <a:avLst/>
            <a:gdLst/>
            <a:ahLst/>
            <a:cxnLst/>
            <a:rect l="l" t="t" r="r" b="b"/>
            <a:pathLst>
              <a:path w="457200" h="178434">
                <a:moveTo>
                  <a:pt x="18847" y="116645"/>
                </a:moveTo>
                <a:lnTo>
                  <a:pt x="0" y="116645"/>
                </a:lnTo>
                <a:lnTo>
                  <a:pt x="408" y="125231"/>
                </a:lnTo>
                <a:lnTo>
                  <a:pt x="29999" y="155400"/>
                </a:lnTo>
                <a:lnTo>
                  <a:pt x="50888" y="158110"/>
                </a:lnTo>
                <a:lnTo>
                  <a:pt x="57511" y="157809"/>
                </a:lnTo>
                <a:lnTo>
                  <a:pt x="58107" y="157809"/>
                </a:lnTo>
                <a:lnTo>
                  <a:pt x="91775" y="142822"/>
                </a:lnTo>
                <a:lnTo>
                  <a:pt x="44117" y="142822"/>
                </a:lnTo>
                <a:lnTo>
                  <a:pt x="38323" y="141845"/>
                </a:lnTo>
                <a:lnTo>
                  <a:pt x="19266" y="122369"/>
                </a:lnTo>
                <a:lnTo>
                  <a:pt x="18847" y="116645"/>
                </a:lnTo>
                <a:close/>
              </a:path>
              <a:path w="457200" h="178434">
                <a:moveTo>
                  <a:pt x="83138" y="14240"/>
                </a:moveTo>
                <a:lnTo>
                  <a:pt x="32250" y="68479"/>
                </a:lnTo>
                <a:lnTo>
                  <a:pt x="32250" y="81253"/>
                </a:lnTo>
                <a:lnTo>
                  <a:pt x="50678" y="81253"/>
                </a:lnTo>
                <a:lnTo>
                  <a:pt x="58087" y="81738"/>
                </a:lnTo>
                <a:lnTo>
                  <a:pt x="83767" y="101706"/>
                </a:lnTo>
                <a:lnTo>
                  <a:pt x="83767" y="121811"/>
                </a:lnTo>
                <a:lnTo>
                  <a:pt x="80835" y="129559"/>
                </a:lnTo>
                <a:lnTo>
                  <a:pt x="74971" y="134864"/>
                </a:lnTo>
                <a:lnTo>
                  <a:pt x="69247" y="140170"/>
                </a:lnTo>
                <a:lnTo>
                  <a:pt x="61289" y="142822"/>
                </a:lnTo>
                <a:lnTo>
                  <a:pt x="91775" y="142822"/>
                </a:lnTo>
                <a:lnTo>
                  <a:pt x="95494" y="136749"/>
                </a:lnTo>
                <a:lnTo>
                  <a:pt x="98242" y="131252"/>
                </a:lnTo>
                <a:lnTo>
                  <a:pt x="100137" y="125440"/>
                </a:lnTo>
                <a:lnTo>
                  <a:pt x="100206" y="125231"/>
                </a:lnTo>
                <a:lnTo>
                  <a:pt x="101384" y="118687"/>
                </a:lnTo>
                <a:lnTo>
                  <a:pt x="101776" y="111619"/>
                </a:lnTo>
                <a:lnTo>
                  <a:pt x="101776" y="106174"/>
                </a:lnTo>
                <a:lnTo>
                  <a:pt x="100869" y="100799"/>
                </a:lnTo>
                <a:lnTo>
                  <a:pt x="99054" y="95494"/>
                </a:lnTo>
                <a:lnTo>
                  <a:pt x="97378" y="90049"/>
                </a:lnTo>
                <a:lnTo>
                  <a:pt x="94517" y="85093"/>
                </a:lnTo>
                <a:lnTo>
                  <a:pt x="86420" y="76157"/>
                </a:lnTo>
                <a:lnTo>
                  <a:pt x="82310" y="73505"/>
                </a:lnTo>
                <a:lnTo>
                  <a:pt x="48794" y="73505"/>
                </a:lnTo>
                <a:lnTo>
                  <a:pt x="48497" y="69945"/>
                </a:lnTo>
                <a:lnTo>
                  <a:pt x="48375" y="68479"/>
                </a:lnTo>
                <a:lnTo>
                  <a:pt x="48346" y="68125"/>
                </a:lnTo>
                <a:lnTo>
                  <a:pt x="48240" y="66856"/>
                </a:lnTo>
                <a:lnTo>
                  <a:pt x="48166" y="65966"/>
                </a:lnTo>
                <a:lnTo>
                  <a:pt x="55881" y="65966"/>
                </a:lnTo>
                <a:lnTo>
                  <a:pt x="96038" y="23245"/>
                </a:lnTo>
                <a:lnTo>
                  <a:pt x="84604" y="23245"/>
                </a:lnTo>
                <a:lnTo>
                  <a:pt x="83138" y="14240"/>
                </a:lnTo>
                <a:close/>
              </a:path>
              <a:path w="457200" h="178434">
                <a:moveTo>
                  <a:pt x="48166" y="65966"/>
                </a:moveTo>
                <a:lnTo>
                  <a:pt x="48718" y="72597"/>
                </a:lnTo>
                <a:lnTo>
                  <a:pt x="48794" y="73505"/>
                </a:lnTo>
                <a:lnTo>
                  <a:pt x="55658" y="66203"/>
                </a:lnTo>
                <a:lnTo>
                  <a:pt x="48166" y="65966"/>
                </a:lnTo>
                <a:close/>
              </a:path>
              <a:path w="457200" h="178434">
                <a:moveTo>
                  <a:pt x="55658" y="66203"/>
                </a:moveTo>
                <a:lnTo>
                  <a:pt x="48794" y="73505"/>
                </a:lnTo>
                <a:lnTo>
                  <a:pt x="82310" y="73505"/>
                </a:lnTo>
                <a:lnTo>
                  <a:pt x="55658" y="66203"/>
                </a:lnTo>
                <a:close/>
              </a:path>
              <a:path w="457200" h="178434">
                <a:moveTo>
                  <a:pt x="55881" y="65966"/>
                </a:moveTo>
                <a:lnTo>
                  <a:pt x="48166" y="65966"/>
                </a:lnTo>
                <a:lnTo>
                  <a:pt x="55658" y="66203"/>
                </a:lnTo>
                <a:lnTo>
                  <a:pt x="55881" y="65966"/>
                </a:lnTo>
                <a:close/>
              </a:path>
              <a:path w="457200" h="178434">
                <a:moveTo>
                  <a:pt x="98007" y="7957"/>
                </a:moveTo>
                <a:lnTo>
                  <a:pt x="6491" y="7957"/>
                </a:lnTo>
                <a:lnTo>
                  <a:pt x="6491" y="23245"/>
                </a:lnTo>
                <a:lnTo>
                  <a:pt x="74690" y="23245"/>
                </a:lnTo>
                <a:lnTo>
                  <a:pt x="83138" y="14240"/>
                </a:lnTo>
                <a:lnTo>
                  <a:pt x="98007" y="14240"/>
                </a:lnTo>
                <a:lnTo>
                  <a:pt x="98007" y="7957"/>
                </a:lnTo>
                <a:close/>
              </a:path>
              <a:path w="457200" h="178434">
                <a:moveTo>
                  <a:pt x="98007" y="14240"/>
                </a:moveTo>
                <a:lnTo>
                  <a:pt x="83138" y="14240"/>
                </a:lnTo>
                <a:lnTo>
                  <a:pt x="84604" y="23245"/>
                </a:lnTo>
                <a:lnTo>
                  <a:pt x="96038" y="23245"/>
                </a:lnTo>
                <a:lnTo>
                  <a:pt x="98007" y="21151"/>
                </a:lnTo>
                <a:lnTo>
                  <a:pt x="98007" y="14240"/>
                </a:lnTo>
                <a:close/>
              </a:path>
              <a:path w="457200" h="178434">
                <a:moveTo>
                  <a:pt x="233822" y="0"/>
                </a:moveTo>
                <a:lnTo>
                  <a:pt x="217278" y="0"/>
                </a:lnTo>
                <a:lnTo>
                  <a:pt x="169112" y="178214"/>
                </a:lnTo>
                <a:lnTo>
                  <a:pt x="185656" y="178214"/>
                </a:lnTo>
                <a:lnTo>
                  <a:pt x="233822" y="0"/>
                </a:lnTo>
                <a:close/>
              </a:path>
              <a:path w="457200" h="178434">
                <a:moveTo>
                  <a:pt x="354628" y="18428"/>
                </a:moveTo>
                <a:lnTo>
                  <a:pt x="336829" y="18428"/>
                </a:lnTo>
                <a:lnTo>
                  <a:pt x="346253" y="19894"/>
                </a:lnTo>
                <a:lnTo>
                  <a:pt x="336829" y="26162"/>
                </a:lnTo>
                <a:lnTo>
                  <a:pt x="336829" y="156015"/>
                </a:lnTo>
                <a:lnTo>
                  <a:pt x="354628" y="156015"/>
                </a:lnTo>
                <a:lnTo>
                  <a:pt x="354628" y="18428"/>
                </a:lnTo>
                <a:close/>
              </a:path>
              <a:path w="457200" h="178434">
                <a:moveTo>
                  <a:pt x="354628" y="7957"/>
                </a:moveTo>
                <a:lnTo>
                  <a:pt x="336619" y="7957"/>
                </a:lnTo>
                <a:lnTo>
                  <a:pt x="299970" y="32668"/>
                </a:lnTo>
                <a:lnTo>
                  <a:pt x="299970" y="50678"/>
                </a:lnTo>
                <a:lnTo>
                  <a:pt x="336829" y="26162"/>
                </a:lnTo>
                <a:lnTo>
                  <a:pt x="336829" y="18428"/>
                </a:lnTo>
                <a:lnTo>
                  <a:pt x="354628" y="18428"/>
                </a:lnTo>
                <a:lnTo>
                  <a:pt x="354628" y="7957"/>
                </a:lnTo>
                <a:close/>
              </a:path>
              <a:path w="457200" h="178434">
                <a:moveTo>
                  <a:pt x="336829" y="18428"/>
                </a:moveTo>
                <a:lnTo>
                  <a:pt x="336829" y="26162"/>
                </a:lnTo>
                <a:lnTo>
                  <a:pt x="346253" y="19894"/>
                </a:lnTo>
                <a:lnTo>
                  <a:pt x="336829" y="18428"/>
                </a:lnTo>
                <a:close/>
              </a:path>
              <a:path w="457200" h="178434">
                <a:moveTo>
                  <a:pt x="456884" y="18428"/>
                </a:moveTo>
                <a:lnTo>
                  <a:pt x="439083" y="18428"/>
                </a:lnTo>
                <a:lnTo>
                  <a:pt x="448507" y="19894"/>
                </a:lnTo>
                <a:lnTo>
                  <a:pt x="439083" y="26162"/>
                </a:lnTo>
                <a:lnTo>
                  <a:pt x="439083" y="156015"/>
                </a:lnTo>
                <a:lnTo>
                  <a:pt x="456884" y="156015"/>
                </a:lnTo>
                <a:lnTo>
                  <a:pt x="456884" y="18428"/>
                </a:lnTo>
                <a:close/>
              </a:path>
              <a:path w="457200" h="178434">
                <a:moveTo>
                  <a:pt x="456884" y="7957"/>
                </a:moveTo>
                <a:lnTo>
                  <a:pt x="438874" y="7957"/>
                </a:lnTo>
                <a:lnTo>
                  <a:pt x="402226" y="32668"/>
                </a:lnTo>
                <a:lnTo>
                  <a:pt x="402226" y="50678"/>
                </a:lnTo>
                <a:lnTo>
                  <a:pt x="439083" y="26162"/>
                </a:lnTo>
                <a:lnTo>
                  <a:pt x="439083" y="18428"/>
                </a:lnTo>
                <a:lnTo>
                  <a:pt x="456884" y="18428"/>
                </a:lnTo>
                <a:lnTo>
                  <a:pt x="456884" y="7957"/>
                </a:lnTo>
                <a:close/>
              </a:path>
              <a:path w="457200" h="178434">
                <a:moveTo>
                  <a:pt x="439083" y="18428"/>
                </a:moveTo>
                <a:lnTo>
                  <a:pt x="439083" y="26162"/>
                </a:lnTo>
                <a:lnTo>
                  <a:pt x="448507" y="19894"/>
                </a:lnTo>
                <a:lnTo>
                  <a:pt x="439083" y="18428"/>
                </a:lnTo>
                <a:close/>
              </a:path>
            </a:pathLst>
          </a:custGeom>
          <a:solidFill>
            <a:srgbClr val="C9C8C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5343" y="10623801"/>
            <a:ext cx="9922388" cy="1780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2258" y="980975"/>
            <a:ext cx="823594" cy="203200"/>
          </a:xfrm>
          <a:custGeom>
            <a:avLst/>
            <a:gdLst/>
            <a:ahLst/>
            <a:cxnLst/>
            <a:rect l="l" t="t" r="r" b="b"/>
            <a:pathLst>
              <a:path w="823594" h="203200">
                <a:moveTo>
                  <a:pt x="160791" y="0"/>
                </a:moveTo>
                <a:lnTo>
                  <a:pt x="134990" y="0"/>
                </a:lnTo>
                <a:lnTo>
                  <a:pt x="134990" y="118174"/>
                </a:lnTo>
                <a:lnTo>
                  <a:pt x="160791" y="118174"/>
                </a:lnTo>
                <a:lnTo>
                  <a:pt x="160791" y="70259"/>
                </a:lnTo>
                <a:lnTo>
                  <a:pt x="147891" y="70259"/>
                </a:lnTo>
                <a:lnTo>
                  <a:pt x="147891" y="49066"/>
                </a:lnTo>
                <a:lnTo>
                  <a:pt x="160791" y="49066"/>
                </a:lnTo>
                <a:lnTo>
                  <a:pt x="160791" y="0"/>
                </a:lnTo>
                <a:close/>
              </a:path>
              <a:path w="823594" h="203200">
                <a:moveTo>
                  <a:pt x="160791" y="49066"/>
                </a:moveTo>
                <a:lnTo>
                  <a:pt x="147891" y="49066"/>
                </a:lnTo>
                <a:lnTo>
                  <a:pt x="147891" y="70259"/>
                </a:lnTo>
                <a:lnTo>
                  <a:pt x="160791" y="70259"/>
                </a:lnTo>
                <a:lnTo>
                  <a:pt x="160791" y="49066"/>
                </a:lnTo>
                <a:close/>
              </a:path>
              <a:path w="823594" h="203200">
                <a:moveTo>
                  <a:pt x="189125" y="49066"/>
                </a:moveTo>
                <a:lnTo>
                  <a:pt x="160791" y="49066"/>
                </a:lnTo>
                <a:lnTo>
                  <a:pt x="160791" y="70259"/>
                </a:lnTo>
                <a:lnTo>
                  <a:pt x="189125" y="70259"/>
                </a:lnTo>
                <a:lnTo>
                  <a:pt x="189125" y="49066"/>
                </a:lnTo>
                <a:close/>
              </a:path>
              <a:path w="823594" h="203200">
                <a:moveTo>
                  <a:pt x="161021" y="128310"/>
                </a:moveTo>
                <a:lnTo>
                  <a:pt x="25569" y="128310"/>
                </a:lnTo>
                <a:lnTo>
                  <a:pt x="25569" y="149503"/>
                </a:lnTo>
                <a:lnTo>
                  <a:pt x="134990" y="149503"/>
                </a:lnTo>
                <a:lnTo>
                  <a:pt x="134990" y="200182"/>
                </a:lnTo>
                <a:lnTo>
                  <a:pt x="161021" y="200182"/>
                </a:lnTo>
                <a:lnTo>
                  <a:pt x="161021" y="128310"/>
                </a:lnTo>
                <a:close/>
              </a:path>
              <a:path w="823594" h="203200">
                <a:moveTo>
                  <a:pt x="73254" y="24187"/>
                </a:moveTo>
                <a:lnTo>
                  <a:pt x="47914" y="24187"/>
                </a:lnTo>
                <a:lnTo>
                  <a:pt x="47914" y="45841"/>
                </a:lnTo>
                <a:lnTo>
                  <a:pt x="46532" y="52598"/>
                </a:lnTo>
                <a:lnTo>
                  <a:pt x="16758" y="86039"/>
                </a:lnTo>
                <a:lnTo>
                  <a:pt x="0" y="96520"/>
                </a:lnTo>
                <a:lnTo>
                  <a:pt x="11978" y="116562"/>
                </a:lnTo>
                <a:lnTo>
                  <a:pt x="44766" y="92911"/>
                </a:lnTo>
                <a:lnTo>
                  <a:pt x="60714" y="70720"/>
                </a:lnTo>
                <a:lnTo>
                  <a:pt x="60368" y="70058"/>
                </a:lnTo>
                <a:lnTo>
                  <a:pt x="57647" y="64155"/>
                </a:lnTo>
                <a:lnTo>
                  <a:pt x="55185" y="57849"/>
                </a:lnTo>
                <a:lnTo>
                  <a:pt x="52982" y="51139"/>
                </a:lnTo>
                <a:lnTo>
                  <a:pt x="74433" y="51139"/>
                </a:lnTo>
                <a:lnTo>
                  <a:pt x="73348" y="45841"/>
                </a:lnTo>
                <a:lnTo>
                  <a:pt x="73254" y="24187"/>
                </a:lnTo>
                <a:close/>
              </a:path>
              <a:path w="823594" h="203200">
                <a:moveTo>
                  <a:pt x="74433" y="51139"/>
                </a:moveTo>
                <a:lnTo>
                  <a:pt x="68186" y="51139"/>
                </a:lnTo>
                <a:lnTo>
                  <a:pt x="65950" y="58741"/>
                </a:lnTo>
                <a:lnTo>
                  <a:pt x="65882" y="58972"/>
                </a:lnTo>
                <a:lnTo>
                  <a:pt x="63195" y="65882"/>
                </a:lnTo>
                <a:lnTo>
                  <a:pt x="60727" y="70720"/>
                </a:lnTo>
                <a:lnTo>
                  <a:pt x="63348" y="75558"/>
                </a:lnTo>
                <a:lnTo>
                  <a:pt x="93353" y="103201"/>
                </a:lnTo>
                <a:lnTo>
                  <a:pt x="109421" y="111724"/>
                </a:lnTo>
                <a:lnTo>
                  <a:pt x="119787" y="91683"/>
                </a:lnTo>
                <a:lnTo>
                  <a:pt x="110990" y="87248"/>
                </a:lnTo>
                <a:lnTo>
                  <a:pt x="103258" y="82929"/>
                </a:lnTo>
                <a:lnTo>
                  <a:pt x="74559" y="51754"/>
                </a:lnTo>
                <a:lnTo>
                  <a:pt x="74433" y="51139"/>
                </a:lnTo>
                <a:close/>
              </a:path>
              <a:path w="823594" h="203200">
                <a:moveTo>
                  <a:pt x="68186" y="51139"/>
                </a:moveTo>
                <a:lnTo>
                  <a:pt x="52982" y="51139"/>
                </a:lnTo>
                <a:lnTo>
                  <a:pt x="55185" y="57849"/>
                </a:lnTo>
                <a:lnTo>
                  <a:pt x="57647" y="64155"/>
                </a:lnTo>
                <a:lnTo>
                  <a:pt x="60368" y="70058"/>
                </a:lnTo>
                <a:lnTo>
                  <a:pt x="60727" y="70720"/>
                </a:lnTo>
                <a:lnTo>
                  <a:pt x="63195" y="65882"/>
                </a:lnTo>
                <a:lnTo>
                  <a:pt x="65882" y="58972"/>
                </a:lnTo>
                <a:lnTo>
                  <a:pt x="68186" y="51139"/>
                </a:lnTo>
                <a:close/>
              </a:path>
              <a:path w="823594" h="203200">
                <a:moveTo>
                  <a:pt x="112646" y="13591"/>
                </a:moveTo>
                <a:lnTo>
                  <a:pt x="8523" y="13591"/>
                </a:lnTo>
                <a:lnTo>
                  <a:pt x="8523" y="34323"/>
                </a:lnTo>
                <a:lnTo>
                  <a:pt x="47914" y="34323"/>
                </a:lnTo>
                <a:lnTo>
                  <a:pt x="47914" y="24187"/>
                </a:lnTo>
                <a:lnTo>
                  <a:pt x="112646" y="24187"/>
                </a:lnTo>
                <a:lnTo>
                  <a:pt x="112646" y="13591"/>
                </a:lnTo>
                <a:close/>
              </a:path>
              <a:path w="823594" h="203200">
                <a:moveTo>
                  <a:pt x="112646" y="24187"/>
                </a:moveTo>
                <a:lnTo>
                  <a:pt x="73254" y="24187"/>
                </a:lnTo>
                <a:lnTo>
                  <a:pt x="73254" y="34323"/>
                </a:lnTo>
                <a:lnTo>
                  <a:pt x="112646" y="34323"/>
                </a:lnTo>
                <a:lnTo>
                  <a:pt x="112646" y="24187"/>
                </a:lnTo>
                <a:close/>
              </a:path>
              <a:path w="823594" h="203200">
                <a:moveTo>
                  <a:pt x="278377" y="131535"/>
                </a:moveTo>
                <a:lnTo>
                  <a:pt x="222860" y="131535"/>
                </a:lnTo>
                <a:lnTo>
                  <a:pt x="222860" y="196957"/>
                </a:lnTo>
                <a:lnTo>
                  <a:pt x="359694" y="196957"/>
                </a:lnTo>
                <a:lnTo>
                  <a:pt x="359694" y="175994"/>
                </a:lnTo>
                <a:lnTo>
                  <a:pt x="248660" y="175994"/>
                </a:lnTo>
                <a:lnTo>
                  <a:pt x="248660" y="152498"/>
                </a:lnTo>
                <a:lnTo>
                  <a:pt x="359694" y="152498"/>
                </a:lnTo>
                <a:lnTo>
                  <a:pt x="359694" y="138215"/>
                </a:lnTo>
                <a:lnTo>
                  <a:pt x="278377" y="138215"/>
                </a:lnTo>
                <a:lnTo>
                  <a:pt x="278377" y="131535"/>
                </a:lnTo>
                <a:close/>
              </a:path>
              <a:path w="823594" h="203200">
                <a:moveTo>
                  <a:pt x="359694" y="152498"/>
                </a:moveTo>
                <a:lnTo>
                  <a:pt x="333893" y="152498"/>
                </a:lnTo>
                <a:lnTo>
                  <a:pt x="333893" y="175994"/>
                </a:lnTo>
                <a:lnTo>
                  <a:pt x="359694" y="175994"/>
                </a:lnTo>
                <a:lnTo>
                  <a:pt x="359694" y="152498"/>
                </a:lnTo>
                <a:close/>
              </a:path>
              <a:path w="823594" h="203200">
                <a:moveTo>
                  <a:pt x="304177" y="100436"/>
                </a:moveTo>
                <a:lnTo>
                  <a:pt x="278377" y="100436"/>
                </a:lnTo>
                <a:lnTo>
                  <a:pt x="278377" y="138215"/>
                </a:lnTo>
                <a:lnTo>
                  <a:pt x="304177" y="138215"/>
                </a:lnTo>
                <a:lnTo>
                  <a:pt x="304177" y="100436"/>
                </a:lnTo>
                <a:close/>
              </a:path>
              <a:path w="823594" h="203200">
                <a:moveTo>
                  <a:pt x="359694" y="131535"/>
                </a:moveTo>
                <a:lnTo>
                  <a:pt x="304177" y="131535"/>
                </a:lnTo>
                <a:lnTo>
                  <a:pt x="304177" y="138215"/>
                </a:lnTo>
                <a:lnTo>
                  <a:pt x="359694" y="138215"/>
                </a:lnTo>
                <a:lnTo>
                  <a:pt x="359694" y="131535"/>
                </a:lnTo>
                <a:close/>
              </a:path>
              <a:path w="823594" h="203200">
                <a:moveTo>
                  <a:pt x="382960" y="92374"/>
                </a:moveTo>
                <a:lnTo>
                  <a:pt x="199594" y="92374"/>
                </a:lnTo>
                <a:lnTo>
                  <a:pt x="199594" y="113567"/>
                </a:lnTo>
                <a:lnTo>
                  <a:pt x="278377" y="113567"/>
                </a:lnTo>
                <a:lnTo>
                  <a:pt x="278377" y="100436"/>
                </a:lnTo>
                <a:lnTo>
                  <a:pt x="382960" y="100436"/>
                </a:lnTo>
                <a:lnTo>
                  <a:pt x="382960" y="92374"/>
                </a:lnTo>
                <a:close/>
              </a:path>
              <a:path w="823594" h="203200">
                <a:moveTo>
                  <a:pt x="382960" y="100436"/>
                </a:moveTo>
                <a:lnTo>
                  <a:pt x="304177" y="100436"/>
                </a:lnTo>
                <a:lnTo>
                  <a:pt x="304177" y="113567"/>
                </a:lnTo>
                <a:lnTo>
                  <a:pt x="382960" y="113567"/>
                </a:lnTo>
                <a:lnTo>
                  <a:pt x="382960" y="100436"/>
                </a:lnTo>
                <a:close/>
              </a:path>
              <a:path w="823594" h="203200">
                <a:moveTo>
                  <a:pt x="244053" y="57129"/>
                </a:moveTo>
                <a:lnTo>
                  <a:pt x="217562" y="57129"/>
                </a:lnTo>
                <a:lnTo>
                  <a:pt x="217562" y="77400"/>
                </a:lnTo>
                <a:lnTo>
                  <a:pt x="364992" y="77400"/>
                </a:lnTo>
                <a:lnTo>
                  <a:pt x="364992" y="72563"/>
                </a:lnTo>
                <a:lnTo>
                  <a:pt x="244053" y="72563"/>
                </a:lnTo>
                <a:lnTo>
                  <a:pt x="244053" y="57129"/>
                </a:lnTo>
                <a:close/>
              </a:path>
              <a:path w="823594" h="203200">
                <a:moveTo>
                  <a:pt x="269162" y="33632"/>
                </a:moveTo>
                <a:lnTo>
                  <a:pt x="244053" y="33632"/>
                </a:lnTo>
                <a:lnTo>
                  <a:pt x="244053" y="72563"/>
                </a:lnTo>
                <a:lnTo>
                  <a:pt x="269162" y="72563"/>
                </a:lnTo>
                <a:lnTo>
                  <a:pt x="269162" y="33632"/>
                </a:lnTo>
                <a:close/>
              </a:path>
              <a:path w="823594" h="203200">
                <a:moveTo>
                  <a:pt x="313391" y="57129"/>
                </a:moveTo>
                <a:lnTo>
                  <a:pt x="269162" y="57129"/>
                </a:lnTo>
                <a:lnTo>
                  <a:pt x="269162" y="72563"/>
                </a:lnTo>
                <a:lnTo>
                  <a:pt x="313391" y="72563"/>
                </a:lnTo>
                <a:lnTo>
                  <a:pt x="313391" y="57129"/>
                </a:lnTo>
                <a:close/>
              </a:path>
              <a:path w="823594" h="203200">
                <a:moveTo>
                  <a:pt x="338500" y="33632"/>
                </a:moveTo>
                <a:lnTo>
                  <a:pt x="313391" y="33632"/>
                </a:lnTo>
                <a:lnTo>
                  <a:pt x="313391" y="72563"/>
                </a:lnTo>
                <a:lnTo>
                  <a:pt x="338500" y="72563"/>
                </a:lnTo>
                <a:lnTo>
                  <a:pt x="338500" y="33632"/>
                </a:lnTo>
                <a:close/>
              </a:path>
              <a:path w="823594" h="203200">
                <a:moveTo>
                  <a:pt x="364992" y="57129"/>
                </a:moveTo>
                <a:lnTo>
                  <a:pt x="338500" y="57129"/>
                </a:lnTo>
                <a:lnTo>
                  <a:pt x="338500" y="72563"/>
                </a:lnTo>
                <a:lnTo>
                  <a:pt x="364992" y="72563"/>
                </a:lnTo>
                <a:lnTo>
                  <a:pt x="364992" y="57129"/>
                </a:lnTo>
                <a:close/>
              </a:path>
              <a:path w="823594" h="203200">
                <a:moveTo>
                  <a:pt x="365453" y="5298"/>
                </a:moveTo>
                <a:lnTo>
                  <a:pt x="217101" y="5298"/>
                </a:lnTo>
                <a:lnTo>
                  <a:pt x="217101" y="25569"/>
                </a:lnTo>
                <a:lnTo>
                  <a:pt x="365453" y="25569"/>
                </a:lnTo>
                <a:lnTo>
                  <a:pt x="365453" y="5298"/>
                </a:lnTo>
                <a:close/>
              </a:path>
              <a:path w="823594" h="203200">
                <a:moveTo>
                  <a:pt x="558157" y="103431"/>
                </a:moveTo>
                <a:lnTo>
                  <a:pt x="532356" y="103431"/>
                </a:lnTo>
                <a:lnTo>
                  <a:pt x="532356" y="197878"/>
                </a:lnTo>
                <a:lnTo>
                  <a:pt x="558157" y="197878"/>
                </a:lnTo>
                <a:lnTo>
                  <a:pt x="558157" y="103431"/>
                </a:lnTo>
                <a:close/>
              </a:path>
              <a:path w="823594" h="203200">
                <a:moveTo>
                  <a:pt x="582219" y="96060"/>
                </a:moveTo>
                <a:lnTo>
                  <a:pt x="453573" y="96060"/>
                </a:lnTo>
                <a:lnTo>
                  <a:pt x="453573" y="117253"/>
                </a:lnTo>
                <a:lnTo>
                  <a:pt x="532356" y="117253"/>
                </a:lnTo>
                <a:lnTo>
                  <a:pt x="532356" y="103431"/>
                </a:lnTo>
                <a:lnTo>
                  <a:pt x="580849" y="103431"/>
                </a:lnTo>
                <a:lnTo>
                  <a:pt x="581961" y="97672"/>
                </a:lnTo>
                <a:lnTo>
                  <a:pt x="582219" y="96060"/>
                </a:lnTo>
                <a:close/>
              </a:path>
              <a:path w="823594" h="203200">
                <a:moveTo>
                  <a:pt x="580849" y="103431"/>
                </a:moveTo>
                <a:lnTo>
                  <a:pt x="558157" y="103431"/>
                </a:lnTo>
                <a:lnTo>
                  <a:pt x="558157" y="117253"/>
                </a:lnTo>
                <a:lnTo>
                  <a:pt x="636940" y="117253"/>
                </a:lnTo>
                <a:lnTo>
                  <a:pt x="636940" y="106426"/>
                </a:lnTo>
                <a:lnTo>
                  <a:pt x="580271" y="106426"/>
                </a:lnTo>
                <a:lnTo>
                  <a:pt x="580849" y="103431"/>
                </a:lnTo>
                <a:close/>
              </a:path>
              <a:path w="823594" h="203200">
                <a:moveTo>
                  <a:pt x="612291" y="12900"/>
                </a:moveTo>
                <a:lnTo>
                  <a:pt x="474075" y="12900"/>
                </a:lnTo>
                <a:lnTo>
                  <a:pt x="474075" y="33862"/>
                </a:lnTo>
                <a:lnTo>
                  <a:pt x="586491" y="33862"/>
                </a:lnTo>
                <a:lnTo>
                  <a:pt x="586491" y="52982"/>
                </a:lnTo>
                <a:lnTo>
                  <a:pt x="586260" y="59125"/>
                </a:lnTo>
                <a:lnTo>
                  <a:pt x="585800" y="64961"/>
                </a:lnTo>
                <a:lnTo>
                  <a:pt x="585493" y="70643"/>
                </a:lnTo>
                <a:lnTo>
                  <a:pt x="584878" y="76786"/>
                </a:lnTo>
                <a:lnTo>
                  <a:pt x="583957" y="83390"/>
                </a:lnTo>
                <a:lnTo>
                  <a:pt x="583294" y="89091"/>
                </a:lnTo>
                <a:lnTo>
                  <a:pt x="583189" y="89993"/>
                </a:lnTo>
                <a:lnTo>
                  <a:pt x="582009" y="97370"/>
                </a:lnTo>
                <a:lnTo>
                  <a:pt x="580316" y="106195"/>
                </a:lnTo>
                <a:lnTo>
                  <a:pt x="580271" y="106426"/>
                </a:lnTo>
                <a:lnTo>
                  <a:pt x="606302" y="106195"/>
                </a:lnTo>
                <a:lnTo>
                  <a:pt x="611384" y="67092"/>
                </a:lnTo>
                <a:lnTo>
                  <a:pt x="612174" y="52982"/>
                </a:lnTo>
                <a:lnTo>
                  <a:pt x="612291" y="12900"/>
                </a:lnTo>
                <a:close/>
              </a:path>
              <a:path w="823594" h="203200">
                <a:moveTo>
                  <a:pt x="636940" y="96060"/>
                </a:moveTo>
                <a:lnTo>
                  <a:pt x="607888" y="96060"/>
                </a:lnTo>
                <a:lnTo>
                  <a:pt x="607698" y="97370"/>
                </a:lnTo>
                <a:lnTo>
                  <a:pt x="606302" y="106195"/>
                </a:lnTo>
                <a:lnTo>
                  <a:pt x="580271" y="106426"/>
                </a:lnTo>
                <a:lnTo>
                  <a:pt x="636940" y="106426"/>
                </a:lnTo>
                <a:lnTo>
                  <a:pt x="636940" y="96060"/>
                </a:lnTo>
                <a:close/>
              </a:path>
              <a:path w="823594" h="203200">
                <a:moveTo>
                  <a:pt x="752913" y="123012"/>
                </a:moveTo>
                <a:lnTo>
                  <a:pt x="708094" y="130196"/>
                </a:lnTo>
                <a:lnTo>
                  <a:pt x="682193" y="154340"/>
                </a:lnTo>
                <a:lnTo>
                  <a:pt x="682193" y="171694"/>
                </a:lnTo>
                <a:lnTo>
                  <a:pt x="715595" y="198339"/>
                </a:lnTo>
                <a:lnTo>
                  <a:pt x="752913" y="202946"/>
                </a:lnTo>
                <a:lnTo>
                  <a:pt x="763265" y="202658"/>
                </a:lnTo>
                <a:lnTo>
                  <a:pt x="804053" y="192638"/>
                </a:lnTo>
                <a:lnTo>
                  <a:pt x="817414" y="181753"/>
                </a:lnTo>
                <a:lnTo>
                  <a:pt x="752913" y="181753"/>
                </a:lnTo>
                <a:lnTo>
                  <a:pt x="742720" y="181494"/>
                </a:lnTo>
                <a:lnTo>
                  <a:pt x="708223" y="169851"/>
                </a:lnTo>
                <a:lnTo>
                  <a:pt x="708223" y="156183"/>
                </a:lnTo>
                <a:lnTo>
                  <a:pt x="752913" y="144205"/>
                </a:lnTo>
                <a:lnTo>
                  <a:pt x="817414" y="144205"/>
                </a:lnTo>
                <a:lnTo>
                  <a:pt x="814419" y="141210"/>
                </a:lnTo>
                <a:lnTo>
                  <a:pt x="772897" y="124163"/>
                </a:lnTo>
                <a:lnTo>
                  <a:pt x="763265" y="123300"/>
                </a:lnTo>
                <a:lnTo>
                  <a:pt x="752913" y="123012"/>
                </a:lnTo>
                <a:close/>
              </a:path>
              <a:path w="823594" h="203200">
                <a:moveTo>
                  <a:pt x="817414" y="144205"/>
                </a:moveTo>
                <a:lnTo>
                  <a:pt x="752913" y="144205"/>
                </a:lnTo>
                <a:lnTo>
                  <a:pt x="763092" y="144478"/>
                </a:lnTo>
                <a:lnTo>
                  <a:pt x="771976" y="145299"/>
                </a:lnTo>
                <a:lnTo>
                  <a:pt x="779563" y="146667"/>
                </a:lnTo>
                <a:lnTo>
                  <a:pt x="785854" y="148581"/>
                </a:lnTo>
                <a:lnTo>
                  <a:pt x="793534" y="151346"/>
                </a:lnTo>
                <a:lnTo>
                  <a:pt x="797372" y="156183"/>
                </a:lnTo>
                <a:lnTo>
                  <a:pt x="797372" y="169851"/>
                </a:lnTo>
                <a:lnTo>
                  <a:pt x="752913" y="181753"/>
                </a:lnTo>
                <a:lnTo>
                  <a:pt x="817414" y="181753"/>
                </a:lnTo>
                <a:lnTo>
                  <a:pt x="820255" y="178912"/>
                </a:lnTo>
                <a:lnTo>
                  <a:pt x="823173" y="171694"/>
                </a:lnTo>
                <a:lnTo>
                  <a:pt x="823173" y="154340"/>
                </a:lnTo>
                <a:lnTo>
                  <a:pt x="820255" y="147046"/>
                </a:lnTo>
                <a:lnTo>
                  <a:pt x="817414" y="144205"/>
                </a:lnTo>
                <a:close/>
              </a:path>
              <a:path w="823594" h="203200">
                <a:moveTo>
                  <a:pt x="819487" y="0"/>
                </a:moveTo>
                <a:lnTo>
                  <a:pt x="793917" y="0"/>
                </a:lnTo>
                <a:lnTo>
                  <a:pt x="793917" y="119556"/>
                </a:lnTo>
                <a:lnTo>
                  <a:pt x="819487" y="119556"/>
                </a:lnTo>
                <a:lnTo>
                  <a:pt x="819487" y="58741"/>
                </a:lnTo>
                <a:lnTo>
                  <a:pt x="807047" y="58741"/>
                </a:lnTo>
                <a:lnTo>
                  <a:pt x="807047" y="37548"/>
                </a:lnTo>
                <a:lnTo>
                  <a:pt x="819487" y="37548"/>
                </a:lnTo>
                <a:lnTo>
                  <a:pt x="819487" y="0"/>
                </a:lnTo>
                <a:close/>
              </a:path>
              <a:path w="823594" h="203200">
                <a:moveTo>
                  <a:pt x="723427" y="7601"/>
                </a:moveTo>
                <a:lnTo>
                  <a:pt x="697627" y="7601"/>
                </a:lnTo>
                <a:lnTo>
                  <a:pt x="697627" y="42846"/>
                </a:lnTo>
                <a:lnTo>
                  <a:pt x="696168" y="49988"/>
                </a:lnTo>
                <a:lnTo>
                  <a:pt x="693250" y="56438"/>
                </a:lnTo>
                <a:lnTo>
                  <a:pt x="690404" y="62581"/>
                </a:lnTo>
                <a:lnTo>
                  <a:pt x="690333" y="62734"/>
                </a:lnTo>
                <a:lnTo>
                  <a:pt x="658639" y="90790"/>
                </a:lnTo>
                <a:lnTo>
                  <a:pt x="649942" y="96520"/>
                </a:lnTo>
                <a:lnTo>
                  <a:pt x="663303" y="116101"/>
                </a:lnTo>
                <a:lnTo>
                  <a:pt x="696168" y="90070"/>
                </a:lnTo>
                <a:lnTo>
                  <a:pt x="710338" y="68328"/>
                </a:lnTo>
                <a:lnTo>
                  <a:pt x="707225" y="61582"/>
                </a:lnTo>
                <a:lnTo>
                  <a:pt x="704922" y="55362"/>
                </a:lnTo>
                <a:lnTo>
                  <a:pt x="702925" y="48605"/>
                </a:lnTo>
                <a:lnTo>
                  <a:pt x="725056" y="48605"/>
                </a:lnTo>
                <a:lnTo>
                  <a:pt x="724656" y="47530"/>
                </a:lnTo>
                <a:lnTo>
                  <a:pt x="723427" y="40697"/>
                </a:lnTo>
                <a:lnTo>
                  <a:pt x="723427" y="7601"/>
                </a:lnTo>
                <a:close/>
              </a:path>
              <a:path w="823594" h="203200">
                <a:moveTo>
                  <a:pt x="725056" y="48605"/>
                </a:moveTo>
                <a:lnTo>
                  <a:pt x="717438" y="48605"/>
                </a:lnTo>
                <a:lnTo>
                  <a:pt x="715442" y="55977"/>
                </a:lnTo>
                <a:lnTo>
                  <a:pt x="713061" y="62581"/>
                </a:lnTo>
                <a:lnTo>
                  <a:pt x="710338" y="68328"/>
                </a:lnTo>
                <a:lnTo>
                  <a:pt x="712447" y="72793"/>
                </a:lnTo>
                <a:lnTo>
                  <a:pt x="715672" y="78091"/>
                </a:lnTo>
                <a:lnTo>
                  <a:pt x="745196" y="104410"/>
                </a:lnTo>
                <a:lnTo>
                  <a:pt x="757751" y="111494"/>
                </a:lnTo>
                <a:lnTo>
                  <a:pt x="769729" y="91452"/>
                </a:lnTo>
                <a:lnTo>
                  <a:pt x="760932" y="86845"/>
                </a:lnTo>
                <a:lnTo>
                  <a:pt x="753201" y="82238"/>
                </a:lnTo>
                <a:lnTo>
                  <a:pt x="727113" y="54134"/>
                </a:lnTo>
                <a:lnTo>
                  <a:pt x="725056" y="48605"/>
                </a:lnTo>
                <a:close/>
              </a:path>
              <a:path w="823594" h="203200">
                <a:moveTo>
                  <a:pt x="717438" y="48605"/>
                </a:moveTo>
                <a:lnTo>
                  <a:pt x="702925" y="48605"/>
                </a:lnTo>
                <a:lnTo>
                  <a:pt x="704922" y="55362"/>
                </a:lnTo>
                <a:lnTo>
                  <a:pt x="707225" y="61582"/>
                </a:lnTo>
                <a:lnTo>
                  <a:pt x="710338" y="68328"/>
                </a:lnTo>
                <a:lnTo>
                  <a:pt x="712988" y="62734"/>
                </a:lnTo>
                <a:lnTo>
                  <a:pt x="713061" y="62581"/>
                </a:lnTo>
                <a:lnTo>
                  <a:pt x="715442" y="55977"/>
                </a:lnTo>
                <a:lnTo>
                  <a:pt x="717438" y="48605"/>
                </a:lnTo>
                <a:close/>
              </a:path>
              <a:path w="823594" h="203200">
                <a:moveTo>
                  <a:pt x="793917" y="37548"/>
                </a:moveTo>
                <a:lnTo>
                  <a:pt x="753604" y="37548"/>
                </a:lnTo>
                <a:lnTo>
                  <a:pt x="753604" y="58741"/>
                </a:lnTo>
                <a:lnTo>
                  <a:pt x="793917" y="58741"/>
                </a:lnTo>
                <a:lnTo>
                  <a:pt x="793917" y="37548"/>
                </a:lnTo>
                <a:close/>
              </a:path>
              <a:path w="823594" h="203200">
                <a:moveTo>
                  <a:pt x="819487" y="37548"/>
                </a:moveTo>
                <a:lnTo>
                  <a:pt x="807047" y="37548"/>
                </a:lnTo>
                <a:lnTo>
                  <a:pt x="807047" y="58741"/>
                </a:lnTo>
                <a:lnTo>
                  <a:pt x="819487" y="58741"/>
                </a:lnTo>
                <a:lnTo>
                  <a:pt x="819487" y="37548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2590" y="1382952"/>
            <a:ext cx="2870200" cy="473709"/>
          </a:xfrm>
          <a:custGeom>
            <a:avLst/>
            <a:gdLst/>
            <a:ahLst/>
            <a:cxnLst/>
            <a:rect l="l" t="t" r="r" b="b"/>
            <a:pathLst>
              <a:path w="2870200" h="473710">
                <a:moveTo>
                  <a:pt x="151367" y="309812"/>
                </a:moveTo>
                <a:lnTo>
                  <a:pt x="90384" y="309812"/>
                </a:lnTo>
                <a:lnTo>
                  <a:pt x="90384" y="467168"/>
                </a:lnTo>
                <a:lnTo>
                  <a:pt x="416531" y="467168"/>
                </a:lnTo>
                <a:lnTo>
                  <a:pt x="416531" y="417076"/>
                </a:lnTo>
                <a:lnTo>
                  <a:pt x="151367" y="417076"/>
                </a:lnTo>
                <a:lnTo>
                  <a:pt x="151367" y="309812"/>
                </a:lnTo>
                <a:close/>
              </a:path>
              <a:path w="2870200" h="473710">
                <a:moveTo>
                  <a:pt x="404553" y="0"/>
                </a:moveTo>
                <a:lnTo>
                  <a:pt x="343570" y="0"/>
                </a:lnTo>
                <a:lnTo>
                  <a:pt x="343570" y="344659"/>
                </a:lnTo>
                <a:lnTo>
                  <a:pt x="404553" y="344659"/>
                </a:lnTo>
                <a:lnTo>
                  <a:pt x="404553" y="180769"/>
                </a:lnTo>
                <a:lnTo>
                  <a:pt x="374606" y="180769"/>
                </a:lnTo>
                <a:lnTo>
                  <a:pt x="374606" y="130676"/>
                </a:lnTo>
                <a:lnTo>
                  <a:pt x="404553" y="130676"/>
                </a:lnTo>
                <a:lnTo>
                  <a:pt x="404553" y="0"/>
                </a:lnTo>
                <a:close/>
              </a:path>
              <a:path w="2870200" h="473710">
                <a:moveTo>
                  <a:pt x="176413" y="62071"/>
                </a:moveTo>
                <a:lnTo>
                  <a:pt x="114886" y="62071"/>
                </a:lnTo>
                <a:lnTo>
                  <a:pt x="114886" y="100729"/>
                </a:lnTo>
                <a:lnTo>
                  <a:pt x="114309" y="113525"/>
                </a:lnTo>
                <a:lnTo>
                  <a:pt x="105085" y="151367"/>
                </a:lnTo>
                <a:lnTo>
                  <a:pt x="81809" y="185669"/>
                </a:lnTo>
                <a:lnTo>
                  <a:pt x="40155" y="221061"/>
                </a:lnTo>
                <a:lnTo>
                  <a:pt x="0" y="247196"/>
                </a:lnTo>
                <a:lnTo>
                  <a:pt x="28313" y="294566"/>
                </a:lnTo>
                <a:lnTo>
                  <a:pt x="68639" y="267716"/>
                </a:lnTo>
                <a:lnTo>
                  <a:pt x="100593" y="242023"/>
                </a:lnTo>
                <a:lnTo>
                  <a:pt x="132174" y="204998"/>
                </a:lnTo>
                <a:lnTo>
                  <a:pt x="146127" y="180189"/>
                </a:lnTo>
                <a:lnTo>
                  <a:pt x="145718" y="179441"/>
                </a:lnTo>
                <a:lnTo>
                  <a:pt x="139116" y="165114"/>
                </a:lnTo>
                <a:lnTo>
                  <a:pt x="133194" y="149767"/>
                </a:lnTo>
                <a:lnTo>
                  <a:pt x="127954" y="133399"/>
                </a:lnTo>
                <a:lnTo>
                  <a:pt x="180611" y="133399"/>
                </a:lnTo>
                <a:lnTo>
                  <a:pt x="178727" y="125776"/>
                </a:lnTo>
                <a:lnTo>
                  <a:pt x="177103" y="114308"/>
                </a:lnTo>
                <a:lnTo>
                  <a:pt x="176992" y="113525"/>
                </a:lnTo>
                <a:lnTo>
                  <a:pt x="176413" y="100729"/>
                </a:lnTo>
                <a:lnTo>
                  <a:pt x="176413" y="62071"/>
                </a:lnTo>
                <a:close/>
              </a:path>
              <a:path w="2870200" h="473710">
                <a:moveTo>
                  <a:pt x="180611" y="133399"/>
                </a:moveTo>
                <a:lnTo>
                  <a:pt x="163890" y="133399"/>
                </a:lnTo>
                <a:lnTo>
                  <a:pt x="159602" y="147180"/>
                </a:lnTo>
                <a:lnTo>
                  <a:pt x="154906" y="160214"/>
                </a:lnTo>
                <a:lnTo>
                  <a:pt x="149801" y="172499"/>
                </a:lnTo>
                <a:lnTo>
                  <a:pt x="146127" y="180189"/>
                </a:lnTo>
                <a:lnTo>
                  <a:pt x="153000" y="192748"/>
                </a:lnTo>
                <a:lnTo>
                  <a:pt x="182504" y="228990"/>
                </a:lnTo>
                <a:lnTo>
                  <a:pt x="225145" y="261625"/>
                </a:lnTo>
                <a:lnTo>
                  <a:pt x="263531" y="282588"/>
                </a:lnTo>
                <a:lnTo>
                  <a:pt x="289122" y="235762"/>
                </a:lnTo>
                <a:lnTo>
                  <a:pt x="268008" y="224328"/>
                </a:lnTo>
                <a:lnTo>
                  <a:pt x="249102" y="213029"/>
                </a:lnTo>
                <a:lnTo>
                  <a:pt x="208129" y="181007"/>
                </a:lnTo>
                <a:lnTo>
                  <a:pt x="185669" y="148644"/>
                </a:lnTo>
                <a:lnTo>
                  <a:pt x="181620" y="137482"/>
                </a:lnTo>
                <a:lnTo>
                  <a:pt x="180611" y="133399"/>
                </a:lnTo>
                <a:close/>
              </a:path>
              <a:path w="2870200" h="473710">
                <a:moveTo>
                  <a:pt x="343570" y="130676"/>
                </a:moveTo>
                <a:lnTo>
                  <a:pt x="253730" y="130676"/>
                </a:lnTo>
                <a:lnTo>
                  <a:pt x="253730" y="180769"/>
                </a:lnTo>
                <a:lnTo>
                  <a:pt x="343570" y="180769"/>
                </a:lnTo>
                <a:lnTo>
                  <a:pt x="343570" y="130676"/>
                </a:lnTo>
                <a:close/>
              </a:path>
              <a:path w="2870200" h="473710">
                <a:moveTo>
                  <a:pt x="404553" y="130676"/>
                </a:moveTo>
                <a:lnTo>
                  <a:pt x="374606" y="130676"/>
                </a:lnTo>
                <a:lnTo>
                  <a:pt x="374606" y="180769"/>
                </a:lnTo>
                <a:lnTo>
                  <a:pt x="404553" y="180769"/>
                </a:lnTo>
                <a:lnTo>
                  <a:pt x="404553" y="130676"/>
                </a:lnTo>
                <a:close/>
              </a:path>
              <a:path w="2870200" h="473710">
                <a:moveTo>
                  <a:pt x="163890" y="133399"/>
                </a:moveTo>
                <a:lnTo>
                  <a:pt x="127954" y="133399"/>
                </a:lnTo>
                <a:lnTo>
                  <a:pt x="133194" y="149767"/>
                </a:lnTo>
                <a:lnTo>
                  <a:pt x="139116" y="165114"/>
                </a:lnTo>
                <a:lnTo>
                  <a:pt x="145718" y="179441"/>
                </a:lnTo>
                <a:lnTo>
                  <a:pt x="146127" y="180189"/>
                </a:lnTo>
                <a:lnTo>
                  <a:pt x="149801" y="172499"/>
                </a:lnTo>
                <a:lnTo>
                  <a:pt x="154906" y="160214"/>
                </a:lnTo>
                <a:lnTo>
                  <a:pt x="159602" y="147180"/>
                </a:lnTo>
                <a:lnTo>
                  <a:pt x="163890" y="133399"/>
                </a:lnTo>
                <a:close/>
              </a:path>
              <a:path w="2870200" h="473710">
                <a:moveTo>
                  <a:pt x="270609" y="38658"/>
                </a:moveTo>
                <a:lnTo>
                  <a:pt x="20690" y="38658"/>
                </a:lnTo>
                <a:lnTo>
                  <a:pt x="20690" y="88206"/>
                </a:lnTo>
                <a:lnTo>
                  <a:pt x="114886" y="88206"/>
                </a:lnTo>
                <a:lnTo>
                  <a:pt x="114886" y="62071"/>
                </a:lnTo>
                <a:lnTo>
                  <a:pt x="270609" y="62071"/>
                </a:lnTo>
                <a:lnTo>
                  <a:pt x="270609" y="38658"/>
                </a:lnTo>
                <a:close/>
              </a:path>
              <a:path w="2870200" h="473710">
                <a:moveTo>
                  <a:pt x="270609" y="62071"/>
                </a:moveTo>
                <a:lnTo>
                  <a:pt x="176413" y="62071"/>
                </a:lnTo>
                <a:lnTo>
                  <a:pt x="176413" y="88206"/>
                </a:lnTo>
                <a:lnTo>
                  <a:pt x="270609" y="88206"/>
                </a:lnTo>
                <a:lnTo>
                  <a:pt x="270609" y="62071"/>
                </a:lnTo>
                <a:close/>
              </a:path>
              <a:path w="2870200" h="473710">
                <a:moveTo>
                  <a:pt x="784302" y="7622"/>
                </a:moveTo>
                <a:lnTo>
                  <a:pt x="726587" y="7622"/>
                </a:lnTo>
                <a:lnTo>
                  <a:pt x="726587" y="449745"/>
                </a:lnTo>
                <a:lnTo>
                  <a:pt x="784302" y="449745"/>
                </a:lnTo>
                <a:lnTo>
                  <a:pt x="784302" y="255908"/>
                </a:lnTo>
                <a:lnTo>
                  <a:pt x="762523" y="255908"/>
                </a:lnTo>
                <a:lnTo>
                  <a:pt x="762523" y="205815"/>
                </a:lnTo>
                <a:lnTo>
                  <a:pt x="784302" y="205815"/>
                </a:lnTo>
                <a:lnTo>
                  <a:pt x="784302" y="7622"/>
                </a:lnTo>
                <a:close/>
              </a:path>
              <a:path w="2870200" h="473710">
                <a:moveTo>
                  <a:pt x="617690" y="136121"/>
                </a:moveTo>
                <a:lnTo>
                  <a:pt x="556707" y="136121"/>
                </a:lnTo>
                <a:lnTo>
                  <a:pt x="556707" y="147011"/>
                </a:lnTo>
                <a:lnTo>
                  <a:pt x="556227" y="163175"/>
                </a:lnTo>
                <a:lnTo>
                  <a:pt x="548539" y="212894"/>
                </a:lnTo>
                <a:lnTo>
                  <a:pt x="529754" y="259141"/>
                </a:lnTo>
                <a:lnTo>
                  <a:pt x="495724" y="305456"/>
                </a:lnTo>
                <a:lnTo>
                  <a:pt x="462510" y="338670"/>
                </a:lnTo>
                <a:lnTo>
                  <a:pt x="498447" y="380051"/>
                </a:lnTo>
                <a:lnTo>
                  <a:pt x="535506" y="340133"/>
                </a:lnTo>
                <a:lnTo>
                  <a:pt x="563785" y="299875"/>
                </a:lnTo>
                <a:lnTo>
                  <a:pt x="584696" y="253730"/>
                </a:lnTo>
                <a:lnTo>
                  <a:pt x="587654" y="244529"/>
                </a:lnTo>
                <a:lnTo>
                  <a:pt x="583795" y="232903"/>
                </a:lnTo>
                <a:lnTo>
                  <a:pt x="578725" y="215037"/>
                </a:lnTo>
                <a:lnTo>
                  <a:pt x="574131" y="196014"/>
                </a:lnTo>
                <a:lnTo>
                  <a:pt x="622314" y="196014"/>
                </a:lnTo>
                <a:lnTo>
                  <a:pt x="621977" y="194483"/>
                </a:lnTo>
                <a:lnTo>
                  <a:pt x="619595" y="178999"/>
                </a:lnTo>
                <a:lnTo>
                  <a:pt x="618258" y="164196"/>
                </a:lnTo>
                <a:lnTo>
                  <a:pt x="618166" y="163175"/>
                </a:lnTo>
                <a:lnTo>
                  <a:pt x="617690" y="147011"/>
                </a:lnTo>
                <a:lnTo>
                  <a:pt x="617690" y="136121"/>
                </a:lnTo>
                <a:close/>
              </a:path>
              <a:path w="2870200" h="473710">
                <a:moveTo>
                  <a:pt x="622314" y="196014"/>
                </a:moveTo>
                <a:lnTo>
                  <a:pt x="600266" y="196014"/>
                </a:lnTo>
                <a:lnTo>
                  <a:pt x="595638" y="216569"/>
                </a:lnTo>
                <a:lnTo>
                  <a:pt x="590465" y="235762"/>
                </a:lnTo>
                <a:lnTo>
                  <a:pt x="587654" y="244529"/>
                </a:lnTo>
                <a:lnTo>
                  <a:pt x="589342" y="249612"/>
                </a:lnTo>
                <a:lnTo>
                  <a:pt x="595365" y="265164"/>
                </a:lnTo>
                <a:lnTo>
                  <a:pt x="618642" y="307634"/>
                </a:lnTo>
                <a:lnTo>
                  <a:pt x="650358" y="346701"/>
                </a:lnTo>
                <a:lnTo>
                  <a:pt x="677039" y="373517"/>
                </a:lnTo>
                <a:lnTo>
                  <a:pt x="711886" y="331591"/>
                </a:lnTo>
                <a:lnTo>
                  <a:pt x="694394" y="314984"/>
                </a:lnTo>
                <a:lnTo>
                  <a:pt x="678944" y="298922"/>
                </a:lnTo>
                <a:lnTo>
                  <a:pt x="654170" y="268431"/>
                </a:lnTo>
                <a:lnTo>
                  <a:pt x="630178" y="224328"/>
                </a:lnTo>
                <a:lnTo>
                  <a:pt x="625311" y="209627"/>
                </a:lnTo>
                <a:lnTo>
                  <a:pt x="622314" y="196014"/>
                </a:lnTo>
                <a:close/>
              </a:path>
              <a:path w="2870200" h="473710">
                <a:moveTo>
                  <a:pt x="726587" y="205815"/>
                </a:moveTo>
                <a:lnTo>
                  <a:pt x="666149" y="205815"/>
                </a:lnTo>
                <a:lnTo>
                  <a:pt x="666149" y="255908"/>
                </a:lnTo>
                <a:lnTo>
                  <a:pt x="726587" y="255908"/>
                </a:lnTo>
                <a:lnTo>
                  <a:pt x="726587" y="205815"/>
                </a:lnTo>
                <a:close/>
              </a:path>
              <a:path w="2870200" h="473710">
                <a:moveTo>
                  <a:pt x="784302" y="205815"/>
                </a:moveTo>
                <a:lnTo>
                  <a:pt x="762523" y="205815"/>
                </a:lnTo>
                <a:lnTo>
                  <a:pt x="762523" y="255908"/>
                </a:lnTo>
                <a:lnTo>
                  <a:pt x="784302" y="255908"/>
                </a:lnTo>
                <a:lnTo>
                  <a:pt x="784302" y="205815"/>
                </a:lnTo>
                <a:close/>
              </a:path>
              <a:path w="2870200" h="473710">
                <a:moveTo>
                  <a:pt x="600266" y="196014"/>
                </a:moveTo>
                <a:lnTo>
                  <a:pt x="574131" y="196014"/>
                </a:lnTo>
                <a:lnTo>
                  <a:pt x="578725" y="215037"/>
                </a:lnTo>
                <a:lnTo>
                  <a:pt x="583795" y="232903"/>
                </a:lnTo>
                <a:lnTo>
                  <a:pt x="587654" y="244529"/>
                </a:lnTo>
                <a:lnTo>
                  <a:pt x="590465" y="235762"/>
                </a:lnTo>
                <a:lnTo>
                  <a:pt x="595638" y="216569"/>
                </a:lnTo>
                <a:lnTo>
                  <a:pt x="600266" y="196014"/>
                </a:lnTo>
                <a:close/>
              </a:path>
              <a:path w="2870200" h="473710">
                <a:moveTo>
                  <a:pt x="693918" y="117064"/>
                </a:moveTo>
                <a:lnTo>
                  <a:pt x="480478" y="117064"/>
                </a:lnTo>
                <a:lnTo>
                  <a:pt x="480478" y="166612"/>
                </a:lnTo>
                <a:lnTo>
                  <a:pt x="555975" y="166612"/>
                </a:lnTo>
                <a:lnTo>
                  <a:pt x="556197" y="164196"/>
                </a:lnTo>
                <a:lnTo>
                  <a:pt x="556707" y="147011"/>
                </a:lnTo>
                <a:lnTo>
                  <a:pt x="556707" y="136121"/>
                </a:lnTo>
                <a:lnTo>
                  <a:pt x="693918" y="136121"/>
                </a:lnTo>
                <a:lnTo>
                  <a:pt x="693918" y="117064"/>
                </a:lnTo>
                <a:close/>
              </a:path>
              <a:path w="2870200" h="473710">
                <a:moveTo>
                  <a:pt x="693918" y="136121"/>
                </a:moveTo>
                <a:lnTo>
                  <a:pt x="617690" y="136121"/>
                </a:lnTo>
                <a:lnTo>
                  <a:pt x="617690" y="147011"/>
                </a:lnTo>
                <a:lnTo>
                  <a:pt x="618166" y="163175"/>
                </a:lnTo>
                <a:lnTo>
                  <a:pt x="618476" y="166612"/>
                </a:lnTo>
                <a:lnTo>
                  <a:pt x="693918" y="166612"/>
                </a:lnTo>
                <a:lnTo>
                  <a:pt x="693918" y="136121"/>
                </a:lnTo>
                <a:close/>
              </a:path>
              <a:path w="2870200" h="473710">
                <a:moveTo>
                  <a:pt x="650359" y="25046"/>
                </a:moveTo>
                <a:lnTo>
                  <a:pt x="522949" y="25046"/>
                </a:lnTo>
                <a:lnTo>
                  <a:pt x="522949" y="75683"/>
                </a:lnTo>
                <a:lnTo>
                  <a:pt x="650359" y="75683"/>
                </a:lnTo>
                <a:lnTo>
                  <a:pt x="650359" y="25046"/>
                </a:lnTo>
                <a:close/>
              </a:path>
              <a:path w="2870200" h="473710">
                <a:moveTo>
                  <a:pt x="884488" y="3266"/>
                </a:moveTo>
                <a:lnTo>
                  <a:pt x="825683" y="3266"/>
                </a:lnTo>
                <a:lnTo>
                  <a:pt x="825683" y="468257"/>
                </a:lnTo>
                <a:lnTo>
                  <a:pt x="884488" y="468257"/>
                </a:lnTo>
                <a:lnTo>
                  <a:pt x="884488" y="3266"/>
                </a:lnTo>
                <a:close/>
              </a:path>
              <a:path w="2870200" h="473710">
                <a:moveTo>
                  <a:pt x="1446687" y="0"/>
                </a:moveTo>
                <a:lnTo>
                  <a:pt x="1385705" y="0"/>
                </a:lnTo>
                <a:lnTo>
                  <a:pt x="1385705" y="470435"/>
                </a:lnTo>
                <a:lnTo>
                  <a:pt x="1446687" y="470435"/>
                </a:lnTo>
                <a:lnTo>
                  <a:pt x="1446687" y="231951"/>
                </a:lnTo>
                <a:lnTo>
                  <a:pt x="1416196" y="231951"/>
                </a:lnTo>
                <a:lnTo>
                  <a:pt x="1416196" y="181858"/>
                </a:lnTo>
                <a:lnTo>
                  <a:pt x="1446687" y="181858"/>
                </a:lnTo>
                <a:lnTo>
                  <a:pt x="1446687" y="0"/>
                </a:lnTo>
                <a:close/>
              </a:path>
              <a:path w="2870200" h="473710">
                <a:moveTo>
                  <a:pt x="1446687" y="181858"/>
                </a:moveTo>
                <a:lnTo>
                  <a:pt x="1416196" y="181858"/>
                </a:lnTo>
                <a:lnTo>
                  <a:pt x="1416196" y="231951"/>
                </a:lnTo>
                <a:lnTo>
                  <a:pt x="1446687" y="231951"/>
                </a:lnTo>
                <a:lnTo>
                  <a:pt x="1446687" y="181858"/>
                </a:lnTo>
                <a:close/>
              </a:path>
              <a:path w="2870200" h="473710">
                <a:moveTo>
                  <a:pt x="1513659" y="181858"/>
                </a:moveTo>
                <a:lnTo>
                  <a:pt x="1446687" y="181858"/>
                </a:lnTo>
                <a:lnTo>
                  <a:pt x="1446687" y="231951"/>
                </a:lnTo>
                <a:lnTo>
                  <a:pt x="1513659" y="231951"/>
                </a:lnTo>
                <a:lnTo>
                  <a:pt x="1513659" y="181858"/>
                </a:lnTo>
                <a:close/>
              </a:path>
              <a:path w="2870200" h="473710">
                <a:moveTo>
                  <a:pt x="1198946" y="37569"/>
                </a:moveTo>
                <a:lnTo>
                  <a:pt x="1146883" y="48595"/>
                </a:lnTo>
                <a:lnTo>
                  <a:pt x="1109110" y="80583"/>
                </a:lnTo>
                <a:lnTo>
                  <a:pt x="1086275" y="131629"/>
                </a:lnTo>
                <a:lnTo>
                  <a:pt x="1079467" y="175188"/>
                </a:lnTo>
                <a:lnTo>
                  <a:pt x="1078615" y="199826"/>
                </a:lnTo>
                <a:lnTo>
                  <a:pt x="1079467" y="224260"/>
                </a:lnTo>
                <a:lnTo>
                  <a:pt x="1086275" y="267818"/>
                </a:lnTo>
                <a:lnTo>
                  <a:pt x="1099852" y="304129"/>
                </a:lnTo>
                <a:lnTo>
                  <a:pt x="1132519" y="343025"/>
                </a:lnTo>
                <a:lnTo>
                  <a:pt x="1180094" y="360891"/>
                </a:lnTo>
                <a:lnTo>
                  <a:pt x="1198946" y="362083"/>
                </a:lnTo>
                <a:lnTo>
                  <a:pt x="1217766" y="360891"/>
                </a:lnTo>
                <a:lnTo>
                  <a:pt x="1264829" y="343025"/>
                </a:lnTo>
                <a:lnTo>
                  <a:pt x="1292458" y="313079"/>
                </a:lnTo>
                <a:lnTo>
                  <a:pt x="1198946" y="313079"/>
                </a:lnTo>
                <a:lnTo>
                  <a:pt x="1187616" y="312228"/>
                </a:lnTo>
                <a:lnTo>
                  <a:pt x="1155320" y="291674"/>
                </a:lnTo>
                <a:lnTo>
                  <a:pt x="1140808" y="246924"/>
                </a:lnTo>
                <a:lnTo>
                  <a:pt x="1140720" y="246379"/>
                </a:lnTo>
                <a:lnTo>
                  <a:pt x="1139189" y="231950"/>
                </a:lnTo>
                <a:lnTo>
                  <a:pt x="1138270" y="216433"/>
                </a:lnTo>
                <a:lnTo>
                  <a:pt x="1137964" y="199826"/>
                </a:lnTo>
                <a:lnTo>
                  <a:pt x="1138270" y="183015"/>
                </a:lnTo>
                <a:lnTo>
                  <a:pt x="1142864" y="139932"/>
                </a:lnTo>
                <a:lnTo>
                  <a:pt x="1161377" y="100729"/>
                </a:lnTo>
                <a:lnTo>
                  <a:pt x="1198946" y="86573"/>
                </a:lnTo>
                <a:lnTo>
                  <a:pt x="1292399" y="86573"/>
                </a:lnTo>
                <a:lnTo>
                  <a:pt x="1288656" y="80583"/>
                </a:lnTo>
                <a:lnTo>
                  <a:pt x="1250709" y="48595"/>
                </a:lnTo>
                <a:lnTo>
                  <a:pt x="1217766" y="38794"/>
                </a:lnTo>
                <a:lnTo>
                  <a:pt x="1198946" y="37569"/>
                </a:lnTo>
                <a:close/>
              </a:path>
              <a:path w="2870200" h="473710">
                <a:moveTo>
                  <a:pt x="1292399" y="86573"/>
                </a:moveTo>
                <a:lnTo>
                  <a:pt x="1198946" y="86573"/>
                </a:lnTo>
                <a:lnTo>
                  <a:pt x="1210483" y="87457"/>
                </a:lnTo>
                <a:lnTo>
                  <a:pt x="1220590" y="90112"/>
                </a:lnTo>
                <a:lnTo>
                  <a:pt x="1247542" y="117336"/>
                </a:lnTo>
                <a:lnTo>
                  <a:pt x="1256756" y="152455"/>
                </a:lnTo>
                <a:lnTo>
                  <a:pt x="1256868" y="153068"/>
                </a:lnTo>
                <a:lnTo>
                  <a:pt x="1258569" y="167429"/>
                </a:lnTo>
                <a:lnTo>
                  <a:pt x="1259589" y="183015"/>
                </a:lnTo>
                <a:lnTo>
                  <a:pt x="1259929" y="199826"/>
                </a:lnTo>
                <a:lnTo>
                  <a:pt x="1259589" y="216433"/>
                </a:lnTo>
                <a:lnTo>
                  <a:pt x="1254484" y="259719"/>
                </a:lnTo>
                <a:lnTo>
                  <a:pt x="1236516" y="299467"/>
                </a:lnTo>
                <a:lnTo>
                  <a:pt x="1198946" y="313079"/>
                </a:lnTo>
                <a:lnTo>
                  <a:pt x="1292458" y="313079"/>
                </a:lnTo>
                <a:lnTo>
                  <a:pt x="1311622" y="267818"/>
                </a:lnTo>
                <a:lnTo>
                  <a:pt x="1318427" y="224260"/>
                </a:lnTo>
                <a:lnTo>
                  <a:pt x="1319278" y="199826"/>
                </a:lnTo>
                <a:lnTo>
                  <a:pt x="1318427" y="175188"/>
                </a:lnTo>
                <a:lnTo>
                  <a:pt x="1311622" y="131629"/>
                </a:lnTo>
                <a:lnTo>
                  <a:pt x="1298013" y="95557"/>
                </a:lnTo>
                <a:lnTo>
                  <a:pt x="1292399" y="86573"/>
                </a:lnTo>
                <a:close/>
              </a:path>
              <a:path w="2870200" h="473710">
                <a:moveTo>
                  <a:pt x="1937510" y="0"/>
                </a:moveTo>
                <a:lnTo>
                  <a:pt x="1876528" y="0"/>
                </a:lnTo>
                <a:lnTo>
                  <a:pt x="1876528" y="470435"/>
                </a:lnTo>
                <a:lnTo>
                  <a:pt x="1937510" y="470435"/>
                </a:lnTo>
                <a:lnTo>
                  <a:pt x="1937510" y="0"/>
                </a:lnTo>
                <a:close/>
              </a:path>
              <a:path w="2870200" h="473710">
                <a:moveTo>
                  <a:pt x="1791428" y="160078"/>
                </a:moveTo>
                <a:lnTo>
                  <a:pt x="1754018" y="160078"/>
                </a:lnTo>
                <a:lnTo>
                  <a:pt x="1754018" y="209627"/>
                </a:lnTo>
                <a:lnTo>
                  <a:pt x="1707056" y="215303"/>
                </a:lnTo>
                <a:lnTo>
                  <a:pt x="1672722" y="255874"/>
                </a:lnTo>
                <a:lnTo>
                  <a:pt x="1643049" y="281737"/>
                </a:lnTo>
                <a:lnTo>
                  <a:pt x="1607963" y="307362"/>
                </a:lnTo>
                <a:lnTo>
                  <a:pt x="1567669" y="332953"/>
                </a:lnTo>
                <a:lnTo>
                  <a:pt x="1545480" y="345748"/>
                </a:lnTo>
                <a:lnTo>
                  <a:pt x="1572160" y="395296"/>
                </a:lnTo>
                <a:lnTo>
                  <a:pt x="1606702" y="375252"/>
                </a:lnTo>
                <a:lnTo>
                  <a:pt x="1667414" y="334144"/>
                </a:lnTo>
                <a:lnTo>
                  <a:pt x="1716859" y="291640"/>
                </a:lnTo>
                <a:lnTo>
                  <a:pt x="1754429" y="247536"/>
                </a:lnTo>
                <a:lnTo>
                  <a:pt x="1779919" y="201527"/>
                </a:lnTo>
                <a:lnTo>
                  <a:pt x="1787915" y="177774"/>
                </a:lnTo>
                <a:lnTo>
                  <a:pt x="1791428" y="160078"/>
                </a:lnTo>
                <a:close/>
              </a:path>
              <a:path w="2870200" h="473710">
                <a:moveTo>
                  <a:pt x="1730714" y="164256"/>
                </a:moveTo>
                <a:lnTo>
                  <a:pt x="1685414" y="168416"/>
                </a:lnTo>
                <a:lnTo>
                  <a:pt x="1649660" y="169335"/>
                </a:lnTo>
                <a:lnTo>
                  <a:pt x="1548203" y="169335"/>
                </a:lnTo>
                <a:lnTo>
                  <a:pt x="1548203" y="219427"/>
                </a:lnTo>
                <a:lnTo>
                  <a:pt x="1624975" y="219427"/>
                </a:lnTo>
                <a:lnTo>
                  <a:pt x="1644645" y="219257"/>
                </a:lnTo>
                <a:lnTo>
                  <a:pt x="1694669" y="216705"/>
                </a:lnTo>
                <a:lnTo>
                  <a:pt x="1721894" y="189481"/>
                </a:lnTo>
                <a:lnTo>
                  <a:pt x="1727376" y="175868"/>
                </a:lnTo>
                <a:lnTo>
                  <a:pt x="1730714" y="164256"/>
                </a:lnTo>
                <a:close/>
              </a:path>
              <a:path w="2870200" h="473710">
                <a:moveTo>
                  <a:pt x="1754018" y="160078"/>
                </a:moveTo>
                <a:lnTo>
                  <a:pt x="1739967" y="162801"/>
                </a:lnTo>
                <a:lnTo>
                  <a:pt x="1730714" y="164256"/>
                </a:lnTo>
                <a:lnTo>
                  <a:pt x="1727376" y="175868"/>
                </a:lnTo>
                <a:lnTo>
                  <a:pt x="1721894" y="189481"/>
                </a:lnTo>
                <a:lnTo>
                  <a:pt x="1714920" y="202820"/>
                </a:lnTo>
                <a:lnTo>
                  <a:pt x="1707056" y="215303"/>
                </a:lnTo>
                <a:lnTo>
                  <a:pt x="1754018" y="209627"/>
                </a:lnTo>
                <a:lnTo>
                  <a:pt x="1754018" y="160078"/>
                </a:lnTo>
                <a:close/>
              </a:path>
              <a:path w="2870200" h="473710">
                <a:moveTo>
                  <a:pt x="1794310" y="45736"/>
                </a:moveTo>
                <a:lnTo>
                  <a:pt x="1569438" y="45736"/>
                </a:lnTo>
                <a:lnTo>
                  <a:pt x="1569438" y="95829"/>
                </a:lnTo>
                <a:lnTo>
                  <a:pt x="1734417" y="95829"/>
                </a:lnTo>
                <a:lnTo>
                  <a:pt x="1734417" y="135032"/>
                </a:lnTo>
                <a:lnTo>
                  <a:pt x="1733635" y="148644"/>
                </a:lnTo>
                <a:lnTo>
                  <a:pt x="1731289" y="162256"/>
                </a:lnTo>
                <a:lnTo>
                  <a:pt x="1730714" y="164256"/>
                </a:lnTo>
                <a:lnTo>
                  <a:pt x="1739967" y="162801"/>
                </a:lnTo>
                <a:lnTo>
                  <a:pt x="1754018" y="160078"/>
                </a:lnTo>
                <a:lnTo>
                  <a:pt x="1791428" y="160078"/>
                </a:lnTo>
                <a:lnTo>
                  <a:pt x="1792712" y="153612"/>
                </a:lnTo>
                <a:lnTo>
                  <a:pt x="1794310" y="129043"/>
                </a:lnTo>
                <a:lnTo>
                  <a:pt x="1794310" y="45736"/>
                </a:lnTo>
                <a:close/>
              </a:path>
              <a:path w="2870200" h="473710">
                <a:moveTo>
                  <a:pt x="2317268" y="7622"/>
                </a:moveTo>
                <a:lnTo>
                  <a:pt x="2259553" y="7622"/>
                </a:lnTo>
                <a:lnTo>
                  <a:pt x="2259553" y="289666"/>
                </a:lnTo>
                <a:lnTo>
                  <a:pt x="2317268" y="289666"/>
                </a:lnTo>
                <a:lnTo>
                  <a:pt x="2317268" y="163890"/>
                </a:lnTo>
                <a:lnTo>
                  <a:pt x="2296033" y="163890"/>
                </a:lnTo>
                <a:lnTo>
                  <a:pt x="2296033" y="113797"/>
                </a:lnTo>
                <a:lnTo>
                  <a:pt x="2317268" y="113797"/>
                </a:lnTo>
                <a:lnTo>
                  <a:pt x="2317268" y="7622"/>
                </a:lnTo>
                <a:close/>
              </a:path>
              <a:path w="2870200" h="473710">
                <a:moveTo>
                  <a:pt x="2202926" y="34302"/>
                </a:moveTo>
                <a:lnTo>
                  <a:pt x="2024879" y="34302"/>
                </a:lnTo>
                <a:lnTo>
                  <a:pt x="2024879" y="267342"/>
                </a:lnTo>
                <a:lnTo>
                  <a:pt x="2098385" y="267342"/>
                </a:lnTo>
                <a:lnTo>
                  <a:pt x="2119345" y="267172"/>
                </a:lnTo>
                <a:lnTo>
                  <a:pt x="2172435" y="264620"/>
                </a:lnTo>
                <a:lnTo>
                  <a:pt x="2215313" y="259923"/>
                </a:lnTo>
                <a:lnTo>
                  <a:pt x="2227973" y="258086"/>
                </a:lnTo>
                <a:lnTo>
                  <a:pt x="2222993" y="217794"/>
                </a:lnTo>
                <a:lnTo>
                  <a:pt x="2084228" y="217794"/>
                </a:lnTo>
                <a:lnTo>
                  <a:pt x="2084228" y="172057"/>
                </a:lnTo>
                <a:lnTo>
                  <a:pt x="2046114" y="172057"/>
                </a:lnTo>
                <a:lnTo>
                  <a:pt x="2046114" y="124687"/>
                </a:lnTo>
                <a:lnTo>
                  <a:pt x="2084228" y="124687"/>
                </a:lnTo>
                <a:lnTo>
                  <a:pt x="2084228" y="83306"/>
                </a:lnTo>
                <a:lnTo>
                  <a:pt x="2202926" y="83306"/>
                </a:lnTo>
                <a:lnTo>
                  <a:pt x="2202926" y="34302"/>
                </a:lnTo>
                <a:close/>
              </a:path>
              <a:path w="2870200" h="473710">
                <a:moveTo>
                  <a:pt x="2221983" y="209627"/>
                </a:moveTo>
                <a:lnTo>
                  <a:pt x="2170257" y="215616"/>
                </a:lnTo>
                <a:lnTo>
                  <a:pt x="2124619" y="217658"/>
                </a:lnTo>
                <a:lnTo>
                  <a:pt x="2107641" y="217794"/>
                </a:lnTo>
                <a:lnTo>
                  <a:pt x="2222993" y="217794"/>
                </a:lnTo>
                <a:lnTo>
                  <a:pt x="2221983" y="209627"/>
                </a:lnTo>
                <a:close/>
              </a:path>
              <a:path w="2870200" h="473710">
                <a:moveTo>
                  <a:pt x="2084228" y="124687"/>
                </a:moveTo>
                <a:lnTo>
                  <a:pt x="2046114" y="124687"/>
                </a:lnTo>
                <a:lnTo>
                  <a:pt x="2046114" y="172057"/>
                </a:lnTo>
                <a:lnTo>
                  <a:pt x="2084228" y="172057"/>
                </a:lnTo>
                <a:lnTo>
                  <a:pt x="2084228" y="124687"/>
                </a:lnTo>
                <a:close/>
              </a:path>
              <a:path w="2870200" h="473710">
                <a:moveTo>
                  <a:pt x="2193125" y="124687"/>
                </a:moveTo>
                <a:lnTo>
                  <a:pt x="2084228" y="124687"/>
                </a:lnTo>
                <a:lnTo>
                  <a:pt x="2084228" y="172057"/>
                </a:lnTo>
                <a:lnTo>
                  <a:pt x="2193125" y="172057"/>
                </a:lnTo>
                <a:lnTo>
                  <a:pt x="2193125" y="124687"/>
                </a:lnTo>
                <a:close/>
              </a:path>
              <a:path w="2870200" h="473710">
                <a:moveTo>
                  <a:pt x="2259553" y="113797"/>
                </a:moveTo>
                <a:lnTo>
                  <a:pt x="2215449" y="113797"/>
                </a:lnTo>
                <a:lnTo>
                  <a:pt x="2215449" y="163890"/>
                </a:lnTo>
                <a:lnTo>
                  <a:pt x="2259553" y="163890"/>
                </a:lnTo>
                <a:lnTo>
                  <a:pt x="2259553" y="113797"/>
                </a:lnTo>
                <a:close/>
              </a:path>
              <a:path w="2870200" h="473710">
                <a:moveTo>
                  <a:pt x="2317268" y="113797"/>
                </a:moveTo>
                <a:lnTo>
                  <a:pt x="2296033" y="113797"/>
                </a:lnTo>
                <a:lnTo>
                  <a:pt x="2296033" y="163890"/>
                </a:lnTo>
                <a:lnTo>
                  <a:pt x="2317268" y="163890"/>
                </a:lnTo>
                <a:lnTo>
                  <a:pt x="2317268" y="113797"/>
                </a:lnTo>
                <a:close/>
              </a:path>
              <a:path w="2870200" h="473710">
                <a:moveTo>
                  <a:pt x="2417454" y="2177"/>
                </a:moveTo>
                <a:lnTo>
                  <a:pt x="2359194" y="2177"/>
                </a:lnTo>
                <a:lnTo>
                  <a:pt x="2359194" y="292388"/>
                </a:lnTo>
                <a:lnTo>
                  <a:pt x="2417454" y="292388"/>
                </a:lnTo>
                <a:lnTo>
                  <a:pt x="2417454" y="2177"/>
                </a:lnTo>
                <a:close/>
              </a:path>
              <a:path w="2870200" h="473710">
                <a:moveTo>
                  <a:pt x="2417454" y="317979"/>
                </a:moveTo>
                <a:lnTo>
                  <a:pt x="2081506" y="317979"/>
                </a:lnTo>
                <a:lnTo>
                  <a:pt x="2081506" y="368072"/>
                </a:lnTo>
                <a:lnTo>
                  <a:pt x="2356471" y="368072"/>
                </a:lnTo>
                <a:lnTo>
                  <a:pt x="2356471" y="473158"/>
                </a:lnTo>
                <a:lnTo>
                  <a:pt x="2417454" y="473158"/>
                </a:lnTo>
                <a:lnTo>
                  <a:pt x="2417454" y="317979"/>
                </a:lnTo>
                <a:close/>
              </a:path>
              <a:path w="2870200" h="473710">
                <a:moveTo>
                  <a:pt x="2869618" y="0"/>
                </a:moveTo>
                <a:lnTo>
                  <a:pt x="2808636" y="0"/>
                </a:lnTo>
                <a:lnTo>
                  <a:pt x="2808636" y="470435"/>
                </a:lnTo>
                <a:lnTo>
                  <a:pt x="2869618" y="470435"/>
                </a:lnTo>
                <a:lnTo>
                  <a:pt x="2869618" y="254274"/>
                </a:lnTo>
                <a:lnTo>
                  <a:pt x="2841849" y="254274"/>
                </a:lnTo>
                <a:lnTo>
                  <a:pt x="2841849" y="204182"/>
                </a:lnTo>
                <a:lnTo>
                  <a:pt x="2869618" y="204182"/>
                </a:lnTo>
                <a:lnTo>
                  <a:pt x="2869618" y="0"/>
                </a:lnTo>
                <a:close/>
              </a:path>
              <a:path w="2870200" h="473710">
                <a:moveTo>
                  <a:pt x="2640389" y="131221"/>
                </a:moveTo>
                <a:lnTo>
                  <a:pt x="2579407" y="131221"/>
                </a:lnTo>
                <a:lnTo>
                  <a:pt x="2579407" y="145377"/>
                </a:lnTo>
                <a:lnTo>
                  <a:pt x="2578935" y="158989"/>
                </a:lnTo>
                <a:lnTo>
                  <a:pt x="2578838" y="161780"/>
                </a:lnTo>
                <a:lnTo>
                  <a:pt x="2578794" y="163039"/>
                </a:lnTo>
                <a:lnTo>
                  <a:pt x="2576957" y="180088"/>
                </a:lnTo>
                <a:lnTo>
                  <a:pt x="2563752" y="227560"/>
                </a:lnTo>
                <a:lnTo>
                  <a:pt x="2534759" y="272787"/>
                </a:lnTo>
                <a:lnTo>
                  <a:pt x="2504675" y="303686"/>
                </a:lnTo>
                <a:lnTo>
                  <a:pt x="2463431" y="336492"/>
                </a:lnTo>
                <a:lnTo>
                  <a:pt x="2497734" y="383862"/>
                </a:lnTo>
                <a:lnTo>
                  <a:pt x="2529992" y="357999"/>
                </a:lnTo>
                <a:lnTo>
                  <a:pt x="2568823" y="317843"/>
                </a:lnTo>
                <a:lnTo>
                  <a:pt x="2597919" y="271698"/>
                </a:lnTo>
                <a:lnTo>
                  <a:pt x="2609967" y="244200"/>
                </a:lnTo>
                <a:lnTo>
                  <a:pt x="2605538" y="232767"/>
                </a:lnTo>
                <a:lnTo>
                  <a:pt x="2599687" y="214595"/>
                </a:lnTo>
                <a:lnTo>
                  <a:pt x="2594653" y="195470"/>
                </a:lnTo>
                <a:lnTo>
                  <a:pt x="2646156" y="195470"/>
                </a:lnTo>
                <a:lnTo>
                  <a:pt x="2645593" y="193360"/>
                </a:lnTo>
                <a:lnTo>
                  <a:pt x="2642701" y="177774"/>
                </a:lnTo>
                <a:lnTo>
                  <a:pt x="2640967" y="161780"/>
                </a:lnTo>
                <a:lnTo>
                  <a:pt x="2640389" y="145377"/>
                </a:lnTo>
                <a:lnTo>
                  <a:pt x="2640389" y="131221"/>
                </a:lnTo>
                <a:close/>
              </a:path>
              <a:path w="2870200" h="473710">
                <a:moveTo>
                  <a:pt x="2646156" y="195470"/>
                </a:moveTo>
                <a:lnTo>
                  <a:pt x="2625144" y="195470"/>
                </a:lnTo>
                <a:lnTo>
                  <a:pt x="2619560" y="216364"/>
                </a:lnTo>
                <a:lnTo>
                  <a:pt x="2613161" y="236034"/>
                </a:lnTo>
                <a:lnTo>
                  <a:pt x="2609967" y="244200"/>
                </a:lnTo>
                <a:lnTo>
                  <a:pt x="2612209" y="249987"/>
                </a:lnTo>
                <a:lnTo>
                  <a:pt x="2619699" y="266253"/>
                </a:lnTo>
                <a:lnTo>
                  <a:pt x="2648589" y="310663"/>
                </a:lnTo>
                <a:lnTo>
                  <a:pt x="2688163" y="351057"/>
                </a:lnTo>
                <a:lnTo>
                  <a:pt x="2720973" y="377328"/>
                </a:lnTo>
                <a:lnTo>
                  <a:pt x="2755820" y="329958"/>
                </a:lnTo>
                <a:lnTo>
                  <a:pt x="2734004" y="313589"/>
                </a:lnTo>
                <a:lnTo>
                  <a:pt x="2714844" y="297697"/>
                </a:lnTo>
                <a:lnTo>
                  <a:pt x="2684493" y="267342"/>
                </a:lnTo>
                <a:lnTo>
                  <a:pt x="2655498" y="223239"/>
                </a:lnTo>
                <a:lnTo>
                  <a:pt x="2649646" y="208538"/>
                </a:lnTo>
                <a:lnTo>
                  <a:pt x="2646156" y="195470"/>
                </a:lnTo>
                <a:close/>
              </a:path>
              <a:path w="2870200" h="473710">
                <a:moveTo>
                  <a:pt x="2808636" y="204182"/>
                </a:moveTo>
                <a:lnTo>
                  <a:pt x="2718251" y="204182"/>
                </a:lnTo>
                <a:lnTo>
                  <a:pt x="2718251" y="254274"/>
                </a:lnTo>
                <a:lnTo>
                  <a:pt x="2808636" y="254274"/>
                </a:lnTo>
                <a:lnTo>
                  <a:pt x="2808636" y="204182"/>
                </a:lnTo>
                <a:close/>
              </a:path>
              <a:path w="2870200" h="473710">
                <a:moveTo>
                  <a:pt x="2869618" y="204182"/>
                </a:moveTo>
                <a:lnTo>
                  <a:pt x="2841849" y="204182"/>
                </a:lnTo>
                <a:lnTo>
                  <a:pt x="2841849" y="254274"/>
                </a:lnTo>
                <a:lnTo>
                  <a:pt x="2869618" y="254274"/>
                </a:lnTo>
                <a:lnTo>
                  <a:pt x="2869618" y="204182"/>
                </a:lnTo>
                <a:close/>
              </a:path>
              <a:path w="2870200" h="473710">
                <a:moveTo>
                  <a:pt x="2625144" y="195470"/>
                </a:moveTo>
                <a:lnTo>
                  <a:pt x="2594653" y="195470"/>
                </a:lnTo>
                <a:lnTo>
                  <a:pt x="2599687" y="214595"/>
                </a:lnTo>
                <a:lnTo>
                  <a:pt x="2605538" y="232767"/>
                </a:lnTo>
                <a:lnTo>
                  <a:pt x="2609967" y="244200"/>
                </a:lnTo>
                <a:lnTo>
                  <a:pt x="2613161" y="236034"/>
                </a:lnTo>
                <a:lnTo>
                  <a:pt x="2619560" y="216364"/>
                </a:lnTo>
                <a:lnTo>
                  <a:pt x="2625144" y="195470"/>
                </a:lnTo>
                <a:close/>
              </a:path>
              <a:path w="2870200" h="473710">
                <a:moveTo>
                  <a:pt x="2732408" y="109441"/>
                </a:moveTo>
                <a:lnTo>
                  <a:pt x="2487389" y="109441"/>
                </a:lnTo>
                <a:lnTo>
                  <a:pt x="2487389" y="158989"/>
                </a:lnTo>
                <a:lnTo>
                  <a:pt x="2578935" y="158989"/>
                </a:lnTo>
                <a:lnTo>
                  <a:pt x="2579407" y="145377"/>
                </a:lnTo>
                <a:lnTo>
                  <a:pt x="2579407" y="131221"/>
                </a:lnTo>
                <a:lnTo>
                  <a:pt x="2732408" y="131221"/>
                </a:lnTo>
                <a:lnTo>
                  <a:pt x="2732408" y="109441"/>
                </a:lnTo>
                <a:close/>
              </a:path>
              <a:path w="2870200" h="473710">
                <a:moveTo>
                  <a:pt x="2732408" y="131221"/>
                </a:moveTo>
                <a:lnTo>
                  <a:pt x="2640389" y="131221"/>
                </a:lnTo>
                <a:lnTo>
                  <a:pt x="2640389" y="145377"/>
                </a:lnTo>
                <a:lnTo>
                  <a:pt x="2640869" y="158989"/>
                </a:lnTo>
                <a:lnTo>
                  <a:pt x="2732408" y="158989"/>
                </a:lnTo>
                <a:lnTo>
                  <a:pt x="2732408" y="131221"/>
                </a:lnTo>
                <a:close/>
              </a:path>
              <a:path w="2870200" h="473710">
                <a:moveTo>
                  <a:pt x="2684493" y="15245"/>
                </a:moveTo>
                <a:lnTo>
                  <a:pt x="2535304" y="15245"/>
                </a:lnTo>
                <a:lnTo>
                  <a:pt x="2535304" y="65338"/>
                </a:lnTo>
                <a:lnTo>
                  <a:pt x="2684493" y="65338"/>
                </a:lnTo>
                <a:lnTo>
                  <a:pt x="2684493" y="15245"/>
                </a:lnTo>
                <a:close/>
              </a:path>
            </a:pathLst>
          </a:custGeom>
          <a:solidFill>
            <a:srgbClr val="0B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56506" y="2136060"/>
            <a:ext cx="838200" cy="52705"/>
          </a:xfrm>
          <a:custGeom>
            <a:avLst/>
            <a:gdLst/>
            <a:ahLst/>
            <a:cxnLst/>
            <a:rect l="l" t="t" r="r" b="b"/>
            <a:pathLst>
              <a:path w="838200" h="52705">
                <a:moveTo>
                  <a:pt x="811493" y="0"/>
                </a:moveTo>
                <a:lnTo>
                  <a:pt x="26177" y="0"/>
                </a:lnTo>
                <a:lnTo>
                  <a:pt x="15987" y="2057"/>
                </a:lnTo>
                <a:lnTo>
                  <a:pt x="7667" y="7667"/>
                </a:lnTo>
                <a:lnTo>
                  <a:pt x="2057" y="15987"/>
                </a:lnTo>
                <a:lnTo>
                  <a:pt x="0" y="26177"/>
                </a:lnTo>
                <a:lnTo>
                  <a:pt x="2057" y="36366"/>
                </a:lnTo>
                <a:lnTo>
                  <a:pt x="7667" y="44687"/>
                </a:lnTo>
                <a:lnTo>
                  <a:pt x="15987" y="50297"/>
                </a:lnTo>
                <a:lnTo>
                  <a:pt x="26177" y="52354"/>
                </a:lnTo>
                <a:lnTo>
                  <a:pt x="811493" y="52354"/>
                </a:lnTo>
                <a:lnTo>
                  <a:pt x="821682" y="50297"/>
                </a:lnTo>
                <a:lnTo>
                  <a:pt x="830003" y="44687"/>
                </a:lnTo>
                <a:lnTo>
                  <a:pt x="835613" y="36366"/>
                </a:lnTo>
                <a:lnTo>
                  <a:pt x="837670" y="26177"/>
                </a:lnTo>
                <a:lnTo>
                  <a:pt x="835613" y="15987"/>
                </a:lnTo>
                <a:lnTo>
                  <a:pt x="830003" y="7667"/>
                </a:lnTo>
                <a:lnTo>
                  <a:pt x="821682" y="2057"/>
                </a:lnTo>
                <a:lnTo>
                  <a:pt x="811493" y="0"/>
                </a:lnTo>
                <a:close/>
              </a:path>
            </a:pathLst>
          </a:custGeom>
          <a:solidFill>
            <a:srgbClr val="1BAF7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5393" y="3096732"/>
            <a:ext cx="7295788" cy="256278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6651" y="3917430"/>
            <a:ext cx="856926" cy="13233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03186" y="3310098"/>
            <a:ext cx="3466184" cy="1852302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987062" y="3917435"/>
            <a:ext cx="538480" cy="133350"/>
          </a:xfrm>
          <a:custGeom>
            <a:avLst/>
            <a:gdLst/>
            <a:ahLst/>
            <a:cxnLst/>
            <a:rect l="l" t="t" r="r" b="b"/>
            <a:pathLst>
              <a:path w="538480" h="133350">
                <a:moveTo>
                  <a:pt x="102291" y="0"/>
                </a:moveTo>
                <a:lnTo>
                  <a:pt x="90582" y="0"/>
                </a:lnTo>
                <a:lnTo>
                  <a:pt x="90582" y="131869"/>
                </a:lnTo>
                <a:lnTo>
                  <a:pt x="102291" y="131869"/>
                </a:lnTo>
                <a:lnTo>
                  <a:pt x="102291" y="0"/>
                </a:lnTo>
                <a:close/>
              </a:path>
              <a:path w="538480" h="133350">
                <a:moveTo>
                  <a:pt x="59926" y="12478"/>
                </a:moveTo>
                <a:lnTo>
                  <a:pt x="0" y="12478"/>
                </a:lnTo>
                <a:lnTo>
                  <a:pt x="0" y="22491"/>
                </a:lnTo>
                <a:lnTo>
                  <a:pt x="48064" y="22491"/>
                </a:lnTo>
                <a:lnTo>
                  <a:pt x="48064" y="50067"/>
                </a:lnTo>
                <a:lnTo>
                  <a:pt x="462" y="50067"/>
                </a:lnTo>
                <a:lnTo>
                  <a:pt x="462" y="99826"/>
                </a:lnTo>
                <a:lnTo>
                  <a:pt x="31170" y="99826"/>
                </a:lnTo>
                <a:lnTo>
                  <a:pt x="38770" y="99672"/>
                </a:lnTo>
                <a:lnTo>
                  <a:pt x="75177" y="96745"/>
                </a:lnTo>
                <a:lnTo>
                  <a:pt x="74527" y="89812"/>
                </a:lnTo>
                <a:lnTo>
                  <a:pt x="12170" y="89812"/>
                </a:lnTo>
                <a:lnTo>
                  <a:pt x="12170" y="59772"/>
                </a:lnTo>
                <a:lnTo>
                  <a:pt x="59926" y="59772"/>
                </a:lnTo>
                <a:lnTo>
                  <a:pt x="59926" y="12478"/>
                </a:lnTo>
                <a:close/>
              </a:path>
              <a:path w="538480" h="133350">
                <a:moveTo>
                  <a:pt x="74253" y="86885"/>
                </a:moveTo>
                <a:lnTo>
                  <a:pt x="31632" y="89812"/>
                </a:lnTo>
                <a:lnTo>
                  <a:pt x="74527" y="89812"/>
                </a:lnTo>
                <a:lnTo>
                  <a:pt x="74441" y="88888"/>
                </a:lnTo>
                <a:lnTo>
                  <a:pt x="74320" y="87604"/>
                </a:lnTo>
                <a:lnTo>
                  <a:pt x="74253" y="86885"/>
                </a:lnTo>
                <a:close/>
              </a:path>
              <a:path w="538480" h="133350">
                <a:moveTo>
                  <a:pt x="161207" y="87348"/>
                </a:moveTo>
                <a:lnTo>
                  <a:pt x="149500" y="87348"/>
                </a:lnTo>
                <a:lnTo>
                  <a:pt x="149500" y="129866"/>
                </a:lnTo>
                <a:lnTo>
                  <a:pt x="238542" y="129866"/>
                </a:lnTo>
                <a:lnTo>
                  <a:pt x="238542" y="120007"/>
                </a:lnTo>
                <a:lnTo>
                  <a:pt x="161207" y="120007"/>
                </a:lnTo>
                <a:lnTo>
                  <a:pt x="161207" y="87348"/>
                </a:lnTo>
                <a:close/>
              </a:path>
              <a:path w="538480" h="133350">
                <a:moveTo>
                  <a:pt x="234228" y="0"/>
                </a:moveTo>
                <a:lnTo>
                  <a:pt x="222367" y="0"/>
                </a:lnTo>
                <a:lnTo>
                  <a:pt x="222367" y="96591"/>
                </a:lnTo>
                <a:lnTo>
                  <a:pt x="234228" y="96591"/>
                </a:lnTo>
                <a:lnTo>
                  <a:pt x="234228" y="47294"/>
                </a:lnTo>
                <a:lnTo>
                  <a:pt x="228375" y="47294"/>
                </a:lnTo>
                <a:lnTo>
                  <a:pt x="228375" y="37280"/>
                </a:lnTo>
                <a:lnTo>
                  <a:pt x="234228" y="37280"/>
                </a:lnTo>
                <a:lnTo>
                  <a:pt x="234228" y="0"/>
                </a:lnTo>
                <a:close/>
              </a:path>
              <a:path w="538480" h="133350">
                <a:moveTo>
                  <a:pt x="169680" y="15867"/>
                </a:moveTo>
                <a:lnTo>
                  <a:pt x="157818" y="15867"/>
                </a:lnTo>
                <a:lnTo>
                  <a:pt x="157818" y="34045"/>
                </a:lnTo>
                <a:lnTo>
                  <a:pt x="156888" y="38513"/>
                </a:lnTo>
                <a:lnTo>
                  <a:pt x="124081" y="71326"/>
                </a:lnTo>
                <a:lnTo>
                  <a:pt x="129627" y="80877"/>
                </a:lnTo>
                <a:lnTo>
                  <a:pt x="134884" y="77642"/>
                </a:lnTo>
                <a:lnTo>
                  <a:pt x="139640" y="74407"/>
                </a:lnTo>
                <a:lnTo>
                  <a:pt x="143645" y="71326"/>
                </a:lnTo>
                <a:lnTo>
                  <a:pt x="147753" y="68245"/>
                </a:lnTo>
                <a:lnTo>
                  <a:pt x="163718" y="47795"/>
                </a:lnTo>
                <a:lnTo>
                  <a:pt x="162029" y="44161"/>
                </a:lnTo>
                <a:lnTo>
                  <a:pt x="160426" y="38975"/>
                </a:lnTo>
                <a:lnTo>
                  <a:pt x="160330" y="38667"/>
                </a:lnTo>
                <a:lnTo>
                  <a:pt x="160283" y="38513"/>
                </a:lnTo>
                <a:lnTo>
                  <a:pt x="170624" y="38513"/>
                </a:lnTo>
                <a:lnTo>
                  <a:pt x="169702" y="34045"/>
                </a:lnTo>
                <a:lnTo>
                  <a:pt x="169680" y="15867"/>
                </a:lnTo>
                <a:close/>
              </a:path>
              <a:path w="538480" h="133350">
                <a:moveTo>
                  <a:pt x="170624" y="38513"/>
                </a:moveTo>
                <a:lnTo>
                  <a:pt x="166908" y="38513"/>
                </a:lnTo>
                <a:lnTo>
                  <a:pt x="165645" y="42980"/>
                </a:lnTo>
                <a:lnTo>
                  <a:pt x="165573" y="43237"/>
                </a:lnTo>
                <a:lnTo>
                  <a:pt x="163959" y="47294"/>
                </a:lnTo>
                <a:lnTo>
                  <a:pt x="163877" y="47499"/>
                </a:lnTo>
                <a:lnTo>
                  <a:pt x="163718" y="47795"/>
                </a:lnTo>
                <a:lnTo>
                  <a:pt x="164391" y="49245"/>
                </a:lnTo>
                <a:lnTo>
                  <a:pt x="197718" y="77642"/>
                </a:lnTo>
                <a:lnTo>
                  <a:pt x="202956" y="68245"/>
                </a:lnTo>
                <a:lnTo>
                  <a:pt x="194431" y="63931"/>
                </a:lnTo>
                <a:lnTo>
                  <a:pt x="187756" y="59721"/>
                </a:lnTo>
                <a:lnTo>
                  <a:pt x="178102" y="51505"/>
                </a:lnTo>
                <a:lnTo>
                  <a:pt x="174661" y="47294"/>
                </a:lnTo>
                <a:lnTo>
                  <a:pt x="172729" y="43237"/>
                </a:lnTo>
                <a:lnTo>
                  <a:pt x="170656" y="38667"/>
                </a:lnTo>
                <a:lnTo>
                  <a:pt x="170624" y="38513"/>
                </a:lnTo>
                <a:close/>
              </a:path>
              <a:path w="538480" h="133350">
                <a:moveTo>
                  <a:pt x="166908" y="38513"/>
                </a:moveTo>
                <a:lnTo>
                  <a:pt x="160283" y="38513"/>
                </a:lnTo>
                <a:lnTo>
                  <a:pt x="162029" y="44161"/>
                </a:lnTo>
                <a:lnTo>
                  <a:pt x="163718" y="47795"/>
                </a:lnTo>
                <a:lnTo>
                  <a:pt x="163877" y="47499"/>
                </a:lnTo>
                <a:lnTo>
                  <a:pt x="165573" y="43237"/>
                </a:lnTo>
                <a:lnTo>
                  <a:pt x="166777" y="38975"/>
                </a:lnTo>
                <a:lnTo>
                  <a:pt x="166864" y="38667"/>
                </a:lnTo>
                <a:lnTo>
                  <a:pt x="166908" y="38513"/>
                </a:lnTo>
                <a:close/>
              </a:path>
              <a:path w="538480" h="133350">
                <a:moveTo>
                  <a:pt x="222367" y="37280"/>
                </a:moveTo>
                <a:lnTo>
                  <a:pt x="194175" y="37280"/>
                </a:lnTo>
                <a:lnTo>
                  <a:pt x="194175" y="47294"/>
                </a:lnTo>
                <a:lnTo>
                  <a:pt x="222367" y="47294"/>
                </a:lnTo>
                <a:lnTo>
                  <a:pt x="222367" y="37280"/>
                </a:lnTo>
                <a:close/>
              </a:path>
              <a:path w="538480" h="133350">
                <a:moveTo>
                  <a:pt x="234228" y="37280"/>
                </a:moveTo>
                <a:lnTo>
                  <a:pt x="228375" y="37280"/>
                </a:lnTo>
                <a:lnTo>
                  <a:pt x="228375" y="47294"/>
                </a:lnTo>
                <a:lnTo>
                  <a:pt x="234228" y="47294"/>
                </a:lnTo>
                <a:lnTo>
                  <a:pt x="234228" y="37280"/>
                </a:lnTo>
                <a:close/>
              </a:path>
              <a:path w="538480" h="133350">
                <a:moveTo>
                  <a:pt x="198797" y="11245"/>
                </a:moveTo>
                <a:lnTo>
                  <a:pt x="128549" y="11245"/>
                </a:lnTo>
                <a:lnTo>
                  <a:pt x="128549" y="21105"/>
                </a:lnTo>
                <a:lnTo>
                  <a:pt x="157818" y="21105"/>
                </a:lnTo>
                <a:lnTo>
                  <a:pt x="157818" y="15867"/>
                </a:lnTo>
                <a:lnTo>
                  <a:pt x="198797" y="15867"/>
                </a:lnTo>
                <a:lnTo>
                  <a:pt x="198797" y="11245"/>
                </a:lnTo>
                <a:close/>
              </a:path>
              <a:path w="538480" h="133350">
                <a:moveTo>
                  <a:pt x="198797" y="15867"/>
                </a:moveTo>
                <a:lnTo>
                  <a:pt x="169680" y="15867"/>
                </a:lnTo>
                <a:lnTo>
                  <a:pt x="169680" y="21105"/>
                </a:lnTo>
                <a:lnTo>
                  <a:pt x="198797" y="21105"/>
                </a:lnTo>
                <a:lnTo>
                  <a:pt x="198797" y="15867"/>
                </a:lnTo>
                <a:close/>
              </a:path>
              <a:path w="538480" h="133350">
                <a:moveTo>
                  <a:pt x="407776" y="461"/>
                </a:moveTo>
                <a:lnTo>
                  <a:pt x="396221" y="461"/>
                </a:lnTo>
                <a:lnTo>
                  <a:pt x="396221" y="131561"/>
                </a:lnTo>
                <a:lnTo>
                  <a:pt x="407776" y="131561"/>
                </a:lnTo>
                <a:lnTo>
                  <a:pt x="407776" y="61313"/>
                </a:lnTo>
                <a:lnTo>
                  <a:pt x="401305" y="61313"/>
                </a:lnTo>
                <a:lnTo>
                  <a:pt x="401305" y="51453"/>
                </a:lnTo>
                <a:lnTo>
                  <a:pt x="407776" y="51453"/>
                </a:lnTo>
                <a:lnTo>
                  <a:pt x="407776" y="461"/>
                </a:lnTo>
                <a:close/>
              </a:path>
              <a:path w="538480" h="133350">
                <a:moveTo>
                  <a:pt x="379121" y="2157"/>
                </a:moveTo>
                <a:lnTo>
                  <a:pt x="367875" y="2157"/>
                </a:lnTo>
                <a:lnTo>
                  <a:pt x="367875" y="126323"/>
                </a:lnTo>
                <a:lnTo>
                  <a:pt x="379121" y="126323"/>
                </a:lnTo>
                <a:lnTo>
                  <a:pt x="379121" y="61313"/>
                </a:lnTo>
                <a:lnTo>
                  <a:pt x="372035" y="61313"/>
                </a:lnTo>
                <a:lnTo>
                  <a:pt x="372035" y="51453"/>
                </a:lnTo>
                <a:lnTo>
                  <a:pt x="379121" y="51453"/>
                </a:lnTo>
                <a:lnTo>
                  <a:pt x="379121" y="2157"/>
                </a:lnTo>
                <a:close/>
              </a:path>
              <a:path w="538480" h="133350">
                <a:moveTo>
                  <a:pt x="379121" y="51453"/>
                </a:moveTo>
                <a:lnTo>
                  <a:pt x="372035" y="51453"/>
                </a:lnTo>
                <a:lnTo>
                  <a:pt x="372035" y="61313"/>
                </a:lnTo>
                <a:lnTo>
                  <a:pt x="379121" y="61313"/>
                </a:lnTo>
                <a:lnTo>
                  <a:pt x="379121" y="51453"/>
                </a:lnTo>
                <a:close/>
              </a:path>
              <a:path w="538480" h="133350">
                <a:moveTo>
                  <a:pt x="396221" y="51453"/>
                </a:moveTo>
                <a:lnTo>
                  <a:pt x="379121" y="51453"/>
                </a:lnTo>
                <a:lnTo>
                  <a:pt x="379121" y="61313"/>
                </a:lnTo>
                <a:lnTo>
                  <a:pt x="396221" y="61313"/>
                </a:lnTo>
                <a:lnTo>
                  <a:pt x="396221" y="51453"/>
                </a:lnTo>
                <a:close/>
              </a:path>
              <a:path w="538480" h="133350">
                <a:moveTo>
                  <a:pt x="407776" y="51453"/>
                </a:moveTo>
                <a:lnTo>
                  <a:pt x="401305" y="51453"/>
                </a:lnTo>
                <a:lnTo>
                  <a:pt x="401305" y="61313"/>
                </a:lnTo>
                <a:lnTo>
                  <a:pt x="407776" y="61313"/>
                </a:lnTo>
                <a:lnTo>
                  <a:pt x="407776" y="51453"/>
                </a:lnTo>
                <a:close/>
              </a:path>
              <a:path w="538480" h="133350">
                <a:moveTo>
                  <a:pt x="312416" y="12632"/>
                </a:moveTo>
                <a:lnTo>
                  <a:pt x="300863" y="12632"/>
                </a:lnTo>
                <a:lnTo>
                  <a:pt x="300863" y="98285"/>
                </a:lnTo>
                <a:lnTo>
                  <a:pt x="350621" y="98285"/>
                </a:lnTo>
                <a:lnTo>
                  <a:pt x="350621" y="88272"/>
                </a:lnTo>
                <a:lnTo>
                  <a:pt x="312416" y="88272"/>
                </a:lnTo>
                <a:lnTo>
                  <a:pt x="312416" y="55613"/>
                </a:lnTo>
                <a:lnTo>
                  <a:pt x="304252" y="55613"/>
                </a:lnTo>
                <a:lnTo>
                  <a:pt x="304252" y="45753"/>
                </a:lnTo>
                <a:lnTo>
                  <a:pt x="312416" y="45753"/>
                </a:lnTo>
                <a:lnTo>
                  <a:pt x="312416" y="12632"/>
                </a:lnTo>
                <a:close/>
              </a:path>
              <a:path w="538480" h="133350">
                <a:moveTo>
                  <a:pt x="350621" y="12632"/>
                </a:moveTo>
                <a:lnTo>
                  <a:pt x="339068" y="12632"/>
                </a:lnTo>
                <a:lnTo>
                  <a:pt x="339068" y="88272"/>
                </a:lnTo>
                <a:lnTo>
                  <a:pt x="350621" y="88272"/>
                </a:lnTo>
                <a:lnTo>
                  <a:pt x="350621" y="55613"/>
                </a:lnTo>
                <a:lnTo>
                  <a:pt x="347541" y="55613"/>
                </a:lnTo>
                <a:lnTo>
                  <a:pt x="347541" y="45753"/>
                </a:lnTo>
                <a:lnTo>
                  <a:pt x="350621" y="45753"/>
                </a:lnTo>
                <a:lnTo>
                  <a:pt x="350621" y="12632"/>
                </a:lnTo>
                <a:close/>
              </a:path>
              <a:path w="538480" h="133350">
                <a:moveTo>
                  <a:pt x="312416" y="45753"/>
                </a:moveTo>
                <a:lnTo>
                  <a:pt x="304252" y="45753"/>
                </a:lnTo>
                <a:lnTo>
                  <a:pt x="304252" y="55613"/>
                </a:lnTo>
                <a:lnTo>
                  <a:pt x="312416" y="55613"/>
                </a:lnTo>
                <a:lnTo>
                  <a:pt x="312416" y="45753"/>
                </a:lnTo>
                <a:close/>
              </a:path>
              <a:path w="538480" h="133350">
                <a:moveTo>
                  <a:pt x="339068" y="45753"/>
                </a:moveTo>
                <a:lnTo>
                  <a:pt x="312416" y="45753"/>
                </a:lnTo>
                <a:lnTo>
                  <a:pt x="312416" y="55613"/>
                </a:lnTo>
                <a:lnTo>
                  <a:pt x="339068" y="55613"/>
                </a:lnTo>
                <a:lnTo>
                  <a:pt x="339068" y="45753"/>
                </a:lnTo>
                <a:close/>
              </a:path>
              <a:path w="538480" h="133350">
                <a:moveTo>
                  <a:pt x="350621" y="45753"/>
                </a:moveTo>
                <a:lnTo>
                  <a:pt x="347541" y="45753"/>
                </a:lnTo>
                <a:lnTo>
                  <a:pt x="347541" y="55613"/>
                </a:lnTo>
                <a:lnTo>
                  <a:pt x="350621" y="55613"/>
                </a:lnTo>
                <a:lnTo>
                  <a:pt x="350621" y="45753"/>
                </a:lnTo>
                <a:close/>
              </a:path>
              <a:path w="538480" h="133350">
                <a:moveTo>
                  <a:pt x="502689" y="82418"/>
                </a:moveTo>
                <a:lnTo>
                  <a:pt x="484100" y="82418"/>
                </a:lnTo>
                <a:lnTo>
                  <a:pt x="476089" y="83342"/>
                </a:lnTo>
                <a:lnTo>
                  <a:pt x="462532" y="87039"/>
                </a:lnTo>
                <a:lnTo>
                  <a:pt x="457295" y="89864"/>
                </a:lnTo>
                <a:lnTo>
                  <a:pt x="450003" y="97361"/>
                </a:lnTo>
                <a:lnTo>
                  <a:pt x="448206" y="102188"/>
                </a:lnTo>
                <a:lnTo>
                  <a:pt x="448206" y="113382"/>
                </a:lnTo>
                <a:lnTo>
                  <a:pt x="484100" y="133101"/>
                </a:lnTo>
                <a:lnTo>
                  <a:pt x="502689" y="133101"/>
                </a:lnTo>
                <a:lnTo>
                  <a:pt x="510700" y="132177"/>
                </a:lnTo>
                <a:lnTo>
                  <a:pt x="524153" y="128480"/>
                </a:lnTo>
                <a:lnTo>
                  <a:pt x="529341" y="125655"/>
                </a:lnTo>
                <a:lnTo>
                  <a:pt x="531623" y="123242"/>
                </a:lnTo>
                <a:lnTo>
                  <a:pt x="482662" y="123242"/>
                </a:lnTo>
                <a:lnTo>
                  <a:pt x="474446" y="122061"/>
                </a:lnTo>
                <a:lnTo>
                  <a:pt x="462944" y="117336"/>
                </a:lnTo>
                <a:lnTo>
                  <a:pt x="460067" y="113382"/>
                </a:lnTo>
                <a:lnTo>
                  <a:pt x="460067" y="102188"/>
                </a:lnTo>
                <a:lnTo>
                  <a:pt x="462944" y="98183"/>
                </a:lnTo>
                <a:lnTo>
                  <a:pt x="474446" y="93458"/>
                </a:lnTo>
                <a:lnTo>
                  <a:pt x="482662" y="92277"/>
                </a:lnTo>
                <a:lnTo>
                  <a:pt x="531624" y="92277"/>
                </a:lnTo>
                <a:lnTo>
                  <a:pt x="529341" y="89864"/>
                </a:lnTo>
                <a:lnTo>
                  <a:pt x="524153" y="87039"/>
                </a:lnTo>
                <a:lnTo>
                  <a:pt x="510700" y="83342"/>
                </a:lnTo>
                <a:lnTo>
                  <a:pt x="502689" y="82418"/>
                </a:lnTo>
                <a:close/>
              </a:path>
              <a:path w="538480" h="133350">
                <a:moveTo>
                  <a:pt x="531624" y="92277"/>
                </a:moveTo>
                <a:lnTo>
                  <a:pt x="504024" y="92277"/>
                </a:lnTo>
                <a:lnTo>
                  <a:pt x="512241" y="93458"/>
                </a:lnTo>
                <a:lnTo>
                  <a:pt x="523743" y="98183"/>
                </a:lnTo>
                <a:lnTo>
                  <a:pt x="526618" y="102188"/>
                </a:lnTo>
                <a:lnTo>
                  <a:pt x="526618" y="113382"/>
                </a:lnTo>
                <a:lnTo>
                  <a:pt x="523743" y="117336"/>
                </a:lnTo>
                <a:lnTo>
                  <a:pt x="512241" y="122061"/>
                </a:lnTo>
                <a:lnTo>
                  <a:pt x="504024" y="123242"/>
                </a:lnTo>
                <a:lnTo>
                  <a:pt x="531623" y="123242"/>
                </a:lnTo>
                <a:lnTo>
                  <a:pt x="536529" y="118055"/>
                </a:lnTo>
                <a:lnTo>
                  <a:pt x="538327" y="113382"/>
                </a:lnTo>
                <a:lnTo>
                  <a:pt x="538327" y="102188"/>
                </a:lnTo>
                <a:lnTo>
                  <a:pt x="536529" y="97361"/>
                </a:lnTo>
                <a:lnTo>
                  <a:pt x="532935" y="93664"/>
                </a:lnTo>
                <a:lnTo>
                  <a:pt x="531624" y="92277"/>
                </a:lnTo>
                <a:close/>
              </a:path>
              <a:path w="538480" h="133350">
                <a:moveTo>
                  <a:pt x="536016" y="0"/>
                </a:moveTo>
                <a:lnTo>
                  <a:pt x="524153" y="0"/>
                </a:lnTo>
                <a:lnTo>
                  <a:pt x="524153" y="80107"/>
                </a:lnTo>
                <a:lnTo>
                  <a:pt x="536016" y="80107"/>
                </a:lnTo>
                <a:lnTo>
                  <a:pt x="536016" y="43905"/>
                </a:lnTo>
                <a:lnTo>
                  <a:pt x="530161" y="43905"/>
                </a:lnTo>
                <a:lnTo>
                  <a:pt x="530161" y="34045"/>
                </a:lnTo>
                <a:lnTo>
                  <a:pt x="536016" y="34045"/>
                </a:lnTo>
                <a:lnTo>
                  <a:pt x="536016" y="0"/>
                </a:lnTo>
                <a:close/>
              </a:path>
              <a:path w="538480" h="133350">
                <a:moveTo>
                  <a:pt x="471468" y="14481"/>
                </a:moveTo>
                <a:lnTo>
                  <a:pt x="459606" y="14481"/>
                </a:lnTo>
                <a:lnTo>
                  <a:pt x="459606" y="31786"/>
                </a:lnTo>
                <a:lnTo>
                  <a:pt x="458746" y="35740"/>
                </a:lnTo>
                <a:lnTo>
                  <a:pt x="458656" y="36151"/>
                </a:lnTo>
                <a:lnTo>
                  <a:pt x="458578" y="36510"/>
                </a:lnTo>
                <a:lnTo>
                  <a:pt x="454788" y="44469"/>
                </a:lnTo>
                <a:lnTo>
                  <a:pt x="454691" y="44675"/>
                </a:lnTo>
                <a:lnTo>
                  <a:pt x="454579" y="44909"/>
                </a:lnTo>
                <a:lnTo>
                  <a:pt x="454471" y="45137"/>
                </a:lnTo>
                <a:lnTo>
                  <a:pt x="450979" y="49451"/>
                </a:lnTo>
                <a:lnTo>
                  <a:pt x="446049" y="53764"/>
                </a:lnTo>
                <a:lnTo>
                  <a:pt x="441222" y="58078"/>
                </a:lnTo>
                <a:lnTo>
                  <a:pt x="434495" y="62699"/>
                </a:lnTo>
                <a:lnTo>
                  <a:pt x="425868" y="67629"/>
                </a:lnTo>
                <a:lnTo>
                  <a:pt x="431260" y="77026"/>
                </a:lnTo>
                <a:lnTo>
                  <a:pt x="461557" y="52069"/>
                </a:lnTo>
                <a:lnTo>
                  <a:pt x="465408" y="45137"/>
                </a:lnTo>
                <a:lnTo>
                  <a:pt x="465326" y="44469"/>
                </a:lnTo>
                <a:lnTo>
                  <a:pt x="463817" y="41286"/>
                </a:lnTo>
                <a:lnTo>
                  <a:pt x="462070" y="35740"/>
                </a:lnTo>
                <a:lnTo>
                  <a:pt x="472355" y="35740"/>
                </a:lnTo>
                <a:lnTo>
                  <a:pt x="471512" y="31786"/>
                </a:lnTo>
                <a:lnTo>
                  <a:pt x="471468" y="14481"/>
                </a:lnTo>
                <a:close/>
              </a:path>
              <a:path w="538480" h="133350">
                <a:moveTo>
                  <a:pt x="472355" y="35740"/>
                </a:moveTo>
                <a:lnTo>
                  <a:pt x="468849" y="35740"/>
                </a:lnTo>
                <a:lnTo>
                  <a:pt x="467411" y="40464"/>
                </a:lnTo>
                <a:lnTo>
                  <a:pt x="465750" y="44469"/>
                </a:lnTo>
                <a:lnTo>
                  <a:pt x="499505" y="73945"/>
                </a:lnTo>
                <a:lnTo>
                  <a:pt x="504743" y="64394"/>
                </a:lnTo>
                <a:lnTo>
                  <a:pt x="496219" y="60286"/>
                </a:lnTo>
                <a:lnTo>
                  <a:pt x="489543" y="56280"/>
                </a:lnTo>
                <a:lnTo>
                  <a:pt x="479890" y="48475"/>
                </a:lnTo>
                <a:lnTo>
                  <a:pt x="476449" y="44469"/>
                </a:lnTo>
                <a:lnTo>
                  <a:pt x="474446" y="40464"/>
                </a:lnTo>
                <a:lnTo>
                  <a:pt x="472443" y="36151"/>
                </a:lnTo>
                <a:lnTo>
                  <a:pt x="472355" y="35740"/>
                </a:lnTo>
                <a:close/>
              </a:path>
              <a:path w="538480" h="133350">
                <a:moveTo>
                  <a:pt x="468849" y="35740"/>
                </a:moveTo>
                <a:lnTo>
                  <a:pt x="462070" y="35740"/>
                </a:lnTo>
                <a:lnTo>
                  <a:pt x="463817" y="41286"/>
                </a:lnTo>
                <a:lnTo>
                  <a:pt x="465326" y="44469"/>
                </a:lnTo>
                <a:lnTo>
                  <a:pt x="465423" y="44675"/>
                </a:lnTo>
                <a:lnTo>
                  <a:pt x="465535" y="44909"/>
                </a:lnTo>
                <a:lnTo>
                  <a:pt x="465665" y="44675"/>
                </a:lnTo>
                <a:lnTo>
                  <a:pt x="467411" y="40464"/>
                </a:lnTo>
                <a:lnTo>
                  <a:pt x="468615" y="36510"/>
                </a:lnTo>
                <a:lnTo>
                  <a:pt x="468724" y="36151"/>
                </a:lnTo>
                <a:lnTo>
                  <a:pt x="468849" y="35740"/>
                </a:lnTo>
                <a:close/>
              </a:path>
              <a:path w="538480" h="133350">
                <a:moveTo>
                  <a:pt x="524153" y="34045"/>
                </a:moveTo>
                <a:lnTo>
                  <a:pt x="495963" y="34045"/>
                </a:lnTo>
                <a:lnTo>
                  <a:pt x="495963" y="43905"/>
                </a:lnTo>
                <a:lnTo>
                  <a:pt x="524153" y="43905"/>
                </a:lnTo>
                <a:lnTo>
                  <a:pt x="524153" y="34045"/>
                </a:lnTo>
                <a:close/>
              </a:path>
              <a:path w="538480" h="133350">
                <a:moveTo>
                  <a:pt x="536016" y="34045"/>
                </a:moveTo>
                <a:lnTo>
                  <a:pt x="530161" y="34045"/>
                </a:lnTo>
                <a:lnTo>
                  <a:pt x="530161" y="43905"/>
                </a:lnTo>
                <a:lnTo>
                  <a:pt x="536016" y="43905"/>
                </a:lnTo>
                <a:lnTo>
                  <a:pt x="536016" y="34045"/>
                </a:lnTo>
                <a:close/>
              </a:path>
              <a:path w="538480" h="133350">
                <a:moveTo>
                  <a:pt x="500583" y="9705"/>
                </a:moveTo>
                <a:lnTo>
                  <a:pt x="430335" y="9705"/>
                </a:lnTo>
                <a:lnTo>
                  <a:pt x="430335" y="19564"/>
                </a:lnTo>
                <a:lnTo>
                  <a:pt x="459606" y="19564"/>
                </a:lnTo>
                <a:lnTo>
                  <a:pt x="459606" y="14481"/>
                </a:lnTo>
                <a:lnTo>
                  <a:pt x="500583" y="14481"/>
                </a:lnTo>
                <a:lnTo>
                  <a:pt x="500583" y="9705"/>
                </a:lnTo>
                <a:close/>
              </a:path>
              <a:path w="538480" h="133350">
                <a:moveTo>
                  <a:pt x="500583" y="14481"/>
                </a:moveTo>
                <a:lnTo>
                  <a:pt x="471468" y="14481"/>
                </a:lnTo>
                <a:lnTo>
                  <a:pt x="471468" y="19564"/>
                </a:lnTo>
                <a:lnTo>
                  <a:pt x="500583" y="19564"/>
                </a:lnTo>
                <a:lnTo>
                  <a:pt x="500583" y="14481"/>
                </a:lnTo>
                <a:close/>
              </a:path>
            </a:pathLst>
          </a:custGeom>
          <a:solidFill>
            <a:srgbClr val="6D6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10040" y="4170241"/>
            <a:ext cx="814705" cy="132080"/>
          </a:xfrm>
          <a:custGeom>
            <a:avLst/>
            <a:gdLst/>
            <a:ahLst/>
            <a:cxnLst/>
            <a:rect l="l" t="t" r="r" b="b"/>
            <a:pathLst>
              <a:path w="814704" h="132079">
                <a:moveTo>
                  <a:pt x="814285" y="66014"/>
                </a:moveTo>
                <a:lnTo>
                  <a:pt x="711581" y="0"/>
                </a:lnTo>
                <a:lnTo>
                  <a:pt x="711581" y="55003"/>
                </a:lnTo>
                <a:lnTo>
                  <a:pt x="0" y="55003"/>
                </a:lnTo>
                <a:lnTo>
                  <a:pt x="0" y="66433"/>
                </a:lnTo>
                <a:lnTo>
                  <a:pt x="0" y="76593"/>
                </a:lnTo>
                <a:lnTo>
                  <a:pt x="711581" y="76593"/>
                </a:lnTo>
                <a:lnTo>
                  <a:pt x="711581" y="132041"/>
                </a:lnTo>
                <a:lnTo>
                  <a:pt x="814285" y="66014"/>
                </a:lnTo>
                <a:close/>
              </a:path>
            </a:pathLst>
          </a:custGeom>
          <a:solidFill>
            <a:srgbClr val="A5A3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848258" y="4170241"/>
            <a:ext cx="814705" cy="132080"/>
          </a:xfrm>
          <a:custGeom>
            <a:avLst/>
            <a:gdLst/>
            <a:ahLst/>
            <a:cxnLst/>
            <a:rect l="l" t="t" r="r" b="b"/>
            <a:pathLst>
              <a:path w="814705" h="132079">
                <a:moveTo>
                  <a:pt x="814209" y="66014"/>
                </a:moveTo>
                <a:lnTo>
                  <a:pt x="711504" y="0"/>
                </a:lnTo>
                <a:lnTo>
                  <a:pt x="711504" y="55003"/>
                </a:lnTo>
                <a:lnTo>
                  <a:pt x="0" y="55003"/>
                </a:lnTo>
                <a:lnTo>
                  <a:pt x="0" y="66433"/>
                </a:lnTo>
                <a:lnTo>
                  <a:pt x="0" y="76593"/>
                </a:lnTo>
                <a:lnTo>
                  <a:pt x="711504" y="76593"/>
                </a:lnTo>
                <a:lnTo>
                  <a:pt x="711504" y="132041"/>
                </a:lnTo>
                <a:lnTo>
                  <a:pt x="814209" y="66014"/>
                </a:lnTo>
                <a:close/>
              </a:path>
            </a:pathLst>
          </a:custGeom>
          <a:solidFill>
            <a:srgbClr val="A5A39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41376" y="3310098"/>
            <a:ext cx="3466184" cy="18523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52532" y="6099416"/>
            <a:ext cx="8582402" cy="25672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921095" y="7326143"/>
            <a:ext cx="1647825" cy="332105"/>
          </a:xfrm>
          <a:custGeom>
            <a:avLst/>
            <a:gdLst/>
            <a:ahLst/>
            <a:cxnLst/>
            <a:rect l="l" t="t" r="r" b="b"/>
            <a:pathLst>
              <a:path w="1647825" h="332104">
                <a:moveTo>
                  <a:pt x="128917" y="260096"/>
                </a:moveTo>
                <a:lnTo>
                  <a:pt x="0" y="260096"/>
                </a:lnTo>
                <a:lnTo>
                  <a:pt x="0" y="295153"/>
                </a:lnTo>
                <a:lnTo>
                  <a:pt x="300053" y="295153"/>
                </a:lnTo>
                <a:lnTo>
                  <a:pt x="300053" y="282713"/>
                </a:lnTo>
                <a:lnTo>
                  <a:pt x="128917" y="282713"/>
                </a:lnTo>
                <a:lnTo>
                  <a:pt x="128917" y="260096"/>
                </a:lnTo>
                <a:close/>
              </a:path>
              <a:path w="1647825" h="332104">
                <a:moveTo>
                  <a:pt x="171135" y="161335"/>
                </a:moveTo>
                <a:lnTo>
                  <a:pt x="128917" y="161335"/>
                </a:lnTo>
                <a:lnTo>
                  <a:pt x="128917" y="282713"/>
                </a:lnTo>
                <a:lnTo>
                  <a:pt x="171135" y="282713"/>
                </a:lnTo>
                <a:lnTo>
                  <a:pt x="171135" y="161335"/>
                </a:lnTo>
                <a:close/>
              </a:path>
              <a:path w="1647825" h="332104">
                <a:moveTo>
                  <a:pt x="300053" y="260096"/>
                </a:moveTo>
                <a:lnTo>
                  <a:pt x="171135" y="260096"/>
                </a:lnTo>
                <a:lnTo>
                  <a:pt x="171135" y="282713"/>
                </a:lnTo>
                <a:lnTo>
                  <a:pt x="300053" y="282713"/>
                </a:lnTo>
                <a:lnTo>
                  <a:pt x="300053" y="260096"/>
                </a:lnTo>
                <a:close/>
              </a:path>
              <a:path w="1647825" h="332104">
                <a:moveTo>
                  <a:pt x="263111" y="27517"/>
                </a:moveTo>
                <a:lnTo>
                  <a:pt x="36941" y="27517"/>
                </a:lnTo>
                <a:lnTo>
                  <a:pt x="36941" y="183198"/>
                </a:lnTo>
                <a:lnTo>
                  <a:pt x="128917" y="183198"/>
                </a:lnTo>
                <a:lnTo>
                  <a:pt x="128917" y="161335"/>
                </a:lnTo>
                <a:lnTo>
                  <a:pt x="263111" y="161335"/>
                </a:lnTo>
                <a:lnTo>
                  <a:pt x="263111" y="148519"/>
                </a:lnTo>
                <a:lnTo>
                  <a:pt x="79159" y="148519"/>
                </a:lnTo>
                <a:lnTo>
                  <a:pt x="79159" y="62197"/>
                </a:lnTo>
                <a:lnTo>
                  <a:pt x="263111" y="62197"/>
                </a:lnTo>
                <a:lnTo>
                  <a:pt x="263111" y="27517"/>
                </a:lnTo>
                <a:close/>
              </a:path>
              <a:path w="1647825" h="332104">
                <a:moveTo>
                  <a:pt x="263111" y="161335"/>
                </a:moveTo>
                <a:lnTo>
                  <a:pt x="171135" y="161335"/>
                </a:lnTo>
                <a:lnTo>
                  <a:pt x="171135" y="183198"/>
                </a:lnTo>
                <a:lnTo>
                  <a:pt x="263111" y="183198"/>
                </a:lnTo>
                <a:lnTo>
                  <a:pt x="263111" y="161335"/>
                </a:lnTo>
                <a:close/>
              </a:path>
              <a:path w="1647825" h="332104">
                <a:moveTo>
                  <a:pt x="263111" y="62197"/>
                </a:moveTo>
                <a:lnTo>
                  <a:pt x="220893" y="62197"/>
                </a:lnTo>
                <a:lnTo>
                  <a:pt x="220893" y="148519"/>
                </a:lnTo>
                <a:lnTo>
                  <a:pt x="263111" y="148519"/>
                </a:lnTo>
                <a:lnTo>
                  <a:pt x="263111" y="62197"/>
                </a:lnTo>
                <a:close/>
              </a:path>
              <a:path w="1647825" h="332104">
                <a:moveTo>
                  <a:pt x="605175" y="186214"/>
                </a:moveTo>
                <a:lnTo>
                  <a:pt x="387297" y="186214"/>
                </a:lnTo>
                <a:lnTo>
                  <a:pt x="387297" y="219009"/>
                </a:lnTo>
                <a:lnTo>
                  <a:pt x="562580" y="219009"/>
                </a:lnTo>
                <a:lnTo>
                  <a:pt x="562580" y="239741"/>
                </a:lnTo>
                <a:lnTo>
                  <a:pt x="386920" y="239741"/>
                </a:lnTo>
                <a:lnTo>
                  <a:pt x="386920" y="323801"/>
                </a:lnTo>
                <a:lnTo>
                  <a:pt x="617992" y="323801"/>
                </a:lnTo>
                <a:lnTo>
                  <a:pt x="617992" y="291006"/>
                </a:lnTo>
                <a:lnTo>
                  <a:pt x="429139" y="291006"/>
                </a:lnTo>
                <a:lnTo>
                  <a:pt x="429139" y="270274"/>
                </a:lnTo>
                <a:lnTo>
                  <a:pt x="605175" y="270274"/>
                </a:lnTo>
                <a:lnTo>
                  <a:pt x="605175" y="186214"/>
                </a:lnTo>
                <a:close/>
              </a:path>
              <a:path w="1647825" h="332104">
                <a:moveTo>
                  <a:pt x="534685" y="5277"/>
                </a:moveTo>
                <a:lnTo>
                  <a:pt x="495482" y="5277"/>
                </a:lnTo>
                <a:lnTo>
                  <a:pt x="495482" y="171513"/>
                </a:lnTo>
                <a:lnTo>
                  <a:pt x="534685" y="171513"/>
                </a:lnTo>
                <a:lnTo>
                  <a:pt x="534685" y="107054"/>
                </a:lnTo>
                <a:lnTo>
                  <a:pt x="523754" y="107054"/>
                </a:lnTo>
                <a:lnTo>
                  <a:pt x="523754" y="73128"/>
                </a:lnTo>
                <a:lnTo>
                  <a:pt x="534685" y="73128"/>
                </a:lnTo>
                <a:lnTo>
                  <a:pt x="534685" y="5277"/>
                </a:lnTo>
                <a:close/>
              </a:path>
              <a:path w="1647825" h="332104">
                <a:moveTo>
                  <a:pt x="458918" y="20732"/>
                </a:moveTo>
                <a:lnTo>
                  <a:pt x="333016" y="20732"/>
                </a:lnTo>
                <a:lnTo>
                  <a:pt x="333016" y="163220"/>
                </a:lnTo>
                <a:lnTo>
                  <a:pt x="391695" y="163220"/>
                </a:lnTo>
                <a:lnTo>
                  <a:pt x="404637" y="163031"/>
                </a:lnTo>
                <a:lnTo>
                  <a:pt x="445536" y="160911"/>
                </a:lnTo>
                <a:lnTo>
                  <a:pt x="477766" y="156811"/>
                </a:lnTo>
                <a:lnTo>
                  <a:pt x="474639" y="129294"/>
                </a:lnTo>
                <a:lnTo>
                  <a:pt x="375235" y="129294"/>
                </a:lnTo>
                <a:lnTo>
                  <a:pt x="375235" y="54281"/>
                </a:lnTo>
                <a:lnTo>
                  <a:pt x="458918" y="54281"/>
                </a:lnTo>
                <a:lnTo>
                  <a:pt x="458918" y="20732"/>
                </a:lnTo>
                <a:close/>
              </a:path>
              <a:path w="1647825" h="332104">
                <a:moveTo>
                  <a:pt x="473996" y="123640"/>
                </a:moveTo>
                <a:lnTo>
                  <a:pt x="426218" y="128446"/>
                </a:lnTo>
                <a:lnTo>
                  <a:pt x="399737" y="129294"/>
                </a:lnTo>
                <a:lnTo>
                  <a:pt x="474639" y="129294"/>
                </a:lnTo>
                <a:lnTo>
                  <a:pt x="474542" y="128446"/>
                </a:lnTo>
                <a:lnTo>
                  <a:pt x="474467" y="127786"/>
                </a:lnTo>
                <a:lnTo>
                  <a:pt x="474358" y="126820"/>
                </a:lnTo>
                <a:lnTo>
                  <a:pt x="474242" y="125807"/>
                </a:lnTo>
                <a:lnTo>
                  <a:pt x="474122" y="124747"/>
                </a:lnTo>
                <a:lnTo>
                  <a:pt x="473996" y="123640"/>
                </a:lnTo>
                <a:close/>
              </a:path>
              <a:path w="1647825" h="332104">
                <a:moveTo>
                  <a:pt x="495482" y="73128"/>
                </a:moveTo>
                <a:lnTo>
                  <a:pt x="436301" y="73128"/>
                </a:lnTo>
                <a:lnTo>
                  <a:pt x="436301" y="107054"/>
                </a:lnTo>
                <a:lnTo>
                  <a:pt x="495482" y="107054"/>
                </a:lnTo>
                <a:lnTo>
                  <a:pt x="495482" y="73128"/>
                </a:lnTo>
                <a:close/>
              </a:path>
              <a:path w="1647825" h="332104">
                <a:moveTo>
                  <a:pt x="534685" y="73128"/>
                </a:moveTo>
                <a:lnTo>
                  <a:pt x="523754" y="73128"/>
                </a:lnTo>
                <a:lnTo>
                  <a:pt x="523754" y="107054"/>
                </a:lnTo>
                <a:lnTo>
                  <a:pt x="534685" y="107054"/>
                </a:lnTo>
                <a:lnTo>
                  <a:pt x="534685" y="73128"/>
                </a:lnTo>
                <a:close/>
              </a:path>
              <a:path w="1647825" h="332104">
                <a:moveTo>
                  <a:pt x="605175" y="1130"/>
                </a:moveTo>
                <a:lnTo>
                  <a:pt x="564465" y="1130"/>
                </a:lnTo>
                <a:lnTo>
                  <a:pt x="564465" y="171890"/>
                </a:lnTo>
                <a:lnTo>
                  <a:pt x="605175" y="171890"/>
                </a:lnTo>
                <a:lnTo>
                  <a:pt x="605175" y="1130"/>
                </a:lnTo>
                <a:close/>
              </a:path>
              <a:path w="1647825" h="332104">
                <a:moveTo>
                  <a:pt x="805504" y="201292"/>
                </a:moveTo>
                <a:lnTo>
                  <a:pt x="780296" y="202328"/>
                </a:lnTo>
                <a:lnTo>
                  <a:pt x="757139" y="205533"/>
                </a:lnTo>
                <a:lnTo>
                  <a:pt x="757461" y="205533"/>
                </a:lnTo>
                <a:lnTo>
                  <a:pt x="738077" y="210621"/>
                </a:lnTo>
                <a:lnTo>
                  <a:pt x="697602" y="238422"/>
                </a:lnTo>
                <a:lnTo>
                  <a:pt x="689780" y="266881"/>
                </a:lnTo>
                <a:lnTo>
                  <a:pt x="691649" y="281111"/>
                </a:lnTo>
                <a:lnTo>
                  <a:pt x="721283" y="315226"/>
                </a:lnTo>
                <a:lnTo>
                  <a:pt x="757821" y="327853"/>
                </a:lnTo>
                <a:lnTo>
                  <a:pt x="805504" y="332094"/>
                </a:lnTo>
                <a:lnTo>
                  <a:pt x="822444" y="331623"/>
                </a:lnTo>
                <a:lnTo>
                  <a:pt x="866194" y="324555"/>
                </a:lnTo>
                <a:lnTo>
                  <a:pt x="906151" y="302315"/>
                </a:lnTo>
                <a:lnTo>
                  <a:pt x="910199" y="297414"/>
                </a:lnTo>
                <a:lnTo>
                  <a:pt x="805504" y="297414"/>
                </a:lnTo>
                <a:lnTo>
                  <a:pt x="788659" y="296990"/>
                </a:lnTo>
                <a:lnTo>
                  <a:pt x="750846" y="290629"/>
                </a:lnTo>
                <a:lnTo>
                  <a:pt x="731999" y="266881"/>
                </a:lnTo>
                <a:lnTo>
                  <a:pt x="733177" y="259036"/>
                </a:lnTo>
                <a:lnTo>
                  <a:pt x="773935" y="237762"/>
                </a:lnTo>
                <a:lnTo>
                  <a:pt x="805504" y="235971"/>
                </a:lnTo>
                <a:lnTo>
                  <a:pt x="910186" y="235971"/>
                </a:lnTo>
                <a:lnTo>
                  <a:pt x="906151" y="231071"/>
                </a:lnTo>
                <a:lnTo>
                  <a:pt x="866194" y="208831"/>
                </a:lnTo>
                <a:lnTo>
                  <a:pt x="822444" y="201763"/>
                </a:lnTo>
                <a:lnTo>
                  <a:pt x="805504" y="201292"/>
                </a:lnTo>
                <a:close/>
              </a:path>
              <a:path w="1647825" h="332104">
                <a:moveTo>
                  <a:pt x="910186" y="235971"/>
                </a:moveTo>
                <a:lnTo>
                  <a:pt x="805504" y="235971"/>
                </a:lnTo>
                <a:lnTo>
                  <a:pt x="822020" y="236419"/>
                </a:lnTo>
                <a:lnTo>
                  <a:pt x="836509" y="237762"/>
                </a:lnTo>
                <a:lnTo>
                  <a:pt x="873544" y="252463"/>
                </a:lnTo>
                <a:lnTo>
                  <a:pt x="878256" y="266881"/>
                </a:lnTo>
                <a:lnTo>
                  <a:pt x="877078" y="274585"/>
                </a:lnTo>
                <a:lnTo>
                  <a:pt x="836509" y="295718"/>
                </a:lnTo>
                <a:lnTo>
                  <a:pt x="805504" y="297414"/>
                </a:lnTo>
                <a:lnTo>
                  <a:pt x="910199" y="297414"/>
                </a:lnTo>
                <a:lnTo>
                  <a:pt x="920475" y="266881"/>
                </a:lnTo>
                <a:lnTo>
                  <a:pt x="919579" y="256586"/>
                </a:lnTo>
                <a:lnTo>
                  <a:pt x="916894" y="247186"/>
                </a:lnTo>
                <a:lnTo>
                  <a:pt x="912417" y="238681"/>
                </a:lnTo>
                <a:lnTo>
                  <a:pt x="910186" y="235971"/>
                </a:lnTo>
                <a:close/>
              </a:path>
              <a:path w="1647825" h="332104">
                <a:moveTo>
                  <a:pt x="914443" y="0"/>
                </a:moveTo>
                <a:lnTo>
                  <a:pt x="872225" y="0"/>
                </a:lnTo>
                <a:lnTo>
                  <a:pt x="872225" y="195638"/>
                </a:lnTo>
                <a:lnTo>
                  <a:pt x="914443" y="195638"/>
                </a:lnTo>
                <a:lnTo>
                  <a:pt x="914443" y="0"/>
                </a:lnTo>
                <a:close/>
              </a:path>
              <a:path w="1647825" h="332104">
                <a:moveTo>
                  <a:pt x="806635" y="18470"/>
                </a:moveTo>
                <a:lnTo>
                  <a:pt x="654724" y="18470"/>
                </a:lnTo>
                <a:lnTo>
                  <a:pt x="654724" y="52396"/>
                </a:lnTo>
                <a:lnTo>
                  <a:pt x="764417" y="52396"/>
                </a:lnTo>
                <a:lnTo>
                  <a:pt x="764417" y="81044"/>
                </a:lnTo>
                <a:lnTo>
                  <a:pt x="655855" y="81044"/>
                </a:lnTo>
                <a:lnTo>
                  <a:pt x="655855" y="182067"/>
                </a:lnTo>
                <a:lnTo>
                  <a:pt x="722449" y="182067"/>
                </a:lnTo>
                <a:lnTo>
                  <a:pt x="741800" y="181785"/>
                </a:lnTo>
                <a:lnTo>
                  <a:pt x="789672" y="179617"/>
                </a:lnTo>
                <a:lnTo>
                  <a:pt x="840938" y="174528"/>
                </a:lnTo>
                <a:lnTo>
                  <a:pt x="838006" y="148142"/>
                </a:lnTo>
                <a:lnTo>
                  <a:pt x="697696" y="148142"/>
                </a:lnTo>
                <a:lnTo>
                  <a:pt x="697696" y="114593"/>
                </a:lnTo>
                <a:lnTo>
                  <a:pt x="806635" y="114593"/>
                </a:lnTo>
                <a:lnTo>
                  <a:pt x="806635" y="18470"/>
                </a:lnTo>
                <a:close/>
              </a:path>
              <a:path w="1647825" h="332104">
                <a:moveTo>
                  <a:pt x="837168" y="140603"/>
                </a:moveTo>
                <a:lnTo>
                  <a:pt x="787788" y="145503"/>
                </a:lnTo>
                <a:lnTo>
                  <a:pt x="739726" y="147977"/>
                </a:lnTo>
                <a:lnTo>
                  <a:pt x="720690" y="148142"/>
                </a:lnTo>
                <a:lnTo>
                  <a:pt x="838006" y="148142"/>
                </a:lnTo>
                <a:lnTo>
                  <a:pt x="837168" y="140603"/>
                </a:lnTo>
                <a:close/>
              </a:path>
              <a:path w="1647825" h="332104">
                <a:moveTo>
                  <a:pt x="1305549" y="0"/>
                </a:moveTo>
                <a:lnTo>
                  <a:pt x="1263330" y="0"/>
                </a:lnTo>
                <a:lnTo>
                  <a:pt x="1263330" y="325686"/>
                </a:lnTo>
                <a:lnTo>
                  <a:pt x="1305549" y="325686"/>
                </a:lnTo>
                <a:lnTo>
                  <a:pt x="1305549" y="164351"/>
                </a:lnTo>
                <a:lnTo>
                  <a:pt x="1284440" y="164351"/>
                </a:lnTo>
                <a:lnTo>
                  <a:pt x="1284440" y="129671"/>
                </a:lnTo>
                <a:lnTo>
                  <a:pt x="1305549" y="129671"/>
                </a:lnTo>
                <a:lnTo>
                  <a:pt x="1305549" y="0"/>
                </a:lnTo>
                <a:close/>
              </a:path>
              <a:path w="1647825" h="332104">
                <a:moveTo>
                  <a:pt x="1305549" y="129671"/>
                </a:moveTo>
                <a:lnTo>
                  <a:pt x="1284440" y="129671"/>
                </a:lnTo>
                <a:lnTo>
                  <a:pt x="1284440" y="164351"/>
                </a:lnTo>
                <a:lnTo>
                  <a:pt x="1305549" y="164351"/>
                </a:lnTo>
                <a:lnTo>
                  <a:pt x="1305549" y="129671"/>
                </a:lnTo>
                <a:close/>
              </a:path>
              <a:path w="1647825" h="332104">
                <a:moveTo>
                  <a:pt x="1351914" y="129671"/>
                </a:moveTo>
                <a:lnTo>
                  <a:pt x="1305549" y="129671"/>
                </a:lnTo>
                <a:lnTo>
                  <a:pt x="1305549" y="164351"/>
                </a:lnTo>
                <a:lnTo>
                  <a:pt x="1351914" y="164351"/>
                </a:lnTo>
                <a:lnTo>
                  <a:pt x="1351914" y="129671"/>
                </a:lnTo>
                <a:close/>
              </a:path>
              <a:path w="1647825" h="332104">
                <a:moveTo>
                  <a:pt x="1212442" y="35433"/>
                </a:moveTo>
                <a:lnTo>
                  <a:pt x="1062415" y="35433"/>
                </a:lnTo>
                <a:lnTo>
                  <a:pt x="1062415" y="70490"/>
                </a:lnTo>
                <a:lnTo>
                  <a:pt x="1170223" y="70490"/>
                </a:lnTo>
                <a:lnTo>
                  <a:pt x="1170223" y="93484"/>
                </a:lnTo>
                <a:lnTo>
                  <a:pt x="1158608" y="138506"/>
                </a:lnTo>
                <a:lnTo>
                  <a:pt x="1132387" y="173232"/>
                </a:lnTo>
                <a:lnTo>
                  <a:pt x="1101995" y="199030"/>
                </a:lnTo>
                <a:lnTo>
                  <a:pt x="1062627" y="225252"/>
                </a:lnTo>
                <a:lnTo>
                  <a:pt x="1047337" y="234087"/>
                </a:lnTo>
                <a:lnTo>
                  <a:pt x="1066938" y="268012"/>
                </a:lnTo>
                <a:lnTo>
                  <a:pt x="1101147" y="247468"/>
                </a:lnTo>
                <a:lnTo>
                  <a:pt x="1143813" y="215969"/>
                </a:lnTo>
                <a:lnTo>
                  <a:pt x="1176254" y="183952"/>
                </a:lnTo>
                <a:lnTo>
                  <a:pt x="1198306" y="150309"/>
                </a:lnTo>
                <a:lnTo>
                  <a:pt x="1211838" y="102672"/>
                </a:lnTo>
                <a:lnTo>
                  <a:pt x="1212442" y="89714"/>
                </a:lnTo>
                <a:lnTo>
                  <a:pt x="1212442" y="35433"/>
                </a:lnTo>
                <a:close/>
              </a:path>
              <a:path w="1647825" h="332104">
                <a:moveTo>
                  <a:pt x="1532264" y="201292"/>
                </a:moveTo>
                <a:lnTo>
                  <a:pt x="1484769" y="205533"/>
                </a:lnTo>
                <a:lnTo>
                  <a:pt x="1448110" y="218160"/>
                </a:lnTo>
                <a:lnTo>
                  <a:pt x="1420121" y="247186"/>
                </a:lnTo>
                <a:lnTo>
                  <a:pt x="1416540" y="266881"/>
                </a:lnTo>
                <a:lnTo>
                  <a:pt x="1417436" y="277012"/>
                </a:lnTo>
                <a:lnTo>
                  <a:pt x="1438757" y="309218"/>
                </a:lnTo>
                <a:lnTo>
                  <a:pt x="1484769" y="327853"/>
                </a:lnTo>
                <a:lnTo>
                  <a:pt x="1532264" y="332094"/>
                </a:lnTo>
                <a:lnTo>
                  <a:pt x="1549204" y="331623"/>
                </a:lnTo>
                <a:lnTo>
                  <a:pt x="1592954" y="324555"/>
                </a:lnTo>
                <a:lnTo>
                  <a:pt x="1632911" y="302315"/>
                </a:lnTo>
                <a:lnTo>
                  <a:pt x="1636959" y="297414"/>
                </a:lnTo>
                <a:lnTo>
                  <a:pt x="1532264" y="297414"/>
                </a:lnTo>
                <a:lnTo>
                  <a:pt x="1515584" y="296990"/>
                </a:lnTo>
                <a:lnTo>
                  <a:pt x="1477983" y="290629"/>
                </a:lnTo>
                <a:lnTo>
                  <a:pt x="1459136" y="266881"/>
                </a:lnTo>
                <a:lnTo>
                  <a:pt x="1460314" y="259036"/>
                </a:lnTo>
                <a:lnTo>
                  <a:pt x="1500977" y="237762"/>
                </a:lnTo>
                <a:lnTo>
                  <a:pt x="1532264" y="235971"/>
                </a:lnTo>
                <a:lnTo>
                  <a:pt x="1636946" y="235971"/>
                </a:lnTo>
                <a:lnTo>
                  <a:pt x="1632911" y="231071"/>
                </a:lnTo>
                <a:lnTo>
                  <a:pt x="1592954" y="208831"/>
                </a:lnTo>
                <a:lnTo>
                  <a:pt x="1549204" y="201763"/>
                </a:lnTo>
                <a:lnTo>
                  <a:pt x="1532264" y="201292"/>
                </a:lnTo>
                <a:close/>
              </a:path>
              <a:path w="1647825" h="332104">
                <a:moveTo>
                  <a:pt x="1636946" y="235971"/>
                </a:moveTo>
                <a:lnTo>
                  <a:pt x="1532264" y="235971"/>
                </a:lnTo>
                <a:lnTo>
                  <a:pt x="1548921" y="236419"/>
                </a:lnTo>
                <a:lnTo>
                  <a:pt x="1563457" y="237762"/>
                </a:lnTo>
                <a:lnTo>
                  <a:pt x="1600304" y="252463"/>
                </a:lnTo>
                <a:lnTo>
                  <a:pt x="1605016" y="266881"/>
                </a:lnTo>
                <a:lnTo>
                  <a:pt x="1603838" y="274585"/>
                </a:lnTo>
                <a:lnTo>
                  <a:pt x="1563457" y="295718"/>
                </a:lnTo>
                <a:lnTo>
                  <a:pt x="1532264" y="297414"/>
                </a:lnTo>
                <a:lnTo>
                  <a:pt x="1636959" y="297414"/>
                </a:lnTo>
                <a:lnTo>
                  <a:pt x="1639177" y="294729"/>
                </a:lnTo>
                <a:lnTo>
                  <a:pt x="1643566" y="286459"/>
                </a:lnTo>
                <a:lnTo>
                  <a:pt x="1643654" y="286294"/>
                </a:lnTo>
                <a:lnTo>
                  <a:pt x="1646340" y="277012"/>
                </a:lnTo>
                <a:lnTo>
                  <a:pt x="1647235" y="266881"/>
                </a:lnTo>
                <a:lnTo>
                  <a:pt x="1646340" y="256586"/>
                </a:lnTo>
                <a:lnTo>
                  <a:pt x="1643654" y="247186"/>
                </a:lnTo>
                <a:lnTo>
                  <a:pt x="1639177" y="238681"/>
                </a:lnTo>
                <a:lnTo>
                  <a:pt x="1636946" y="235971"/>
                </a:lnTo>
                <a:close/>
              </a:path>
              <a:path w="1647825" h="332104">
                <a:moveTo>
                  <a:pt x="1641204" y="0"/>
                </a:moveTo>
                <a:lnTo>
                  <a:pt x="1599362" y="0"/>
                </a:lnTo>
                <a:lnTo>
                  <a:pt x="1599362" y="195638"/>
                </a:lnTo>
                <a:lnTo>
                  <a:pt x="1641204" y="195638"/>
                </a:lnTo>
                <a:lnTo>
                  <a:pt x="1641204" y="114216"/>
                </a:lnTo>
                <a:lnTo>
                  <a:pt x="1620848" y="114216"/>
                </a:lnTo>
                <a:lnTo>
                  <a:pt x="1620848" y="79536"/>
                </a:lnTo>
                <a:lnTo>
                  <a:pt x="1641204" y="79536"/>
                </a:lnTo>
                <a:lnTo>
                  <a:pt x="1641204" y="0"/>
                </a:lnTo>
                <a:close/>
              </a:path>
              <a:path w="1647825" h="332104">
                <a:moveTo>
                  <a:pt x="1483638" y="39956"/>
                </a:moveTo>
                <a:lnTo>
                  <a:pt x="1441042" y="39956"/>
                </a:lnTo>
                <a:lnTo>
                  <a:pt x="1441042" y="64081"/>
                </a:lnTo>
                <a:lnTo>
                  <a:pt x="1440651" y="72398"/>
                </a:lnTo>
                <a:lnTo>
                  <a:pt x="1424833" y="112425"/>
                </a:lnTo>
                <a:lnTo>
                  <a:pt x="1389494" y="143053"/>
                </a:lnTo>
                <a:lnTo>
                  <a:pt x="1361505" y="160581"/>
                </a:lnTo>
                <a:lnTo>
                  <a:pt x="1380730" y="192999"/>
                </a:lnTo>
                <a:lnTo>
                  <a:pt x="1416917" y="169251"/>
                </a:lnTo>
                <a:lnTo>
                  <a:pt x="1448558" y="139519"/>
                </a:lnTo>
                <a:lnTo>
                  <a:pt x="1462674" y="116935"/>
                </a:lnTo>
                <a:lnTo>
                  <a:pt x="1462010" y="115747"/>
                </a:lnTo>
                <a:lnTo>
                  <a:pt x="1457440" y="106017"/>
                </a:lnTo>
                <a:lnTo>
                  <a:pt x="1453340" y="95580"/>
                </a:lnTo>
                <a:lnTo>
                  <a:pt x="1449712" y="84437"/>
                </a:lnTo>
                <a:lnTo>
                  <a:pt x="1486300" y="84437"/>
                </a:lnTo>
                <a:lnTo>
                  <a:pt x="1485240" y="80384"/>
                </a:lnTo>
                <a:lnTo>
                  <a:pt x="1484145" y="73105"/>
                </a:lnTo>
                <a:lnTo>
                  <a:pt x="1484038" y="72398"/>
                </a:lnTo>
                <a:lnTo>
                  <a:pt x="1483638" y="64081"/>
                </a:lnTo>
                <a:lnTo>
                  <a:pt x="1483638" y="39956"/>
                </a:lnTo>
                <a:close/>
              </a:path>
              <a:path w="1647825" h="332104">
                <a:moveTo>
                  <a:pt x="1486300" y="84437"/>
                </a:moveTo>
                <a:lnTo>
                  <a:pt x="1475345" y="84437"/>
                </a:lnTo>
                <a:lnTo>
                  <a:pt x="1472376" y="93931"/>
                </a:lnTo>
                <a:lnTo>
                  <a:pt x="1469246" y="102483"/>
                </a:lnTo>
                <a:lnTo>
                  <a:pt x="1469125" y="102813"/>
                </a:lnTo>
                <a:lnTo>
                  <a:pt x="1465591" y="111083"/>
                </a:lnTo>
                <a:lnTo>
                  <a:pt x="1462674" y="116935"/>
                </a:lnTo>
                <a:lnTo>
                  <a:pt x="1467052" y="124771"/>
                </a:lnTo>
                <a:lnTo>
                  <a:pt x="1496454" y="156435"/>
                </a:lnTo>
                <a:lnTo>
                  <a:pt x="1530309" y="177921"/>
                </a:lnTo>
                <a:lnTo>
                  <a:pt x="1544327" y="185083"/>
                </a:lnTo>
                <a:lnTo>
                  <a:pt x="1561667" y="151911"/>
                </a:lnTo>
                <a:lnTo>
                  <a:pt x="1546918" y="144466"/>
                </a:lnTo>
                <a:lnTo>
                  <a:pt x="1533961" y="137210"/>
                </a:lnTo>
                <a:lnTo>
                  <a:pt x="1499093" y="109504"/>
                </a:lnTo>
                <a:lnTo>
                  <a:pt x="1490161" y="95580"/>
                </a:lnTo>
                <a:lnTo>
                  <a:pt x="1490046" y="95368"/>
                </a:lnTo>
                <a:lnTo>
                  <a:pt x="1487242" y="88041"/>
                </a:lnTo>
                <a:lnTo>
                  <a:pt x="1486300" y="84437"/>
                </a:lnTo>
                <a:close/>
              </a:path>
              <a:path w="1647825" h="332104">
                <a:moveTo>
                  <a:pt x="1475345" y="84437"/>
                </a:moveTo>
                <a:lnTo>
                  <a:pt x="1449712" y="84437"/>
                </a:lnTo>
                <a:lnTo>
                  <a:pt x="1453271" y="95368"/>
                </a:lnTo>
                <a:lnTo>
                  <a:pt x="1453340" y="95580"/>
                </a:lnTo>
                <a:lnTo>
                  <a:pt x="1457440" y="106017"/>
                </a:lnTo>
                <a:lnTo>
                  <a:pt x="1462010" y="115747"/>
                </a:lnTo>
                <a:lnTo>
                  <a:pt x="1462674" y="116935"/>
                </a:lnTo>
                <a:lnTo>
                  <a:pt x="1465591" y="111083"/>
                </a:lnTo>
                <a:lnTo>
                  <a:pt x="1469125" y="102813"/>
                </a:lnTo>
                <a:lnTo>
                  <a:pt x="1472376" y="93931"/>
                </a:lnTo>
                <a:lnTo>
                  <a:pt x="1475345" y="84437"/>
                </a:lnTo>
                <a:close/>
              </a:path>
              <a:path w="1647825" h="332104">
                <a:moveTo>
                  <a:pt x="1599362" y="79536"/>
                </a:moveTo>
                <a:lnTo>
                  <a:pt x="1537165" y="79536"/>
                </a:lnTo>
                <a:lnTo>
                  <a:pt x="1537165" y="114216"/>
                </a:lnTo>
                <a:lnTo>
                  <a:pt x="1599362" y="114216"/>
                </a:lnTo>
                <a:lnTo>
                  <a:pt x="1599362" y="79536"/>
                </a:lnTo>
                <a:close/>
              </a:path>
              <a:path w="1647825" h="332104">
                <a:moveTo>
                  <a:pt x="1641204" y="79536"/>
                </a:moveTo>
                <a:lnTo>
                  <a:pt x="1620848" y="79536"/>
                </a:lnTo>
                <a:lnTo>
                  <a:pt x="1620848" y="114216"/>
                </a:lnTo>
                <a:lnTo>
                  <a:pt x="1641204" y="114216"/>
                </a:lnTo>
                <a:lnTo>
                  <a:pt x="1641204" y="79536"/>
                </a:lnTo>
                <a:close/>
              </a:path>
              <a:path w="1647825" h="332104">
                <a:moveTo>
                  <a:pt x="1548850" y="22994"/>
                </a:moveTo>
                <a:lnTo>
                  <a:pt x="1375829" y="22994"/>
                </a:lnTo>
                <a:lnTo>
                  <a:pt x="1375829" y="57296"/>
                </a:lnTo>
                <a:lnTo>
                  <a:pt x="1441042" y="57296"/>
                </a:lnTo>
                <a:lnTo>
                  <a:pt x="1441042" y="39956"/>
                </a:lnTo>
                <a:lnTo>
                  <a:pt x="1548850" y="39956"/>
                </a:lnTo>
                <a:lnTo>
                  <a:pt x="1548850" y="22994"/>
                </a:lnTo>
                <a:close/>
              </a:path>
              <a:path w="1647825" h="332104">
                <a:moveTo>
                  <a:pt x="1548850" y="39956"/>
                </a:moveTo>
                <a:lnTo>
                  <a:pt x="1483638" y="39956"/>
                </a:lnTo>
                <a:lnTo>
                  <a:pt x="1483638" y="57296"/>
                </a:lnTo>
                <a:lnTo>
                  <a:pt x="1548850" y="57296"/>
                </a:lnTo>
                <a:lnTo>
                  <a:pt x="1548850" y="39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88618" y="8064759"/>
            <a:ext cx="8556252" cy="174302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344911" y="10555699"/>
            <a:ext cx="464184" cy="178435"/>
          </a:xfrm>
          <a:custGeom>
            <a:avLst/>
            <a:gdLst/>
            <a:ahLst/>
            <a:cxnLst/>
            <a:rect l="l" t="t" r="r" b="b"/>
            <a:pathLst>
              <a:path w="464184" h="178434">
                <a:moveTo>
                  <a:pt x="92562" y="21779"/>
                </a:moveTo>
                <a:lnTo>
                  <a:pt x="74762" y="21779"/>
                </a:lnTo>
                <a:lnTo>
                  <a:pt x="80416" y="23454"/>
                </a:lnTo>
                <a:lnTo>
                  <a:pt x="74762" y="31607"/>
                </a:lnTo>
                <a:lnTo>
                  <a:pt x="74762" y="156015"/>
                </a:lnTo>
                <a:lnTo>
                  <a:pt x="92562" y="156015"/>
                </a:lnTo>
                <a:lnTo>
                  <a:pt x="92562" y="21779"/>
                </a:lnTo>
                <a:close/>
              </a:path>
              <a:path w="464184" h="178434">
                <a:moveTo>
                  <a:pt x="92562" y="7957"/>
                </a:moveTo>
                <a:lnTo>
                  <a:pt x="72458" y="7957"/>
                </a:lnTo>
                <a:lnTo>
                  <a:pt x="0" y="111828"/>
                </a:lnTo>
                <a:lnTo>
                  <a:pt x="0" y="125022"/>
                </a:lnTo>
                <a:lnTo>
                  <a:pt x="74762" y="125022"/>
                </a:lnTo>
                <a:lnTo>
                  <a:pt x="74762" y="117064"/>
                </a:lnTo>
                <a:lnTo>
                  <a:pt x="15496" y="117064"/>
                </a:lnTo>
                <a:lnTo>
                  <a:pt x="12146" y="109734"/>
                </a:lnTo>
                <a:lnTo>
                  <a:pt x="20580" y="109734"/>
                </a:lnTo>
                <a:lnTo>
                  <a:pt x="74762" y="31607"/>
                </a:lnTo>
                <a:lnTo>
                  <a:pt x="74762" y="21779"/>
                </a:lnTo>
                <a:lnTo>
                  <a:pt x="92562" y="21779"/>
                </a:lnTo>
                <a:lnTo>
                  <a:pt x="92562" y="7957"/>
                </a:lnTo>
                <a:close/>
              </a:path>
              <a:path w="464184" h="178434">
                <a:moveTo>
                  <a:pt x="113294" y="109734"/>
                </a:moveTo>
                <a:lnTo>
                  <a:pt x="92562" y="109734"/>
                </a:lnTo>
                <a:lnTo>
                  <a:pt x="92562" y="125022"/>
                </a:lnTo>
                <a:lnTo>
                  <a:pt x="113294" y="125022"/>
                </a:lnTo>
                <a:lnTo>
                  <a:pt x="113294" y="109734"/>
                </a:lnTo>
                <a:close/>
              </a:path>
              <a:path w="464184" h="178434">
                <a:moveTo>
                  <a:pt x="20580" y="109734"/>
                </a:moveTo>
                <a:lnTo>
                  <a:pt x="12146" y="109734"/>
                </a:lnTo>
                <a:lnTo>
                  <a:pt x="15496" y="117064"/>
                </a:lnTo>
                <a:lnTo>
                  <a:pt x="20580" y="109734"/>
                </a:lnTo>
                <a:close/>
              </a:path>
              <a:path w="464184" h="178434">
                <a:moveTo>
                  <a:pt x="74762" y="109734"/>
                </a:moveTo>
                <a:lnTo>
                  <a:pt x="20580" y="109734"/>
                </a:lnTo>
                <a:lnTo>
                  <a:pt x="15496" y="117064"/>
                </a:lnTo>
                <a:lnTo>
                  <a:pt x="74762" y="117064"/>
                </a:lnTo>
                <a:lnTo>
                  <a:pt x="74762" y="109734"/>
                </a:lnTo>
                <a:close/>
              </a:path>
              <a:path w="464184" h="178434">
                <a:moveTo>
                  <a:pt x="74762" y="21779"/>
                </a:moveTo>
                <a:lnTo>
                  <a:pt x="74762" y="31607"/>
                </a:lnTo>
                <a:lnTo>
                  <a:pt x="80416" y="23454"/>
                </a:lnTo>
                <a:lnTo>
                  <a:pt x="74762" y="21779"/>
                </a:lnTo>
                <a:close/>
              </a:path>
              <a:path w="464184" h="178434">
                <a:moveTo>
                  <a:pt x="240689" y="0"/>
                </a:moveTo>
                <a:lnTo>
                  <a:pt x="224145" y="0"/>
                </a:lnTo>
                <a:lnTo>
                  <a:pt x="175979" y="178214"/>
                </a:lnTo>
                <a:lnTo>
                  <a:pt x="192523" y="178214"/>
                </a:lnTo>
                <a:lnTo>
                  <a:pt x="240689" y="0"/>
                </a:lnTo>
                <a:close/>
              </a:path>
              <a:path w="464184" h="178434">
                <a:moveTo>
                  <a:pt x="361495" y="18428"/>
                </a:moveTo>
                <a:lnTo>
                  <a:pt x="343695" y="18428"/>
                </a:lnTo>
                <a:lnTo>
                  <a:pt x="353118" y="19894"/>
                </a:lnTo>
                <a:lnTo>
                  <a:pt x="343695" y="26162"/>
                </a:lnTo>
                <a:lnTo>
                  <a:pt x="343695" y="156015"/>
                </a:lnTo>
                <a:lnTo>
                  <a:pt x="361495" y="156015"/>
                </a:lnTo>
                <a:lnTo>
                  <a:pt x="361495" y="18428"/>
                </a:lnTo>
                <a:close/>
              </a:path>
              <a:path w="464184" h="178434">
                <a:moveTo>
                  <a:pt x="361495" y="7957"/>
                </a:moveTo>
                <a:lnTo>
                  <a:pt x="343485" y="7957"/>
                </a:lnTo>
                <a:lnTo>
                  <a:pt x="306837" y="32668"/>
                </a:lnTo>
                <a:lnTo>
                  <a:pt x="306837" y="50678"/>
                </a:lnTo>
                <a:lnTo>
                  <a:pt x="343695" y="26162"/>
                </a:lnTo>
                <a:lnTo>
                  <a:pt x="343695" y="18428"/>
                </a:lnTo>
                <a:lnTo>
                  <a:pt x="361495" y="18428"/>
                </a:lnTo>
                <a:lnTo>
                  <a:pt x="361495" y="7957"/>
                </a:lnTo>
                <a:close/>
              </a:path>
              <a:path w="464184" h="178434">
                <a:moveTo>
                  <a:pt x="343695" y="18428"/>
                </a:moveTo>
                <a:lnTo>
                  <a:pt x="343695" y="26162"/>
                </a:lnTo>
                <a:lnTo>
                  <a:pt x="353118" y="19894"/>
                </a:lnTo>
                <a:lnTo>
                  <a:pt x="343695" y="18428"/>
                </a:lnTo>
                <a:close/>
              </a:path>
              <a:path w="464184" h="178434">
                <a:moveTo>
                  <a:pt x="463751" y="18428"/>
                </a:moveTo>
                <a:lnTo>
                  <a:pt x="445950" y="18428"/>
                </a:lnTo>
                <a:lnTo>
                  <a:pt x="455374" y="19894"/>
                </a:lnTo>
                <a:lnTo>
                  <a:pt x="445950" y="26162"/>
                </a:lnTo>
                <a:lnTo>
                  <a:pt x="445950" y="156015"/>
                </a:lnTo>
                <a:lnTo>
                  <a:pt x="463751" y="156015"/>
                </a:lnTo>
                <a:lnTo>
                  <a:pt x="463751" y="18428"/>
                </a:lnTo>
                <a:close/>
              </a:path>
              <a:path w="464184" h="178434">
                <a:moveTo>
                  <a:pt x="463751" y="7957"/>
                </a:moveTo>
                <a:lnTo>
                  <a:pt x="445741" y="7957"/>
                </a:lnTo>
                <a:lnTo>
                  <a:pt x="409093" y="32668"/>
                </a:lnTo>
                <a:lnTo>
                  <a:pt x="409093" y="50678"/>
                </a:lnTo>
                <a:lnTo>
                  <a:pt x="445950" y="26162"/>
                </a:lnTo>
                <a:lnTo>
                  <a:pt x="445950" y="18428"/>
                </a:lnTo>
                <a:lnTo>
                  <a:pt x="463751" y="18428"/>
                </a:lnTo>
                <a:lnTo>
                  <a:pt x="463751" y="7957"/>
                </a:lnTo>
                <a:close/>
              </a:path>
              <a:path w="464184" h="178434">
                <a:moveTo>
                  <a:pt x="445950" y="18428"/>
                </a:moveTo>
                <a:lnTo>
                  <a:pt x="445950" y="26162"/>
                </a:lnTo>
                <a:lnTo>
                  <a:pt x="455374" y="19894"/>
                </a:lnTo>
                <a:lnTo>
                  <a:pt x="445950" y="18428"/>
                </a:lnTo>
                <a:close/>
              </a:path>
            </a:pathLst>
          </a:custGeom>
          <a:solidFill>
            <a:srgbClr val="C9C8C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61574" y="974986"/>
            <a:ext cx="1118870" cy="212090"/>
          </a:xfrm>
          <a:custGeom>
            <a:avLst/>
            <a:gdLst/>
            <a:ahLst/>
            <a:cxnLst/>
            <a:rect l="l" t="t" r="r" b="b"/>
            <a:pathLst>
              <a:path w="1118870" h="212090">
                <a:moveTo>
                  <a:pt x="176455" y="7141"/>
                </a:moveTo>
                <a:lnTo>
                  <a:pt x="151576" y="7141"/>
                </a:lnTo>
                <a:lnTo>
                  <a:pt x="151576" y="204098"/>
                </a:lnTo>
                <a:lnTo>
                  <a:pt x="176455" y="204098"/>
                </a:lnTo>
                <a:lnTo>
                  <a:pt x="176455" y="104583"/>
                </a:lnTo>
                <a:lnTo>
                  <a:pt x="162633" y="104583"/>
                </a:lnTo>
                <a:lnTo>
                  <a:pt x="162633" y="83390"/>
                </a:lnTo>
                <a:lnTo>
                  <a:pt x="176455" y="83390"/>
                </a:lnTo>
                <a:lnTo>
                  <a:pt x="176455" y="7141"/>
                </a:lnTo>
                <a:close/>
              </a:path>
              <a:path w="1118870" h="212090">
                <a:moveTo>
                  <a:pt x="131765" y="9214"/>
                </a:moveTo>
                <a:lnTo>
                  <a:pt x="107347" y="9214"/>
                </a:lnTo>
                <a:lnTo>
                  <a:pt x="107347" y="196266"/>
                </a:lnTo>
                <a:lnTo>
                  <a:pt x="131765" y="196266"/>
                </a:lnTo>
                <a:lnTo>
                  <a:pt x="131765" y="104583"/>
                </a:lnTo>
                <a:lnTo>
                  <a:pt x="117483" y="104583"/>
                </a:lnTo>
                <a:lnTo>
                  <a:pt x="117483" y="83390"/>
                </a:lnTo>
                <a:lnTo>
                  <a:pt x="131765" y="83390"/>
                </a:lnTo>
                <a:lnTo>
                  <a:pt x="131765" y="9214"/>
                </a:lnTo>
                <a:close/>
              </a:path>
              <a:path w="1118870" h="212090">
                <a:moveTo>
                  <a:pt x="131765" y="83390"/>
                </a:moveTo>
                <a:lnTo>
                  <a:pt x="117483" y="83390"/>
                </a:lnTo>
                <a:lnTo>
                  <a:pt x="117483" y="104583"/>
                </a:lnTo>
                <a:lnTo>
                  <a:pt x="131765" y="104583"/>
                </a:lnTo>
                <a:lnTo>
                  <a:pt x="131765" y="83390"/>
                </a:lnTo>
                <a:close/>
              </a:path>
              <a:path w="1118870" h="212090">
                <a:moveTo>
                  <a:pt x="151576" y="83390"/>
                </a:moveTo>
                <a:lnTo>
                  <a:pt x="131765" y="83390"/>
                </a:lnTo>
                <a:lnTo>
                  <a:pt x="131765" y="104583"/>
                </a:lnTo>
                <a:lnTo>
                  <a:pt x="151576" y="104583"/>
                </a:lnTo>
                <a:lnTo>
                  <a:pt x="151576" y="83390"/>
                </a:lnTo>
                <a:close/>
              </a:path>
              <a:path w="1118870" h="212090">
                <a:moveTo>
                  <a:pt x="176455" y="83390"/>
                </a:moveTo>
                <a:lnTo>
                  <a:pt x="162633" y="83390"/>
                </a:lnTo>
                <a:lnTo>
                  <a:pt x="162633" y="104583"/>
                </a:lnTo>
                <a:lnTo>
                  <a:pt x="176455" y="104583"/>
                </a:lnTo>
                <a:lnTo>
                  <a:pt x="176455" y="83390"/>
                </a:lnTo>
                <a:close/>
              </a:path>
              <a:path w="1118870" h="212090">
                <a:moveTo>
                  <a:pt x="90300" y="30177"/>
                </a:moveTo>
                <a:lnTo>
                  <a:pt x="9214" y="30177"/>
                </a:lnTo>
                <a:lnTo>
                  <a:pt x="9214" y="51600"/>
                </a:lnTo>
                <a:lnTo>
                  <a:pt x="64500" y="51600"/>
                </a:lnTo>
                <a:lnTo>
                  <a:pt x="64500" y="70490"/>
                </a:lnTo>
                <a:lnTo>
                  <a:pt x="63502" y="77170"/>
                </a:lnTo>
                <a:lnTo>
                  <a:pt x="61505" y="83620"/>
                </a:lnTo>
                <a:lnTo>
                  <a:pt x="59663" y="90070"/>
                </a:lnTo>
                <a:lnTo>
                  <a:pt x="31789" y="122781"/>
                </a:lnTo>
                <a:lnTo>
                  <a:pt x="0" y="143514"/>
                </a:lnTo>
                <a:lnTo>
                  <a:pt x="13130" y="163555"/>
                </a:lnTo>
                <a:lnTo>
                  <a:pt x="49152" y="138892"/>
                </a:lnTo>
                <a:lnTo>
                  <a:pt x="78408" y="107059"/>
                </a:lnTo>
                <a:lnTo>
                  <a:pt x="90300" y="61966"/>
                </a:lnTo>
                <a:lnTo>
                  <a:pt x="90300" y="30177"/>
                </a:lnTo>
                <a:close/>
              </a:path>
              <a:path w="1118870" h="212090">
                <a:moveTo>
                  <a:pt x="357620" y="5989"/>
                </a:moveTo>
                <a:lnTo>
                  <a:pt x="332050" y="5989"/>
                </a:lnTo>
                <a:lnTo>
                  <a:pt x="332050" y="109190"/>
                </a:lnTo>
                <a:lnTo>
                  <a:pt x="357620" y="109190"/>
                </a:lnTo>
                <a:lnTo>
                  <a:pt x="357620" y="67956"/>
                </a:lnTo>
                <a:lnTo>
                  <a:pt x="344720" y="67956"/>
                </a:lnTo>
                <a:lnTo>
                  <a:pt x="344720" y="46762"/>
                </a:lnTo>
                <a:lnTo>
                  <a:pt x="357620" y="46762"/>
                </a:lnTo>
                <a:lnTo>
                  <a:pt x="357620" y="5989"/>
                </a:lnTo>
                <a:close/>
              </a:path>
              <a:path w="1118870" h="212090">
                <a:moveTo>
                  <a:pt x="357620" y="46762"/>
                </a:moveTo>
                <a:lnTo>
                  <a:pt x="344720" y="46762"/>
                </a:lnTo>
                <a:lnTo>
                  <a:pt x="344720" y="67956"/>
                </a:lnTo>
                <a:lnTo>
                  <a:pt x="357620" y="67956"/>
                </a:lnTo>
                <a:lnTo>
                  <a:pt x="357620" y="46762"/>
                </a:lnTo>
                <a:close/>
              </a:path>
              <a:path w="1118870" h="212090">
                <a:moveTo>
                  <a:pt x="385954" y="46762"/>
                </a:moveTo>
                <a:lnTo>
                  <a:pt x="357620" y="46762"/>
                </a:lnTo>
                <a:lnTo>
                  <a:pt x="357620" y="67956"/>
                </a:lnTo>
                <a:lnTo>
                  <a:pt x="385954" y="67956"/>
                </a:lnTo>
                <a:lnTo>
                  <a:pt x="385954" y="46762"/>
                </a:lnTo>
                <a:close/>
              </a:path>
              <a:path w="1118870" h="212090">
                <a:moveTo>
                  <a:pt x="357620" y="118635"/>
                </a:moveTo>
                <a:lnTo>
                  <a:pt x="229310" y="118635"/>
                </a:lnTo>
                <a:lnTo>
                  <a:pt x="229310" y="138676"/>
                </a:lnTo>
                <a:lnTo>
                  <a:pt x="332050" y="138676"/>
                </a:lnTo>
                <a:lnTo>
                  <a:pt x="332050" y="151576"/>
                </a:lnTo>
                <a:lnTo>
                  <a:pt x="229079" y="151576"/>
                </a:lnTo>
                <a:lnTo>
                  <a:pt x="229079" y="203868"/>
                </a:lnTo>
                <a:lnTo>
                  <a:pt x="365683" y="203868"/>
                </a:lnTo>
                <a:lnTo>
                  <a:pt x="365683" y="183826"/>
                </a:lnTo>
                <a:lnTo>
                  <a:pt x="255110" y="183826"/>
                </a:lnTo>
                <a:lnTo>
                  <a:pt x="255110" y="170466"/>
                </a:lnTo>
                <a:lnTo>
                  <a:pt x="357620" y="170466"/>
                </a:lnTo>
                <a:lnTo>
                  <a:pt x="357620" y="118635"/>
                </a:lnTo>
                <a:close/>
              </a:path>
              <a:path w="1118870" h="212090">
                <a:moveTo>
                  <a:pt x="233226" y="13130"/>
                </a:moveTo>
                <a:lnTo>
                  <a:pt x="207656" y="13130"/>
                </a:lnTo>
                <a:lnTo>
                  <a:pt x="207656" y="102970"/>
                </a:lnTo>
                <a:lnTo>
                  <a:pt x="302564" y="102970"/>
                </a:lnTo>
                <a:lnTo>
                  <a:pt x="302564" y="82699"/>
                </a:lnTo>
                <a:lnTo>
                  <a:pt x="233226" y="82699"/>
                </a:lnTo>
                <a:lnTo>
                  <a:pt x="233226" y="58050"/>
                </a:lnTo>
                <a:lnTo>
                  <a:pt x="212954" y="58050"/>
                </a:lnTo>
                <a:lnTo>
                  <a:pt x="212954" y="38009"/>
                </a:lnTo>
                <a:lnTo>
                  <a:pt x="233226" y="38009"/>
                </a:lnTo>
                <a:lnTo>
                  <a:pt x="233226" y="13130"/>
                </a:lnTo>
                <a:close/>
              </a:path>
              <a:path w="1118870" h="212090">
                <a:moveTo>
                  <a:pt x="302564" y="13130"/>
                </a:moveTo>
                <a:lnTo>
                  <a:pt x="276994" y="13130"/>
                </a:lnTo>
                <a:lnTo>
                  <a:pt x="276994" y="82699"/>
                </a:lnTo>
                <a:lnTo>
                  <a:pt x="302564" y="82699"/>
                </a:lnTo>
                <a:lnTo>
                  <a:pt x="302564" y="58050"/>
                </a:lnTo>
                <a:lnTo>
                  <a:pt x="297957" y="58050"/>
                </a:lnTo>
                <a:lnTo>
                  <a:pt x="297957" y="38009"/>
                </a:lnTo>
                <a:lnTo>
                  <a:pt x="302564" y="38009"/>
                </a:lnTo>
                <a:lnTo>
                  <a:pt x="302564" y="13130"/>
                </a:lnTo>
                <a:close/>
              </a:path>
              <a:path w="1118870" h="212090">
                <a:moveTo>
                  <a:pt x="233226" y="38009"/>
                </a:moveTo>
                <a:lnTo>
                  <a:pt x="212954" y="38009"/>
                </a:lnTo>
                <a:lnTo>
                  <a:pt x="212954" y="58050"/>
                </a:lnTo>
                <a:lnTo>
                  <a:pt x="233226" y="58050"/>
                </a:lnTo>
                <a:lnTo>
                  <a:pt x="233226" y="38009"/>
                </a:lnTo>
                <a:close/>
              </a:path>
              <a:path w="1118870" h="212090">
                <a:moveTo>
                  <a:pt x="276994" y="38009"/>
                </a:moveTo>
                <a:lnTo>
                  <a:pt x="233226" y="38009"/>
                </a:lnTo>
                <a:lnTo>
                  <a:pt x="233226" y="58050"/>
                </a:lnTo>
                <a:lnTo>
                  <a:pt x="276994" y="58050"/>
                </a:lnTo>
                <a:lnTo>
                  <a:pt x="276994" y="38009"/>
                </a:lnTo>
                <a:close/>
              </a:path>
              <a:path w="1118870" h="212090">
                <a:moveTo>
                  <a:pt x="302564" y="38009"/>
                </a:moveTo>
                <a:lnTo>
                  <a:pt x="297957" y="38009"/>
                </a:lnTo>
                <a:lnTo>
                  <a:pt x="297957" y="58050"/>
                </a:lnTo>
                <a:lnTo>
                  <a:pt x="302564" y="58050"/>
                </a:lnTo>
                <a:lnTo>
                  <a:pt x="302564" y="38009"/>
                </a:lnTo>
                <a:close/>
              </a:path>
              <a:path w="1118870" h="212090">
                <a:moveTo>
                  <a:pt x="585340" y="9214"/>
                </a:moveTo>
                <a:lnTo>
                  <a:pt x="560922" y="9214"/>
                </a:lnTo>
                <a:lnTo>
                  <a:pt x="560922" y="196266"/>
                </a:lnTo>
                <a:lnTo>
                  <a:pt x="585340" y="196266"/>
                </a:lnTo>
                <a:lnTo>
                  <a:pt x="585340" y="94217"/>
                </a:lnTo>
                <a:lnTo>
                  <a:pt x="576125" y="94217"/>
                </a:lnTo>
                <a:lnTo>
                  <a:pt x="576125" y="73254"/>
                </a:lnTo>
                <a:lnTo>
                  <a:pt x="585340" y="73254"/>
                </a:lnTo>
                <a:lnTo>
                  <a:pt x="585340" y="9214"/>
                </a:lnTo>
                <a:close/>
              </a:path>
              <a:path w="1118870" h="212090">
                <a:moveTo>
                  <a:pt x="515541" y="23957"/>
                </a:moveTo>
                <a:lnTo>
                  <a:pt x="489741" y="23957"/>
                </a:lnTo>
                <a:lnTo>
                  <a:pt x="489741" y="58972"/>
                </a:lnTo>
                <a:lnTo>
                  <a:pt x="489525" y="66890"/>
                </a:lnTo>
                <a:lnTo>
                  <a:pt x="488984" y="73254"/>
                </a:lnTo>
                <a:lnTo>
                  <a:pt x="488877" y="74521"/>
                </a:lnTo>
                <a:lnTo>
                  <a:pt x="487848" y="81518"/>
                </a:lnTo>
                <a:lnTo>
                  <a:pt x="487766" y="82008"/>
                </a:lnTo>
                <a:lnTo>
                  <a:pt x="486384" y="88458"/>
                </a:lnTo>
                <a:lnTo>
                  <a:pt x="486285" y="88918"/>
                </a:lnTo>
                <a:lnTo>
                  <a:pt x="469267" y="123400"/>
                </a:lnTo>
                <a:lnTo>
                  <a:pt x="449658" y="146508"/>
                </a:lnTo>
                <a:lnTo>
                  <a:pt x="465323" y="163555"/>
                </a:lnTo>
                <a:lnTo>
                  <a:pt x="489323" y="132831"/>
                </a:lnTo>
                <a:lnTo>
                  <a:pt x="502615" y="103211"/>
                </a:lnTo>
                <a:lnTo>
                  <a:pt x="501028" y="98133"/>
                </a:lnTo>
                <a:lnTo>
                  <a:pt x="499065" y="90718"/>
                </a:lnTo>
                <a:lnTo>
                  <a:pt x="498955" y="90301"/>
                </a:lnTo>
                <a:lnTo>
                  <a:pt x="497112" y="82008"/>
                </a:lnTo>
                <a:lnTo>
                  <a:pt x="517591" y="82008"/>
                </a:lnTo>
                <a:lnTo>
                  <a:pt x="517485" y="81518"/>
                </a:lnTo>
                <a:lnTo>
                  <a:pt x="516439" y="74521"/>
                </a:lnTo>
                <a:lnTo>
                  <a:pt x="515767" y="66890"/>
                </a:lnTo>
                <a:lnTo>
                  <a:pt x="515541" y="58972"/>
                </a:lnTo>
                <a:lnTo>
                  <a:pt x="515541" y="23957"/>
                </a:lnTo>
                <a:close/>
              </a:path>
              <a:path w="1118870" h="212090">
                <a:moveTo>
                  <a:pt x="517591" y="82008"/>
                </a:moveTo>
                <a:lnTo>
                  <a:pt x="507939" y="82008"/>
                </a:lnTo>
                <a:lnTo>
                  <a:pt x="506171" y="90301"/>
                </a:lnTo>
                <a:lnTo>
                  <a:pt x="506082" y="90718"/>
                </a:lnTo>
                <a:lnTo>
                  <a:pt x="503965" y="98881"/>
                </a:lnTo>
                <a:lnTo>
                  <a:pt x="502615" y="103211"/>
                </a:lnTo>
                <a:lnTo>
                  <a:pt x="503332" y="105504"/>
                </a:lnTo>
                <a:lnTo>
                  <a:pt x="505866" y="112415"/>
                </a:lnTo>
                <a:lnTo>
                  <a:pt x="528729" y="149618"/>
                </a:lnTo>
                <a:lnTo>
                  <a:pt x="539959" y="162403"/>
                </a:lnTo>
                <a:lnTo>
                  <a:pt x="555623" y="144896"/>
                </a:lnTo>
                <a:lnTo>
                  <a:pt x="548223" y="137092"/>
                </a:lnTo>
                <a:lnTo>
                  <a:pt x="541686" y="129577"/>
                </a:lnTo>
                <a:lnTo>
                  <a:pt x="521055" y="95152"/>
                </a:lnTo>
                <a:lnTo>
                  <a:pt x="518996" y="88458"/>
                </a:lnTo>
                <a:lnTo>
                  <a:pt x="517591" y="82008"/>
                </a:lnTo>
                <a:close/>
              </a:path>
              <a:path w="1118870" h="212090">
                <a:moveTo>
                  <a:pt x="507939" y="82008"/>
                </a:moveTo>
                <a:lnTo>
                  <a:pt x="497112" y="82008"/>
                </a:lnTo>
                <a:lnTo>
                  <a:pt x="498955" y="90301"/>
                </a:lnTo>
                <a:lnTo>
                  <a:pt x="501028" y="98133"/>
                </a:lnTo>
                <a:lnTo>
                  <a:pt x="502615" y="103211"/>
                </a:lnTo>
                <a:lnTo>
                  <a:pt x="503965" y="98881"/>
                </a:lnTo>
                <a:lnTo>
                  <a:pt x="506082" y="90718"/>
                </a:lnTo>
                <a:lnTo>
                  <a:pt x="507939" y="82008"/>
                </a:lnTo>
                <a:close/>
              </a:path>
              <a:path w="1118870" h="212090">
                <a:moveTo>
                  <a:pt x="560922" y="73254"/>
                </a:moveTo>
                <a:lnTo>
                  <a:pt x="531896" y="73254"/>
                </a:lnTo>
                <a:lnTo>
                  <a:pt x="531896" y="94217"/>
                </a:lnTo>
                <a:lnTo>
                  <a:pt x="560922" y="94217"/>
                </a:lnTo>
                <a:lnTo>
                  <a:pt x="560922" y="73254"/>
                </a:lnTo>
                <a:close/>
              </a:path>
              <a:path w="1118870" h="212090">
                <a:moveTo>
                  <a:pt x="585340" y="73254"/>
                </a:moveTo>
                <a:lnTo>
                  <a:pt x="576125" y="73254"/>
                </a:lnTo>
                <a:lnTo>
                  <a:pt x="576125" y="94217"/>
                </a:lnTo>
                <a:lnTo>
                  <a:pt x="585340" y="94217"/>
                </a:lnTo>
                <a:lnTo>
                  <a:pt x="585340" y="73254"/>
                </a:lnTo>
                <a:close/>
              </a:path>
              <a:path w="1118870" h="212090">
                <a:moveTo>
                  <a:pt x="627726" y="7371"/>
                </a:moveTo>
                <a:lnTo>
                  <a:pt x="602847" y="7371"/>
                </a:lnTo>
                <a:lnTo>
                  <a:pt x="602847" y="204098"/>
                </a:lnTo>
                <a:lnTo>
                  <a:pt x="627726" y="204098"/>
                </a:lnTo>
                <a:lnTo>
                  <a:pt x="627726" y="7371"/>
                </a:lnTo>
                <a:close/>
              </a:path>
              <a:path w="1118870" h="212090">
                <a:moveTo>
                  <a:pt x="754987" y="128771"/>
                </a:moveTo>
                <a:lnTo>
                  <a:pt x="729187" y="128771"/>
                </a:lnTo>
                <a:lnTo>
                  <a:pt x="729187" y="203868"/>
                </a:lnTo>
                <a:lnTo>
                  <a:pt x="754987" y="203868"/>
                </a:lnTo>
                <a:lnTo>
                  <a:pt x="754987" y="128771"/>
                </a:lnTo>
                <a:close/>
              </a:path>
              <a:path w="1118870" h="212090">
                <a:moveTo>
                  <a:pt x="833770" y="119787"/>
                </a:moveTo>
                <a:lnTo>
                  <a:pt x="650404" y="119787"/>
                </a:lnTo>
                <a:lnTo>
                  <a:pt x="650404" y="140980"/>
                </a:lnTo>
                <a:lnTo>
                  <a:pt x="729187" y="140980"/>
                </a:lnTo>
                <a:lnTo>
                  <a:pt x="729187" y="128771"/>
                </a:lnTo>
                <a:lnTo>
                  <a:pt x="833770" y="128771"/>
                </a:lnTo>
                <a:lnTo>
                  <a:pt x="833770" y="119787"/>
                </a:lnTo>
                <a:close/>
              </a:path>
              <a:path w="1118870" h="212090">
                <a:moveTo>
                  <a:pt x="833770" y="128771"/>
                </a:moveTo>
                <a:lnTo>
                  <a:pt x="754987" y="128771"/>
                </a:lnTo>
                <a:lnTo>
                  <a:pt x="754987" y="140980"/>
                </a:lnTo>
                <a:lnTo>
                  <a:pt x="833770" y="140980"/>
                </a:lnTo>
                <a:lnTo>
                  <a:pt x="833770" y="128771"/>
                </a:lnTo>
                <a:close/>
              </a:path>
              <a:path w="1118870" h="212090">
                <a:moveTo>
                  <a:pt x="698549" y="13360"/>
                </a:moveTo>
                <a:lnTo>
                  <a:pt x="672979" y="13360"/>
                </a:lnTo>
                <a:lnTo>
                  <a:pt x="672979" y="100897"/>
                </a:lnTo>
                <a:lnTo>
                  <a:pt x="811195" y="100897"/>
                </a:lnTo>
                <a:lnTo>
                  <a:pt x="811195" y="80395"/>
                </a:lnTo>
                <a:lnTo>
                  <a:pt x="698549" y="80395"/>
                </a:lnTo>
                <a:lnTo>
                  <a:pt x="698549" y="57359"/>
                </a:lnTo>
                <a:lnTo>
                  <a:pt x="677817" y="57359"/>
                </a:lnTo>
                <a:lnTo>
                  <a:pt x="677817" y="37087"/>
                </a:lnTo>
                <a:lnTo>
                  <a:pt x="698549" y="37087"/>
                </a:lnTo>
                <a:lnTo>
                  <a:pt x="698549" y="13360"/>
                </a:lnTo>
                <a:close/>
              </a:path>
              <a:path w="1118870" h="212090">
                <a:moveTo>
                  <a:pt x="811195" y="13360"/>
                </a:moveTo>
                <a:lnTo>
                  <a:pt x="785855" y="13360"/>
                </a:lnTo>
                <a:lnTo>
                  <a:pt x="785855" y="80395"/>
                </a:lnTo>
                <a:lnTo>
                  <a:pt x="811195" y="80395"/>
                </a:lnTo>
                <a:lnTo>
                  <a:pt x="811195" y="57359"/>
                </a:lnTo>
                <a:lnTo>
                  <a:pt x="806586" y="57359"/>
                </a:lnTo>
                <a:lnTo>
                  <a:pt x="806586" y="37087"/>
                </a:lnTo>
                <a:lnTo>
                  <a:pt x="811195" y="37087"/>
                </a:lnTo>
                <a:lnTo>
                  <a:pt x="811195" y="13360"/>
                </a:lnTo>
                <a:close/>
              </a:path>
              <a:path w="1118870" h="212090">
                <a:moveTo>
                  <a:pt x="698549" y="37087"/>
                </a:moveTo>
                <a:lnTo>
                  <a:pt x="677817" y="37087"/>
                </a:lnTo>
                <a:lnTo>
                  <a:pt x="677817" y="57359"/>
                </a:lnTo>
                <a:lnTo>
                  <a:pt x="698549" y="57359"/>
                </a:lnTo>
                <a:lnTo>
                  <a:pt x="698549" y="37087"/>
                </a:lnTo>
                <a:close/>
              </a:path>
              <a:path w="1118870" h="212090">
                <a:moveTo>
                  <a:pt x="785855" y="37087"/>
                </a:moveTo>
                <a:lnTo>
                  <a:pt x="698549" y="37087"/>
                </a:lnTo>
                <a:lnTo>
                  <a:pt x="698549" y="57359"/>
                </a:lnTo>
                <a:lnTo>
                  <a:pt x="785855" y="57359"/>
                </a:lnTo>
                <a:lnTo>
                  <a:pt x="785855" y="37087"/>
                </a:lnTo>
                <a:close/>
              </a:path>
              <a:path w="1118870" h="212090">
                <a:moveTo>
                  <a:pt x="811195" y="37087"/>
                </a:moveTo>
                <a:lnTo>
                  <a:pt x="806586" y="37087"/>
                </a:lnTo>
                <a:lnTo>
                  <a:pt x="806586" y="57359"/>
                </a:lnTo>
                <a:lnTo>
                  <a:pt x="811195" y="57359"/>
                </a:lnTo>
                <a:lnTo>
                  <a:pt x="811195" y="37087"/>
                </a:lnTo>
                <a:close/>
              </a:path>
              <a:path w="1118870" h="212090">
                <a:moveTo>
                  <a:pt x="1012652" y="0"/>
                </a:moveTo>
                <a:lnTo>
                  <a:pt x="968654" y="7832"/>
                </a:lnTo>
                <a:lnTo>
                  <a:pt x="935252" y="30177"/>
                </a:lnTo>
                <a:lnTo>
                  <a:pt x="914059" y="63809"/>
                </a:lnTo>
                <a:lnTo>
                  <a:pt x="906687" y="105965"/>
                </a:lnTo>
                <a:lnTo>
                  <a:pt x="907148" y="117152"/>
                </a:lnTo>
                <a:lnTo>
                  <a:pt x="918148" y="157479"/>
                </a:lnTo>
                <a:lnTo>
                  <a:pt x="942609" y="188491"/>
                </a:lnTo>
                <a:lnTo>
                  <a:pt x="978746" y="207395"/>
                </a:lnTo>
                <a:lnTo>
                  <a:pt x="1012652" y="211930"/>
                </a:lnTo>
                <a:lnTo>
                  <a:pt x="1024660" y="211426"/>
                </a:lnTo>
                <a:lnTo>
                  <a:pt x="1066310" y="199548"/>
                </a:lnTo>
                <a:lnTo>
                  <a:pt x="1068757" y="198109"/>
                </a:lnTo>
                <a:lnTo>
                  <a:pt x="1012652" y="198109"/>
                </a:lnTo>
                <a:lnTo>
                  <a:pt x="999243" y="197389"/>
                </a:lnTo>
                <a:lnTo>
                  <a:pt x="999058" y="197389"/>
                </a:lnTo>
                <a:lnTo>
                  <a:pt x="986608" y="195229"/>
                </a:lnTo>
                <a:lnTo>
                  <a:pt x="986460" y="195229"/>
                </a:lnTo>
                <a:lnTo>
                  <a:pt x="945676" y="172366"/>
                </a:lnTo>
                <a:lnTo>
                  <a:pt x="924016" y="131708"/>
                </a:lnTo>
                <a:lnTo>
                  <a:pt x="921200" y="105965"/>
                </a:lnTo>
                <a:lnTo>
                  <a:pt x="921787" y="94778"/>
                </a:lnTo>
                <a:lnTo>
                  <a:pt x="938376" y="48476"/>
                </a:lnTo>
                <a:lnTo>
                  <a:pt x="974643" y="20660"/>
                </a:lnTo>
                <a:lnTo>
                  <a:pt x="1012652" y="14051"/>
                </a:lnTo>
                <a:lnTo>
                  <a:pt x="1069258" y="14051"/>
                </a:lnTo>
                <a:lnTo>
                  <a:pt x="1066080" y="12166"/>
                </a:lnTo>
                <a:lnTo>
                  <a:pt x="1056648" y="7832"/>
                </a:lnTo>
                <a:lnTo>
                  <a:pt x="1046559" y="4405"/>
                </a:lnTo>
                <a:lnTo>
                  <a:pt x="1035862" y="1957"/>
                </a:lnTo>
                <a:lnTo>
                  <a:pt x="1024560" y="489"/>
                </a:lnTo>
                <a:lnTo>
                  <a:pt x="1012652" y="0"/>
                </a:lnTo>
                <a:close/>
              </a:path>
              <a:path w="1118870" h="212090">
                <a:moveTo>
                  <a:pt x="1069258" y="14051"/>
                </a:moveTo>
                <a:lnTo>
                  <a:pt x="1012652" y="14051"/>
                </a:lnTo>
                <a:lnTo>
                  <a:pt x="1026330" y="14786"/>
                </a:lnTo>
                <a:lnTo>
                  <a:pt x="1039028" y="16989"/>
                </a:lnTo>
                <a:lnTo>
                  <a:pt x="1079629" y="39621"/>
                </a:lnTo>
                <a:lnTo>
                  <a:pt x="1101338" y="80280"/>
                </a:lnTo>
                <a:lnTo>
                  <a:pt x="1104102" y="105965"/>
                </a:lnTo>
                <a:lnTo>
                  <a:pt x="1103520" y="117152"/>
                </a:lnTo>
                <a:lnTo>
                  <a:pt x="1103411" y="119254"/>
                </a:lnTo>
                <a:lnTo>
                  <a:pt x="1087014" y="163915"/>
                </a:lnTo>
                <a:lnTo>
                  <a:pt x="1050747" y="191630"/>
                </a:lnTo>
                <a:lnTo>
                  <a:pt x="1012652" y="198109"/>
                </a:lnTo>
                <a:lnTo>
                  <a:pt x="1068757" y="198109"/>
                </a:lnTo>
                <a:lnTo>
                  <a:pt x="1102435" y="166204"/>
                </a:lnTo>
                <a:lnTo>
                  <a:pt x="1116774" y="127907"/>
                </a:lnTo>
                <a:lnTo>
                  <a:pt x="1118615" y="105965"/>
                </a:lnTo>
                <a:lnTo>
                  <a:pt x="1118155" y="94778"/>
                </a:lnTo>
                <a:lnTo>
                  <a:pt x="1107156" y="54451"/>
                </a:lnTo>
                <a:lnTo>
                  <a:pt x="1082780" y="23338"/>
                </a:lnTo>
                <a:lnTo>
                  <a:pt x="1074790" y="17334"/>
                </a:lnTo>
                <a:lnTo>
                  <a:pt x="1069258" y="14051"/>
                </a:lnTo>
                <a:close/>
              </a:path>
              <a:path w="1118870" h="212090">
                <a:moveTo>
                  <a:pt x="1027165" y="54451"/>
                </a:moveTo>
                <a:lnTo>
                  <a:pt x="1008663" y="54451"/>
                </a:lnTo>
                <a:lnTo>
                  <a:pt x="1022328" y="54825"/>
                </a:lnTo>
                <a:lnTo>
                  <a:pt x="1005511" y="66036"/>
                </a:lnTo>
                <a:lnTo>
                  <a:pt x="1005511" y="169544"/>
                </a:lnTo>
                <a:lnTo>
                  <a:pt x="1027165" y="169544"/>
                </a:lnTo>
                <a:lnTo>
                  <a:pt x="1027165" y="54451"/>
                </a:lnTo>
                <a:close/>
              </a:path>
              <a:path w="1118870" h="212090">
                <a:moveTo>
                  <a:pt x="1027165" y="43537"/>
                </a:moveTo>
                <a:lnTo>
                  <a:pt x="1007124" y="43537"/>
                </a:lnTo>
                <a:lnTo>
                  <a:pt x="975334" y="64500"/>
                </a:lnTo>
                <a:lnTo>
                  <a:pt x="975334" y="86154"/>
                </a:lnTo>
                <a:lnTo>
                  <a:pt x="1005511" y="66036"/>
                </a:lnTo>
                <a:lnTo>
                  <a:pt x="1005511" y="54451"/>
                </a:lnTo>
                <a:lnTo>
                  <a:pt x="1027165" y="54451"/>
                </a:lnTo>
                <a:lnTo>
                  <a:pt x="1027165" y="43537"/>
                </a:lnTo>
                <a:close/>
              </a:path>
              <a:path w="1118870" h="212090">
                <a:moveTo>
                  <a:pt x="1008663" y="54451"/>
                </a:moveTo>
                <a:lnTo>
                  <a:pt x="1005511" y="54451"/>
                </a:lnTo>
                <a:lnTo>
                  <a:pt x="1005511" y="66036"/>
                </a:lnTo>
                <a:lnTo>
                  <a:pt x="1022328" y="54825"/>
                </a:lnTo>
                <a:lnTo>
                  <a:pt x="1008663" y="54451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431" y="1382952"/>
            <a:ext cx="11958232" cy="47969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56506" y="2136060"/>
            <a:ext cx="838200" cy="52705"/>
          </a:xfrm>
          <a:custGeom>
            <a:avLst/>
            <a:gdLst/>
            <a:ahLst/>
            <a:cxnLst/>
            <a:rect l="l" t="t" r="r" b="b"/>
            <a:pathLst>
              <a:path w="838200" h="52705">
                <a:moveTo>
                  <a:pt x="811493" y="0"/>
                </a:moveTo>
                <a:lnTo>
                  <a:pt x="26177" y="0"/>
                </a:lnTo>
                <a:lnTo>
                  <a:pt x="15987" y="2057"/>
                </a:lnTo>
                <a:lnTo>
                  <a:pt x="7667" y="7667"/>
                </a:lnTo>
                <a:lnTo>
                  <a:pt x="2057" y="15987"/>
                </a:lnTo>
                <a:lnTo>
                  <a:pt x="0" y="26177"/>
                </a:lnTo>
                <a:lnTo>
                  <a:pt x="2057" y="36366"/>
                </a:lnTo>
                <a:lnTo>
                  <a:pt x="7667" y="44687"/>
                </a:lnTo>
                <a:lnTo>
                  <a:pt x="15987" y="50297"/>
                </a:lnTo>
                <a:lnTo>
                  <a:pt x="26177" y="52354"/>
                </a:lnTo>
                <a:lnTo>
                  <a:pt x="811493" y="52354"/>
                </a:lnTo>
                <a:lnTo>
                  <a:pt x="821682" y="50297"/>
                </a:lnTo>
                <a:lnTo>
                  <a:pt x="830003" y="44687"/>
                </a:lnTo>
                <a:lnTo>
                  <a:pt x="835613" y="36366"/>
                </a:lnTo>
                <a:lnTo>
                  <a:pt x="837670" y="26177"/>
                </a:lnTo>
                <a:lnTo>
                  <a:pt x="835613" y="15987"/>
                </a:lnTo>
                <a:lnTo>
                  <a:pt x="830003" y="7667"/>
                </a:lnTo>
                <a:lnTo>
                  <a:pt x="821682" y="2057"/>
                </a:lnTo>
                <a:lnTo>
                  <a:pt x="811493" y="0"/>
                </a:lnTo>
                <a:close/>
              </a:path>
            </a:pathLst>
          </a:custGeom>
          <a:solidFill>
            <a:srgbClr val="1BAF7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69752" y="2429151"/>
            <a:ext cx="3139485" cy="20807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33397" y="2837605"/>
            <a:ext cx="12826824" cy="2366424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2767689" y="5705208"/>
            <a:ext cx="923925" cy="233679"/>
          </a:xfrm>
          <a:custGeom>
            <a:avLst/>
            <a:gdLst/>
            <a:ahLst/>
            <a:cxnLst/>
            <a:rect l="l" t="t" r="r" b="b"/>
            <a:pathLst>
              <a:path w="923925" h="233679">
                <a:moveTo>
                  <a:pt x="189983" y="502"/>
                </a:moveTo>
                <a:lnTo>
                  <a:pt x="156560" y="502"/>
                </a:lnTo>
                <a:lnTo>
                  <a:pt x="156560" y="125399"/>
                </a:lnTo>
                <a:lnTo>
                  <a:pt x="189983" y="125399"/>
                </a:lnTo>
                <a:lnTo>
                  <a:pt x="189983" y="502"/>
                </a:lnTo>
                <a:close/>
              </a:path>
              <a:path w="923925" h="233679">
                <a:moveTo>
                  <a:pt x="68353" y="135703"/>
                </a:moveTo>
                <a:lnTo>
                  <a:pt x="35433" y="135703"/>
                </a:lnTo>
                <a:lnTo>
                  <a:pt x="35433" y="230694"/>
                </a:lnTo>
                <a:lnTo>
                  <a:pt x="189983" y="230694"/>
                </a:lnTo>
                <a:lnTo>
                  <a:pt x="189983" y="204057"/>
                </a:lnTo>
                <a:lnTo>
                  <a:pt x="68353" y="204057"/>
                </a:lnTo>
                <a:lnTo>
                  <a:pt x="68353" y="182947"/>
                </a:lnTo>
                <a:lnTo>
                  <a:pt x="189983" y="182947"/>
                </a:lnTo>
                <a:lnTo>
                  <a:pt x="189983" y="157315"/>
                </a:lnTo>
                <a:lnTo>
                  <a:pt x="68353" y="157315"/>
                </a:lnTo>
                <a:lnTo>
                  <a:pt x="68353" y="135703"/>
                </a:lnTo>
                <a:close/>
              </a:path>
              <a:path w="923925" h="233679">
                <a:moveTo>
                  <a:pt x="189983" y="182947"/>
                </a:moveTo>
                <a:lnTo>
                  <a:pt x="156811" y="182947"/>
                </a:lnTo>
                <a:lnTo>
                  <a:pt x="156811" y="204057"/>
                </a:lnTo>
                <a:lnTo>
                  <a:pt x="189983" y="204057"/>
                </a:lnTo>
                <a:lnTo>
                  <a:pt x="189983" y="182947"/>
                </a:lnTo>
                <a:close/>
              </a:path>
              <a:path w="923925" h="233679">
                <a:moveTo>
                  <a:pt x="189983" y="135703"/>
                </a:moveTo>
                <a:lnTo>
                  <a:pt x="156811" y="135703"/>
                </a:lnTo>
                <a:lnTo>
                  <a:pt x="156811" y="157315"/>
                </a:lnTo>
                <a:lnTo>
                  <a:pt x="189983" y="157315"/>
                </a:lnTo>
                <a:lnTo>
                  <a:pt x="189983" y="135703"/>
                </a:lnTo>
                <a:close/>
              </a:path>
              <a:path w="923925" h="233679">
                <a:moveTo>
                  <a:pt x="63327" y="10052"/>
                </a:moveTo>
                <a:lnTo>
                  <a:pt x="24124" y="20936"/>
                </a:lnTo>
                <a:lnTo>
                  <a:pt x="518" y="57029"/>
                </a:lnTo>
                <a:lnTo>
                  <a:pt x="0" y="64835"/>
                </a:lnTo>
                <a:lnTo>
                  <a:pt x="518" y="72657"/>
                </a:lnTo>
                <a:lnTo>
                  <a:pt x="24124" y="108986"/>
                </a:lnTo>
                <a:lnTo>
                  <a:pt x="63327" y="119871"/>
                </a:lnTo>
                <a:lnTo>
                  <a:pt x="72139" y="119431"/>
                </a:lnTo>
                <a:lnTo>
                  <a:pt x="108562" y="104478"/>
                </a:lnTo>
                <a:lnTo>
                  <a:pt x="119063" y="92227"/>
                </a:lnTo>
                <a:lnTo>
                  <a:pt x="57464" y="92227"/>
                </a:lnTo>
                <a:lnTo>
                  <a:pt x="52186" y="91222"/>
                </a:lnTo>
                <a:lnTo>
                  <a:pt x="32669" y="70699"/>
                </a:lnTo>
                <a:lnTo>
                  <a:pt x="32669" y="59139"/>
                </a:lnTo>
                <a:lnTo>
                  <a:pt x="57464" y="37443"/>
                </a:lnTo>
                <a:lnTo>
                  <a:pt x="118933" y="37443"/>
                </a:lnTo>
                <a:lnTo>
                  <a:pt x="118362" y="36438"/>
                </a:lnTo>
                <a:lnTo>
                  <a:pt x="80479" y="11811"/>
                </a:lnTo>
                <a:lnTo>
                  <a:pt x="72139" y="10491"/>
                </a:lnTo>
                <a:lnTo>
                  <a:pt x="63327" y="10052"/>
                </a:lnTo>
                <a:close/>
              </a:path>
              <a:path w="923925" h="233679">
                <a:moveTo>
                  <a:pt x="118933" y="37443"/>
                </a:moveTo>
                <a:lnTo>
                  <a:pt x="69191" y="37443"/>
                </a:lnTo>
                <a:lnTo>
                  <a:pt x="74385" y="38532"/>
                </a:lnTo>
                <a:lnTo>
                  <a:pt x="78908" y="40710"/>
                </a:lnTo>
                <a:lnTo>
                  <a:pt x="83599" y="42888"/>
                </a:lnTo>
                <a:lnTo>
                  <a:pt x="87285" y="46071"/>
                </a:lnTo>
                <a:lnTo>
                  <a:pt x="89965" y="50260"/>
                </a:lnTo>
                <a:lnTo>
                  <a:pt x="92646" y="54281"/>
                </a:lnTo>
                <a:lnTo>
                  <a:pt x="93986" y="59139"/>
                </a:lnTo>
                <a:lnTo>
                  <a:pt x="93986" y="70699"/>
                </a:lnTo>
                <a:lnTo>
                  <a:pt x="69191" y="92227"/>
                </a:lnTo>
                <a:lnTo>
                  <a:pt x="119063" y="92227"/>
                </a:lnTo>
                <a:lnTo>
                  <a:pt x="121961" y="87034"/>
                </a:lnTo>
                <a:lnTo>
                  <a:pt x="124582" y="80039"/>
                </a:lnTo>
                <a:lnTo>
                  <a:pt x="126137" y="72657"/>
                </a:lnTo>
                <a:lnTo>
                  <a:pt x="126655" y="64835"/>
                </a:lnTo>
                <a:lnTo>
                  <a:pt x="126137" y="57029"/>
                </a:lnTo>
                <a:lnTo>
                  <a:pt x="124702" y="50260"/>
                </a:lnTo>
                <a:lnTo>
                  <a:pt x="124582" y="49694"/>
                </a:lnTo>
                <a:lnTo>
                  <a:pt x="122012" y="42888"/>
                </a:lnTo>
                <a:lnTo>
                  <a:pt x="118933" y="37443"/>
                </a:lnTo>
                <a:close/>
              </a:path>
              <a:path w="923925" h="233679">
                <a:moveTo>
                  <a:pt x="333456" y="13570"/>
                </a:moveTo>
                <a:lnTo>
                  <a:pt x="231177" y="13570"/>
                </a:lnTo>
                <a:lnTo>
                  <a:pt x="231177" y="40208"/>
                </a:lnTo>
                <a:lnTo>
                  <a:pt x="300536" y="40208"/>
                </a:lnTo>
                <a:lnTo>
                  <a:pt x="300536" y="62071"/>
                </a:lnTo>
                <a:lnTo>
                  <a:pt x="231679" y="62071"/>
                </a:lnTo>
                <a:lnTo>
                  <a:pt x="231679" y="137964"/>
                </a:lnTo>
                <a:lnTo>
                  <a:pt x="263702" y="137964"/>
                </a:lnTo>
                <a:lnTo>
                  <a:pt x="289491" y="137545"/>
                </a:lnTo>
                <a:lnTo>
                  <a:pt x="288054" y="137545"/>
                </a:lnTo>
                <a:lnTo>
                  <a:pt x="296180" y="137294"/>
                </a:lnTo>
                <a:lnTo>
                  <a:pt x="338147" y="133357"/>
                </a:lnTo>
                <a:lnTo>
                  <a:pt x="345016" y="132184"/>
                </a:lnTo>
                <a:lnTo>
                  <a:pt x="344585" y="128917"/>
                </a:lnTo>
                <a:lnTo>
                  <a:pt x="264851" y="128917"/>
                </a:lnTo>
                <a:lnTo>
                  <a:pt x="264851" y="86950"/>
                </a:lnTo>
                <a:lnTo>
                  <a:pt x="333456" y="86950"/>
                </a:lnTo>
                <a:lnTo>
                  <a:pt x="333456" y="13570"/>
                </a:lnTo>
                <a:close/>
              </a:path>
              <a:path w="923925" h="233679">
                <a:moveTo>
                  <a:pt x="341498" y="105546"/>
                </a:moveTo>
                <a:lnTo>
                  <a:pt x="301855" y="110133"/>
                </a:lnTo>
                <a:lnTo>
                  <a:pt x="280194" y="111075"/>
                </a:lnTo>
                <a:lnTo>
                  <a:pt x="264851" y="111075"/>
                </a:lnTo>
                <a:lnTo>
                  <a:pt x="264851" y="128917"/>
                </a:lnTo>
                <a:lnTo>
                  <a:pt x="344585" y="128917"/>
                </a:lnTo>
                <a:lnTo>
                  <a:pt x="341498" y="105546"/>
                </a:lnTo>
                <a:close/>
              </a:path>
              <a:path w="923925" h="233679">
                <a:moveTo>
                  <a:pt x="417642" y="502"/>
                </a:moveTo>
                <a:lnTo>
                  <a:pt x="383968" y="502"/>
                </a:lnTo>
                <a:lnTo>
                  <a:pt x="383968" y="143996"/>
                </a:lnTo>
                <a:lnTo>
                  <a:pt x="417642" y="143996"/>
                </a:lnTo>
                <a:lnTo>
                  <a:pt x="417642" y="108813"/>
                </a:lnTo>
                <a:lnTo>
                  <a:pt x="390250" y="108813"/>
                </a:lnTo>
                <a:lnTo>
                  <a:pt x="390250" y="82175"/>
                </a:lnTo>
                <a:lnTo>
                  <a:pt x="417642" y="82175"/>
                </a:lnTo>
                <a:lnTo>
                  <a:pt x="417642" y="59307"/>
                </a:lnTo>
                <a:lnTo>
                  <a:pt x="390250" y="59307"/>
                </a:lnTo>
                <a:lnTo>
                  <a:pt x="390250" y="32669"/>
                </a:lnTo>
                <a:lnTo>
                  <a:pt x="417642" y="32669"/>
                </a:lnTo>
                <a:lnTo>
                  <a:pt x="417642" y="502"/>
                </a:lnTo>
                <a:close/>
              </a:path>
              <a:path w="923925" h="233679">
                <a:moveTo>
                  <a:pt x="383968" y="82175"/>
                </a:moveTo>
                <a:lnTo>
                  <a:pt x="346775" y="82175"/>
                </a:lnTo>
                <a:lnTo>
                  <a:pt x="346775" y="108813"/>
                </a:lnTo>
                <a:lnTo>
                  <a:pt x="383968" y="108813"/>
                </a:lnTo>
                <a:lnTo>
                  <a:pt x="383968" y="82175"/>
                </a:lnTo>
                <a:close/>
              </a:path>
              <a:path w="923925" h="233679">
                <a:moveTo>
                  <a:pt x="417642" y="82175"/>
                </a:moveTo>
                <a:lnTo>
                  <a:pt x="390250" y="82175"/>
                </a:lnTo>
                <a:lnTo>
                  <a:pt x="390250" y="108813"/>
                </a:lnTo>
                <a:lnTo>
                  <a:pt x="417642" y="108813"/>
                </a:lnTo>
                <a:lnTo>
                  <a:pt x="417642" y="82175"/>
                </a:lnTo>
                <a:close/>
              </a:path>
              <a:path w="923925" h="233679">
                <a:moveTo>
                  <a:pt x="383968" y="32669"/>
                </a:moveTo>
                <a:lnTo>
                  <a:pt x="346775" y="32669"/>
                </a:lnTo>
                <a:lnTo>
                  <a:pt x="346775" y="59307"/>
                </a:lnTo>
                <a:lnTo>
                  <a:pt x="383968" y="59307"/>
                </a:lnTo>
                <a:lnTo>
                  <a:pt x="383968" y="32669"/>
                </a:lnTo>
                <a:close/>
              </a:path>
              <a:path w="923925" h="233679">
                <a:moveTo>
                  <a:pt x="417642" y="32669"/>
                </a:moveTo>
                <a:lnTo>
                  <a:pt x="390250" y="32669"/>
                </a:lnTo>
                <a:lnTo>
                  <a:pt x="390250" y="59307"/>
                </a:lnTo>
                <a:lnTo>
                  <a:pt x="417642" y="59307"/>
                </a:lnTo>
                <a:lnTo>
                  <a:pt x="417642" y="32669"/>
                </a:lnTo>
                <a:close/>
              </a:path>
              <a:path w="923925" h="233679">
                <a:moveTo>
                  <a:pt x="417642" y="154550"/>
                </a:moveTo>
                <a:lnTo>
                  <a:pt x="258066" y="154550"/>
                </a:lnTo>
                <a:lnTo>
                  <a:pt x="258066" y="180937"/>
                </a:lnTo>
                <a:lnTo>
                  <a:pt x="383968" y="180937"/>
                </a:lnTo>
                <a:lnTo>
                  <a:pt x="383968" y="233207"/>
                </a:lnTo>
                <a:lnTo>
                  <a:pt x="417642" y="233207"/>
                </a:lnTo>
                <a:lnTo>
                  <a:pt x="417642" y="154550"/>
                </a:lnTo>
                <a:close/>
              </a:path>
              <a:path w="923925" h="233679">
                <a:moveTo>
                  <a:pt x="695925" y="502"/>
                </a:moveTo>
                <a:lnTo>
                  <a:pt x="662502" y="502"/>
                </a:lnTo>
                <a:lnTo>
                  <a:pt x="662502" y="233207"/>
                </a:lnTo>
                <a:lnTo>
                  <a:pt x="695925" y="233207"/>
                </a:lnTo>
                <a:lnTo>
                  <a:pt x="695925" y="502"/>
                </a:lnTo>
                <a:close/>
              </a:path>
              <a:path w="923925" h="233679">
                <a:moveTo>
                  <a:pt x="527804" y="152791"/>
                </a:moveTo>
                <a:lnTo>
                  <a:pt x="501669" y="152791"/>
                </a:lnTo>
                <a:lnTo>
                  <a:pt x="504543" y="176665"/>
                </a:lnTo>
                <a:lnTo>
                  <a:pt x="504652" y="177576"/>
                </a:lnTo>
                <a:lnTo>
                  <a:pt x="504739" y="178298"/>
                </a:lnTo>
                <a:lnTo>
                  <a:pt x="504845" y="179178"/>
                </a:lnTo>
                <a:lnTo>
                  <a:pt x="504936" y="179932"/>
                </a:lnTo>
                <a:lnTo>
                  <a:pt x="549919" y="179178"/>
                </a:lnTo>
                <a:lnTo>
                  <a:pt x="599425" y="176665"/>
                </a:lnTo>
                <a:lnTo>
                  <a:pt x="649434" y="170382"/>
                </a:lnTo>
                <a:lnTo>
                  <a:pt x="648575" y="160079"/>
                </a:lnTo>
                <a:lnTo>
                  <a:pt x="527804" y="160079"/>
                </a:lnTo>
                <a:lnTo>
                  <a:pt x="527804" y="152791"/>
                </a:lnTo>
                <a:close/>
              </a:path>
              <a:path w="923925" h="233679">
                <a:moveTo>
                  <a:pt x="560222" y="42721"/>
                </a:moveTo>
                <a:lnTo>
                  <a:pt x="527804" y="42721"/>
                </a:lnTo>
                <a:lnTo>
                  <a:pt x="527804" y="160079"/>
                </a:lnTo>
                <a:lnTo>
                  <a:pt x="560222" y="160079"/>
                </a:lnTo>
                <a:lnTo>
                  <a:pt x="560222" y="152791"/>
                </a:lnTo>
                <a:lnTo>
                  <a:pt x="536983" y="152791"/>
                </a:lnTo>
                <a:lnTo>
                  <a:pt x="559782" y="152241"/>
                </a:lnTo>
                <a:lnTo>
                  <a:pt x="560222" y="152241"/>
                </a:lnTo>
                <a:lnTo>
                  <a:pt x="560222" y="42721"/>
                </a:lnTo>
                <a:close/>
              </a:path>
              <a:path w="923925" h="233679">
                <a:moveTo>
                  <a:pt x="585855" y="152241"/>
                </a:moveTo>
                <a:lnTo>
                  <a:pt x="560222" y="152241"/>
                </a:lnTo>
                <a:lnTo>
                  <a:pt x="560222" y="160079"/>
                </a:lnTo>
                <a:lnTo>
                  <a:pt x="585855" y="160079"/>
                </a:lnTo>
                <a:lnTo>
                  <a:pt x="585855" y="152241"/>
                </a:lnTo>
                <a:close/>
              </a:path>
              <a:path w="923925" h="233679">
                <a:moveTo>
                  <a:pt x="618273" y="42721"/>
                </a:moveTo>
                <a:lnTo>
                  <a:pt x="585855" y="42721"/>
                </a:lnTo>
                <a:lnTo>
                  <a:pt x="585855" y="160079"/>
                </a:lnTo>
                <a:lnTo>
                  <a:pt x="618273" y="160079"/>
                </a:lnTo>
                <a:lnTo>
                  <a:pt x="618273" y="151362"/>
                </a:lnTo>
                <a:lnTo>
                  <a:pt x="584912" y="151362"/>
                </a:lnTo>
                <a:lnTo>
                  <a:pt x="597666" y="150781"/>
                </a:lnTo>
                <a:lnTo>
                  <a:pt x="610482" y="149933"/>
                </a:lnTo>
                <a:lnTo>
                  <a:pt x="618273" y="149290"/>
                </a:lnTo>
                <a:lnTo>
                  <a:pt x="618273" y="42721"/>
                </a:lnTo>
                <a:close/>
              </a:path>
              <a:path w="923925" h="233679">
                <a:moveTo>
                  <a:pt x="647424" y="146257"/>
                </a:moveTo>
                <a:lnTo>
                  <a:pt x="635361" y="147671"/>
                </a:lnTo>
                <a:lnTo>
                  <a:pt x="623047" y="148896"/>
                </a:lnTo>
                <a:lnTo>
                  <a:pt x="618273" y="149290"/>
                </a:lnTo>
                <a:lnTo>
                  <a:pt x="618273" y="160079"/>
                </a:lnTo>
                <a:lnTo>
                  <a:pt x="648575" y="160079"/>
                </a:lnTo>
                <a:lnTo>
                  <a:pt x="647968" y="152791"/>
                </a:lnTo>
                <a:lnTo>
                  <a:pt x="647849" y="151362"/>
                </a:lnTo>
                <a:lnTo>
                  <a:pt x="647730" y="149933"/>
                </a:lnTo>
                <a:lnTo>
                  <a:pt x="647644" y="148896"/>
                </a:lnTo>
                <a:lnTo>
                  <a:pt x="647541" y="147671"/>
                </a:lnTo>
                <a:lnTo>
                  <a:pt x="647424" y="146257"/>
                </a:lnTo>
                <a:close/>
              </a:path>
              <a:path w="923925" h="233679">
                <a:moveTo>
                  <a:pt x="618273" y="149290"/>
                </a:moveTo>
                <a:lnTo>
                  <a:pt x="610482" y="149933"/>
                </a:lnTo>
                <a:lnTo>
                  <a:pt x="597666" y="150781"/>
                </a:lnTo>
                <a:lnTo>
                  <a:pt x="572285" y="151849"/>
                </a:lnTo>
                <a:lnTo>
                  <a:pt x="536983" y="152791"/>
                </a:lnTo>
                <a:lnTo>
                  <a:pt x="560222" y="152791"/>
                </a:lnTo>
                <a:lnTo>
                  <a:pt x="560222" y="152241"/>
                </a:lnTo>
                <a:lnTo>
                  <a:pt x="585855" y="152241"/>
                </a:lnTo>
                <a:lnTo>
                  <a:pt x="585855" y="151362"/>
                </a:lnTo>
                <a:lnTo>
                  <a:pt x="618273" y="151362"/>
                </a:lnTo>
                <a:lnTo>
                  <a:pt x="618273" y="149290"/>
                </a:lnTo>
                <a:close/>
              </a:path>
              <a:path w="923925" h="233679">
                <a:moveTo>
                  <a:pt x="638377" y="21863"/>
                </a:moveTo>
                <a:lnTo>
                  <a:pt x="507700" y="21863"/>
                </a:lnTo>
                <a:lnTo>
                  <a:pt x="507700" y="48249"/>
                </a:lnTo>
                <a:lnTo>
                  <a:pt x="527804" y="48249"/>
                </a:lnTo>
                <a:lnTo>
                  <a:pt x="527804" y="42721"/>
                </a:lnTo>
                <a:lnTo>
                  <a:pt x="638377" y="42721"/>
                </a:lnTo>
                <a:lnTo>
                  <a:pt x="638377" y="21863"/>
                </a:lnTo>
                <a:close/>
              </a:path>
              <a:path w="923925" h="233679">
                <a:moveTo>
                  <a:pt x="585855" y="42721"/>
                </a:moveTo>
                <a:lnTo>
                  <a:pt x="560222" y="42721"/>
                </a:lnTo>
                <a:lnTo>
                  <a:pt x="560222" y="48249"/>
                </a:lnTo>
                <a:lnTo>
                  <a:pt x="585855" y="48249"/>
                </a:lnTo>
                <a:lnTo>
                  <a:pt x="585855" y="42721"/>
                </a:lnTo>
                <a:close/>
              </a:path>
              <a:path w="923925" h="233679">
                <a:moveTo>
                  <a:pt x="638377" y="42721"/>
                </a:moveTo>
                <a:lnTo>
                  <a:pt x="618273" y="42721"/>
                </a:lnTo>
                <a:lnTo>
                  <a:pt x="618273" y="48249"/>
                </a:lnTo>
                <a:lnTo>
                  <a:pt x="638377" y="48249"/>
                </a:lnTo>
                <a:lnTo>
                  <a:pt x="638377" y="42721"/>
                </a:lnTo>
                <a:close/>
              </a:path>
              <a:path w="923925" h="233679">
                <a:moveTo>
                  <a:pt x="923585" y="0"/>
                </a:moveTo>
                <a:lnTo>
                  <a:pt x="890162" y="0"/>
                </a:lnTo>
                <a:lnTo>
                  <a:pt x="890162" y="233459"/>
                </a:lnTo>
                <a:lnTo>
                  <a:pt x="923585" y="233459"/>
                </a:lnTo>
                <a:lnTo>
                  <a:pt x="923585" y="116604"/>
                </a:lnTo>
                <a:lnTo>
                  <a:pt x="897701" y="116604"/>
                </a:lnTo>
                <a:lnTo>
                  <a:pt x="897701" y="89463"/>
                </a:lnTo>
                <a:lnTo>
                  <a:pt x="923585" y="89463"/>
                </a:lnTo>
                <a:lnTo>
                  <a:pt x="923585" y="0"/>
                </a:lnTo>
                <a:close/>
              </a:path>
              <a:path w="923925" h="233679">
                <a:moveTo>
                  <a:pt x="789139" y="60814"/>
                </a:moveTo>
                <a:lnTo>
                  <a:pt x="782102" y="60814"/>
                </a:lnTo>
                <a:lnTo>
                  <a:pt x="782102" y="72877"/>
                </a:lnTo>
                <a:lnTo>
                  <a:pt x="781894" y="79081"/>
                </a:lnTo>
                <a:lnTo>
                  <a:pt x="771705" y="119070"/>
                </a:lnTo>
                <a:lnTo>
                  <a:pt x="745805" y="152807"/>
                </a:lnTo>
                <a:lnTo>
                  <a:pt x="726816" y="164351"/>
                </a:lnTo>
                <a:lnTo>
                  <a:pt x="744658" y="190235"/>
                </a:lnTo>
                <a:lnTo>
                  <a:pt x="778066" y="164508"/>
                </a:lnTo>
                <a:lnTo>
                  <a:pt x="799007" y="126717"/>
                </a:lnTo>
                <a:lnTo>
                  <a:pt x="798186" y="124708"/>
                </a:lnTo>
                <a:lnTo>
                  <a:pt x="795458" y="116604"/>
                </a:lnTo>
                <a:lnTo>
                  <a:pt x="790216" y="91097"/>
                </a:lnTo>
                <a:lnTo>
                  <a:pt x="790144" y="90594"/>
                </a:lnTo>
                <a:lnTo>
                  <a:pt x="789411" y="82018"/>
                </a:lnTo>
                <a:lnTo>
                  <a:pt x="789139" y="72877"/>
                </a:lnTo>
                <a:lnTo>
                  <a:pt x="789139" y="60814"/>
                </a:lnTo>
                <a:close/>
              </a:path>
              <a:path w="923925" h="233679">
                <a:moveTo>
                  <a:pt x="815274" y="60814"/>
                </a:moveTo>
                <a:lnTo>
                  <a:pt x="807986" y="60814"/>
                </a:lnTo>
                <a:lnTo>
                  <a:pt x="807986" y="72877"/>
                </a:lnTo>
                <a:lnTo>
                  <a:pt x="807816" y="79081"/>
                </a:lnTo>
                <a:lnTo>
                  <a:pt x="801814" y="117860"/>
                </a:lnTo>
                <a:lnTo>
                  <a:pt x="799007" y="126717"/>
                </a:lnTo>
                <a:lnTo>
                  <a:pt x="801452" y="132703"/>
                </a:lnTo>
                <a:lnTo>
                  <a:pt x="825075" y="167618"/>
                </a:lnTo>
                <a:lnTo>
                  <a:pt x="853221" y="186214"/>
                </a:lnTo>
                <a:lnTo>
                  <a:pt x="870464" y="160974"/>
                </a:lnTo>
                <a:lnTo>
                  <a:pt x="870560" y="160833"/>
                </a:lnTo>
                <a:lnTo>
                  <a:pt x="863744" y="157472"/>
                </a:lnTo>
                <a:lnTo>
                  <a:pt x="857367" y="153671"/>
                </a:lnTo>
                <a:lnTo>
                  <a:pt x="828844" y="123138"/>
                </a:lnTo>
                <a:lnTo>
                  <a:pt x="816201" y="86071"/>
                </a:lnTo>
                <a:lnTo>
                  <a:pt x="816091" y="85379"/>
                </a:lnTo>
                <a:lnTo>
                  <a:pt x="815513" y="79442"/>
                </a:lnTo>
                <a:lnTo>
                  <a:pt x="815478" y="79081"/>
                </a:lnTo>
                <a:lnTo>
                  <a:pt x="815274" y="72877"/>
                </a:lnTo>
                <a:lnTo>
                  <a:pt x="815274" y="60814"/>
                </a:lnTo>
                <a:close/>
              </a:path>
              <a:path w="923925" h="233679">
                <a:moveTo>
                  <a:pt x="807986" y="60814"/>
                </a:moveTo>
                <a:lnTo>
                  <a:pt x="789139" y="60814"/>
                </a:lnTo>
                <a:lnTo>
                  <a:pt x="789139" y="72877"/>
                </a:lnTo>
                <a:lnTo>
                  <a:pt x="789314" y="79081"/>
                </a:lnTo>
                <a:lnTo>
                  <a:pt x="789411" y="82018"/>
                </a:lnTo>
                <a:lnTo>
                  <a:pt x="790047" y="89463"/>
                </a:lnTo>
                <a:lnTo>
                  <a:pt x="790144" y="90594"/>
                </a:lnTo>
                <a:lnTo>
                  <a:pt x="799007" y="126717"/>
                </a:lnTo>
                <a:lnTo>
                  <a:pt x="799128" y="126404"/>
                </a:lnTo>
                <a:lnTo>
                  <a:pt x="807735" y="82018"/>
                </a:lnTo>
                <a:lnTo>
                  <a:pt x="807986" y="72877"/>
                </a:lnTo>
                <a:lnTo>
                  <a:pt x="807986" y="60814"/>
                </a:lnTo>
                <a:close/>
              </a:path>
              <a:path w="923925" h="233679">
                <a:moveTo>
                  <a:pt x="890162" y="89463"/>
                </a:moveTo>
                <a:lnTo>
                  <a:pt x="848948" y="89463"/>
                </a:lnTo>
                <a:lnTo>
                  <a:pt x="848948" y="116604"/>
                </a:lnTo>
                <a:lnTo>
                  <a:pt x="890162" y="116604"/>
                </a:lnTo>
                <a:lnTo>
                  <a:pt x="890162" y="89463"/>
                </a:lnTo>
                <a:close/>
              </a:path>
              <a:path w="923925" h="233679">
                <a:moveTo>
                  <a:pt x="923585" y="89463"/>
                </a:moveTo>
                <a:lnTo>
                  <a:pt x="897701" y="89463"/>
                </a:lnTo>
                <a:lnTo>
                  <a:pt x="897701" y="116604"/>
                </a:lnTo>
                <a:lnTo>
                  <a:pt x="923585" y="116604"/>
                </a:lnTo>
                <a:lnTo>
                  <a:pt x="923585" y="89463"/>
                </a:lnTo>
                <a:close/>
              </a:path>
              <a:path w="923925" h="233679">
                <a:moveTo>
                  <a:pt x="781851" y="38197"/>
                </a:moveTo>
                <a:lnTo>
                  <a:pt x="734606" y="38197"/>
                </a:lnTo>
                <a:lnTo>
                  <a:pt x="734606" y="64584"/>
                </a:lnTo>
                <a:lnTo>
                  <a:pt x="782102" y="64584"/>
                </a:lnTo>
                <a:lnTo>
                  <a:pt x="782102" y="60814"/>
                </a:lnTo>
                <a:lnTo>
                  <a:pt x="861513" y="60814"/>
                </a:lnTo>
                <a:lnTo>
                  <a:pt x="861513" y="52019"/>
                </a:lnTo>
                <a:lnTo>
                  <a:pt x="781851" y="52019"/>
                </a:lnTo>
                <a:lnTo>
                  <a:pt x="781851" y="38197"/>
                </a:lnTo>
                <a:close/>
              </a:path>
              <a:path w="923925" h="233679">
                <a:moveTo>
                  <a:pt x="861513" y="60814"/>
                </a:moveTo>
                <a:lnTo>
                  <a:pt x="815274" y="60814"/>
                </a:lnTo>
                <a:lnTo>
                  <a:pt x="815274" y="64584"/>
                </a:lnTo>
                <a:lnTo>
                  <a:pt x="861513" y="64584"/>
                </a:lnTo>
                <a:lnTo>
                  <a:pt x="861513" y="60814"/>
                </a:lnTo>
                <a:close/>
              </a:path>
              <a:path w="923925" h="233679">
                <a:moveTo>
                  <a:pt x="815274" y="5779"/>
                </a:moveTo>
                <a:lnTo>
                  <a:pt x="781851" y="5779"/>
                </a:lnTo>
                <a:lnTo>
                  <a:pt x="781851" y="52019"/>
                </a:lnTo>
                <a:lnTo>
                  <a:pt x="815274" y="52019"/>
                </a:lnTo>
                <a:lnTo>
                  <a:pt x="815274" y="5779"/>
                </a:lnTo>
                <a:close/>
              </a:path>
              <a:path w="923925" h="233679">
                <a:moveTo>
                  <a:pt x="861513" y="38197"/>
                </a:moveTo>
                <a:lnTo>
                  <a:pt x="815274" y="38197"/>
                </a:lnTo>
                <a:lnTo>
                  <a:pt x="815274" y="52019"/>
                </a:lnTo>
                <a:lnTo>
                  <a:pt x="861513" y="52019"/>
                </a:lnTo>
                <a:lnTo>
                  <a:pt x="861513" y="38197"/>
                </a:lnTo>
                <a:close/>
              </a:path>
            </a:pathLst>
          </a:custGeom>
          <a:solidFill>
            <a:srgbClr val="6D6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60579" y="6127645"/>
            <a:ext cx="4251723" cy="23572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50871" y="6084505"/>
            <a:ext cx="5279724" cy="23647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62087" y="6534753"/>
            <a:ext cx="4247263" cy="23697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66360" y="6944375"/>
            <a:ext cx="2406094" cy="23572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770680" y="7525886"/>
            <a:ext cx="1165225" cy="234950"/>
          </a:xfrm>
          <a:custGeom>
            <a:avLst/>
            <a:gdLst/>
            <a:ahLst/>
            <a:cxnLst/>
            <a:rect l="l" t="t" r="r" b="b"/>
            <a:pathLst>
              <a:path w="1165225" h="234950">
                <a:moveTo>
                  <a:pt x="193250" y="1507"/>
                </a:moveTo>
                <a:lnTo>
                  <a:pt x="161586" y="1507"/>
                </a:lnTo>
                <a:lnTo>
                  <a:pt x="161586" y="234213"/>
                </a:lnTo>
                <a:lnTo>
                  <a:pt x="193250" y="234213"/>
                </a:lnTo>
                <a:lnTo>
                  <a:pt x="193250" y="1507"/>
                </a:lnTo>
                <a:close/>
              </a:path>
              <a:path w="1165225" h="234950">
                <a:moveTo>
                  <a:pt x="144498" y="5779"/>
                </a:moveTo>
                <a:lnTo>
                  <a:pt x="113336" y="5779"/>
                </a:lnTo>
                <a:lnTo>
                  <a:pt x="113336" y="224161"/>
                </a:lnTo>
                <a:lnTo>
                  <a:pt x="144498" y="224161"/>
                </a:lnTo>
                <a:lnTo>
                  <a:pt x="144498" y="113337"/>
                </a:lnTo>
                <a:lnTo>
                  <a:pt x="127158" y="113337"/>
                </a:lnTo>
                <a:lnTo>
                  <a:pt x="127158" y="86448"/>
                </a:lnTo>
                <a:lnTo>
                  <a:pt x="144498" y="86448"/>
                </a:lnTo>
                <a:lnTo>
                  <a:pt x="144498" y="5779"/>
                </a:lnTo>
                <a:close/>
              </a:path>
              <a:path w="1165225" h="234950">
                <a:moveTo>
                  <a:pt x="88960" y="27894"/>
                </a:moveTo>
                <a:lnTo>
                  <a:pt x="0" y="27894"/>
                </a:lnTo>
                <a:lnTo>
                  <a:pt x="0" y="182696"/>
                </a:lnTo>
                <a:lnTo>
                  <a:pt x="26436" y="182696"/>
                </a:lnTo>
                <a:lnTo>
                  <a:pt x="46993" y="182193"/>
                </a:lnTo>
                <a:lnTo>
                  <a:pt x="86321" y="178801"/>
                </a:lnTo>
                <a:lnTo>
                  <a:pt x="99263" y="176413"/>
                </a:lnTo>
                <a:lnTo>
                  <a:pt x="98291" y="166864"/>
                </a:lnTo>
                <a:lnTo>
                  <a:pt x="32920" y="166864"/>
                </a:lnTo>
                <a:lnTo>
                  <a:pt x="32920" y="54281"/>
                </a:lnTo>
                <a:lnTo>
                  <a:pt x="88960" y="54281"/>
                </a:lnTo>
                <a:lnTo>
                  <a:pt x="88960" y="27894"/>
                </a:lnTo>
                <a:close/>
              </a:path>
              <a:path w="1165225" h="234950">
                <a:moveTo>
                  <a:pt x="96499" y="149273"/>
                </a:moveTo>
                <a:lnTo>
                  <a:pt x="52679" y="154503"/>
                </a:lnTo>
                <a:lnTo>
                  <a:pt x="26135" y="155304"/>
                </a:lnTo>
                <a:lnTo>
                  <a:pt x="32920" y="155304"/>
                </a:lnTo>
                <a:lnTo>
                  <a:pt x="32920" y="166864"/>
                </a:lnTo>
                <a:lnTo>
                  <a:pt x="98291" y="166864"/>
                </a:lnTo>
                <a:lnTo>
                  <a:pt x="96499" y="149273"/>
                </a:lnTo>
                <a:close/>
              </a:path>
              <a:path w="1165225" h="234950">
                <a:moveTo>
                  <a:pt x="113336" y="86448"/>
                </a:moveTo>
                <a:lnTo>
                  <a:pt x="73128" y="86448"/>
                </a:lnTo>
                <a:lnTo>
                  <a:pt x="73128" y="113337"/>
                </a:lnTo>
                <a:lnTo>
                  <a:pt x="113336" y="113337"/>
                </a:lnTo>
                <a:lnTo>
                  <a:pt x="113336" y="86448"/>
                </a:lnTo>
                <a:close/>
              </a:path>
              <a:path w="1165225" h="234950">
                <a:moveTo>
                  <a:pt x="144498" y="86448"/>
                </a:moveTo>
                <a:lnTo>
                  <a:pt x="127158" y="86448"/>
                </a:lnTo>
                <a:lnTo>
                  <a:pt x="127158" y="113337"/>
                </a:lnTo>
                <a:lnTo>
                  <a:pt x="144498" y="113337"/>
                </a:lnTo>
                <a:lnTo>
                  <a:pt x="144498" y="86448"/>
                </a:lnTo>
                <a:close/>
              </a:path>
              <a:path w="1165225" h="234950">
                <a:moveTo>
                  <a:pt x="412616" y="1256"/>
                </a:moveTo>
                <a:lnTo>
                  <a:pt x="379193" y="1256"/>
                </a:lnTo>
                <a:lnTo>
                  <a:pt x="379193" y="234715"/>
                </a:lnTo>
                <a:lnTo>
                  <a:pt x="412616" y="234715"/>
                </a:lnTo>
                <a:lnTo>
                  <a:pt x="412616" y="1256"/>
                </a:lnTo>
                <a:close/>
              </a:path>
              <a:path w="1165225" h="234950">
                <a:moveTo>
                  <a:pt x="287217" y="17591"/>
                </a:moveTo>
                <a:lnTo>
                  <a:pt x="249255" y="33470"/>
                </a:lnTo>
                <a:lnTo>
                  <a:pt x="228098" y="77086"/>
                </a:lnTo>
                <a:lnTo>
                  <a:pt x="226151" y="100772"/>
                </a:lnTo>
                <a:lnTo>
                  <a:pt x="226638" y="113164"/>
                </a:lnTo>
                <a:lnTo>
                  <a:pt x="228098" y="124708"/>
                </a:lnTo>
                <a:lnTo>
                  <a:pt x="230533" y="135404"/>
                </a:lnTo>
                <a:lnTo>
                  <a:pt x="233941" y="145252"/>
                </a:lnTo>
                <a:lnTo>
                  <a:pt x="238206" y="153796"/>
                </a:lnTo>
                <a:lnTo>
                  <a:pt x="238323" y="154032"/>
                </a:lnTo>
                <a:lnTo>
                  <a:pt x="270568" y="181691"/>
                </a:lnTo>
                <a:lnTo>
                  <a:pt x="287217" y="184204"/>
                </a:lnTo>
                <a:lnTo>
                  <a:pt x="295887" y="183576"/>
                </a:lnTo>
                <a:lnTo>
                  <a:pt x="331195" y="161775"/>
                </a:lnTo>
                <a:lnTo>
                  <a:pt x="336335" y="153796"/>
                </a:lnTo>
                <a:lnTo>
                  <a:pt x="281521" y="153796"/>
                </a:lnTo>
                <a:lnTo>
                  <a:pt x="276495" y="151786"/>
                </a:lnTo>
                <a:lnTo>
                  <a:pt x="259197" y="116604"/>
                </a:lnTo>
                <a:lnTo>
                  <a:pt x="258317" y="100772"/>
                </a:lnTo>
                <a:lnTo>
                  <a:pt x="258537" y="92463"/>
                </a:lnTo>
                <a:lnTo>
                  <a:pt x="276495" y="50008"/>
                </a:lnTo>
                <a:lnTo>
                  <a:pt x="281521" y="47998"/>
                </a:lnTo>
                <a:lnTo>
                  <a:pt x="336271" y="47998"/>
                </a:lnTo>
                <a:lnTo>
                  <a:pt x="331195" y="40145"/>
                </a:lnTo>
                <a:lnTo>
                  <a:pt x="295887" y="18235"/>
                </a:lnTo>
                <a:lnTo>
                  <a:pt x="287217" y="17591"/>
                </a:lnTo>
                <a:close/>
              </a:path>
              <a:path w="1165225" h="234950">
                <a:moveTo>
                  <a:pt x="336258" y="47998"/>
                </a:moveTo>
                <a:lnTo>
                  <a:pt x="293081" y="47998"/>
                </a:lnTo>
                <a:lnTo>
                  <a:pt x="298190" y="50008"/>
                </a:lnTo>
                <a:lnTo>
                  <a:pt x="306902" y="58050"/>
                </a:lnTo>
                <a:lnTo>
                  <a:pt x="316368" y="100772"/>
                </a:lnTo>
                <a:lnTo>
                  <a:pt x="316132" y="109002"/>
                </a:lnTo>
                <a:lnTo>
                  <a:pt x="298190" y="151786"/>
                </a:lnTo>
                <a:lnTo>
                  <a:pt x="293081" y="153796"/>
                </a:lnTo>
                <a:lnTo>
                  <a:pt x="336335" y="153796"/>
                </a:lnTo>
                <a:lnTo>
                  <a:pt x="348032" y="113164"/>
                </a:lnTo>
                <a:lnTo>
                  <a:pt x="348534" y="100772"/>
                </a:lnTo>
                <a:lnTo>
                  <a:pt x="348032" y="88505"/>
                </a:lnTo>
                <a:lnTo>
                  <a:pt x="346646" y="78013"/>
                </a:lnTo>
                <a:lnTo>
                  <a:pt x="346524" y="77086"/>
                </a:lnTo>
                <a:lnTo>
                  <a:pt x="344011" y="66516"/>
                </a:lnTo>
                <a:lnTo>
                  <a:pt x="340493" y="56794"/>
                </a:lnTo>
                <a:lnTo>
                  <a:pt x="336258" y="47998"/>
                </a:lnTo>
                <a:close/>
              </a:path>
              <a:path w="1165225" h="234950">
                <a:moveTo>
                  <a:pt x="641030" y="1256"/>
                </a:moveTo>
                <a:lnTo>
                  <a:pt x="607607" y="1256"/>
                </a:lnTo>
                <a:lnTo>
                  <a:pt x="607607" y="234715"/>
                </a:lnTo>
                <a:lnTo>
                  <a:pt x="641030" y="234715"/>
                </a:lnTo>
                <a:lnTo>
                  <a:pt x="641030" y="110573"/>
                </a:lnTo>
                <a:lnTo>
                  <a:pt x="611628" y="110573"/>
                </a:lnTo>
                <a:lnTo>
                  <a:pt x="611628" y="83432"/>
                </a:lnTo>
                <a:lnTo>
                  <a:pt x="641030" y="83432"/>
                </a:lnTo>
                <a:lnTo>
                  <a:pt x="641030" y="1256"/>
                </a:lnTo>
                <a:close/>
              </a:path>
              <a:path w="1165225" h="234950">
                <a:moveTo>
                  <a:pt x="563881" y="20858"/>
                </a:moveTo>
                <a:lnTo>
                  <a:pt x="456071" y="20858"/>
                </a:lnTo>
                <a:lnTo>
                  <a:pt x="456071" y="182193"/>
                </a:lnTo>
                <a:lnTo>
                  <a:pt x="486680" y="182193"/>
                </a:lnTo>
                <a:lnTo>
                  <a:pt x="511609" y="181691"/>
                </a:lnTo>
                <a:lnTo>
                  <a:pt x="552980" y="179209"/>
                </a:lnTo>
                <a:lnTo>
                  <a:pt x="577954" y="175911"/>
                </a:lnTo>
                <a:lnTo>
                  <a:pt x="576429" y="163597"/>
                </a:lnTo>
                <a:lnTo>
                  <a:pt x="489496" y="163597"/>
                </a:lnTo>
                <a:lnTo>
                  <a:pt x="489496" y="111829"/>
                </a:lnTo>
                <a:lnTo>
                  <a:pt x="481705" y="111829"/>
                </a:lnTo>
                <a:lnTo>
                  <a:pt x="481705" y="85694"/>
                </a:lnTo>
                <a:lnTo>
                  <a:pt x="489496" y="85694"/>
                </a:lnTo>
                <a:lnTo>
                  <a:pt x="489496" y="47998"/>
                </a:lnTo>
                <a:lnTo>
                  <a:pt x="563881" y="47998"/>
                </a:lnTo>
                <a:lnTo>
                  <a:pt x="563881" y="20858"/>
                </a:lnTo>
                <a:close/>
              </a:path>
              <a:path w="1165225" h="234950">
                <a:moveTo>
                  <a:pt x="574687" y="149524"/>
                </a:moveTo>
                <a:lnTo>
                  <a:pt x="534918" y="153624"/>
                </a:lnTo>
                <a:lnTo>
                  <a:pt x="486530" y="155304"/>
                </a:lnTo>
                <a:lnTo>
                  <a:pt x="489496" y="155304"/>
                </a:lnTo>
                <a:lnTo>
                  <a:pt x="489496" y="163597"/>
                </a:lnTo>
                <a:lnTo>
                  <a:pt x="576429" y="163597"/>
                </a:lnTo>
                <a:lnTo>
                  <a:pt x="574687" y="149524"/>
                </a:lnTo>
                <a:close/>
              </a:path>
              <a:path w="1165225" h="234950">
                <a:moveTo>
                  <a:pt x="489496" y="85694"/>
                </a:moveTo>
                <a:lnTo>
                  <a:pt x="481705" y="85694"/>
                </a:lnTo>
                <a:lnTo>
                  <a:pt x="481705" y="111829"/>
                </a:lnTo>
                <a:lnTo>
                  <a:pt x="489496" y="111829"/>
                </a:lnTo>
                <a:lnTo>
                  <a:pt x="489496" y="85694"/>
                </a:lnTo>
                <a:close/>
              </a:path>
              <a:path w="1165225" h="234950">
                <a:moveTo>
                  <a:pt x="556090" y="85694"/>
                </a:moveTo>
                <a:lnTo>
                  <a:pt x="489496" y="85694"/>
                </a:lnTo>
                <a:lnTo>
                  <a:pt x="489496" y="111829"/>
                </a:lnTo>
                <a:lnTo>
                  <a:pt x="556090" y="111829"/>
                </a:lnTo>
                <a:lnTo>
                  <a:pt x="556090" y="85694"/>
                </a:lnTo>
                <a:close/>
              </a:path>
              <a:path w="1165225" h="234950">
                <a:moveTo>
                  <a:pt x="607607" y="83432"/>
                </a:moveTo>
                <a:lnTo>
                  <a:pt x="567650" y="83432"/>
                </a:lnTo>
                <a:lnTo>
                  <a:pt x="567650" y="110573"/>
                </a:lnTo>
                <a:lnTo>
                  <a:pt x="607607" y="110573"/>
                </a:lnTo>
                <a:lnTo>
                  <a:pt x="607607" y="83432"/>
                </a:lnTo>
                <a:close/>
              </a:path>
              <a:path w="1165225" h="234950">
                <a:moveTo>
                  <a:pt x="641030" y="83432"/>
                </a:moveTo>
                <a:lnTo>
                  <a:pt x="611628" y="83432"/>
                </a:lnTo>
                <a:lnTo>
                  <a:pt x="611628" y="110573"/>
                </a:lnTo>
                <a:lnTo>
                  <a:pt x="641030" y="110573"/>
                </a:lnTo>
                <a:lnTo>
                  <a:pt x="641030" y="83432"/>
                </a:lnTo>
                <a:close/>
              </a:path>
              <a:path w="1165225" h="234950">
                <a:moveTo>
                  <a:pt x="782605" y="166361"/>
                </a:moveTo>
                <a:lnTo>
                  <a:pt x="749182" y="166361"/>
                </a:lnTo>
                <a:lnTo>
                  <a:pt x="749182" y="230443"/>
                </a:lnTo>
                <a:lnTo>
                  <a:pt x="912276" y="230443"/>
                </a:lnTo>
                <a:lnTo>
                  <a:pt x="912276" y="214862"/>
                </a:lnTo>
                <a:lnTo>
                  <a:pt x="782605" y="214862"/>
                </a:lnTo>
                <a:lnTo>
                  <a:pt x="782605" y="166361"/>
                </a:lnTo>
                <a:close/>
              </a:path>
              <a:path w="1165225" h="234950">
                <a:moveTo>
                  <a:pt x="912276" y="203554"/>
                </a:moveTo>
                <a:lnTo>
                  <a:pt x="782605" y="203554"/>
                </a:lnTo>
                <a:lnTo>
                  <a:pt x="782605" y="214862"/>
                </a:lnTo>
                <a:lnTo>
                  <a:pt x="912276" y="214862"/>
                </a:lnTo>
                <a:lnTo>
                  <a:pt x="912276" y="203554"/>
                </a:lnTo>
                <a:close/>
              </a:path>
              <a:path w="1165225" h="234950">
                <a:moveTo>
                  <a:pt x="849702" y="134949"/>
                </a:moveTo>
                <a:lnTo>
                  <a:pt x="816279" y="134949"/>
                </a:lnTo>
                <a:lnTo>
                  <a:pt x="816279" y="183952"/>
                </a:lnTo>
                <a:lnTo>
                  <a:pt x="849702" y="183952"/>
                </a:lnTo>
                <a:lnTo>
                  <a:pt x="849702" y="134949"/>
                </a:lnTo>
                <a:close/>
              </a:path>
              <a:path w="1165225" h="234950">
                <a:moveTo>
                  <a:pt x="935647" y="120625"/>
                </a:moveTo>
                <a:lnTo>
                  <a:pt x="724806" y="120625"/>
                </a:lnTo>
                <a:lnTo>
                  <a:pt x="724806" y="147011"/>
                </a:lnTo>
                <a:lnTo>
                  <a:pt x="816279" y="147011"/>
                </a:lnTo>
                <a:lnTo>
                  <a:pt x="816279" y="134949"/>
                </a:lnTo>
                <a:lnTo>
                  <a:pt x="935647" y="134949"/>
                </a:lnTo>
                <a:lnTo>
                  <a:pt x="935647" y="120625"/>
                </a:lnTo>
                <a:close/>
              </a:path>
              <a:path w="1165225" h="234950">
                <a:moveTo>
                  <a:pt x="935647" y="134949"/>
                </a:moveTo>
                <a:lnTo>
                  <a:pt x="849702" y="134949"/>
                </a:lnTo>
                <a:lnTo>
                  <a:pt x="849702" y="147011"/>
                </a:lnTo>
                <a:lnTo>
                  <a:pt x="935647" y="147011"/>
                </a:lnTo>
                <a:lnTo>
                  <a:pt x="935647" y="134949"/>
                </a:lnTo>
                <a:close/>
              </a:path>
              <a:path w="1165225" h="234950">
                <a:moveTo>
                  <a:pt x="784615" y="9046"/>
                </a:moveTo>
                <a:lnTo>
                  <a:pt x="751695" y="9046"/>
                </a:lnTo>
                <a:lnTo>
                  <a:pt x="751695" y="104541"/>
                </a:lnTo>
                <a:lnTo>
                  <a:pt x="908758" y="104541"/>
                </a:lnTo>
                <a:lnTo>
                  <a:pt x="908758" y="78657"/>
                </a:lnTo>
                <a:lnTo>
                  <a:pt x="784615" y="78657"/>
                </a:lnTo>
                <a:lnTo>
                  <a:pt x="784615" y="57799"/>
                </a:lnTo>
                <a:lnTo>
                  <a:pt x="908758" y="57799"/>
                </a:lnTo>
                <a:lnTo>
                  <a:pt x="908758" y="32669"/>
                </a:lnTo>
                <a:lnTo>
                  <a:pt x="784615" y="32669"/>
                </a:lnTo>
                <a:lnTo>
                  <a:pt x="784615" y="9046"/>
                </a:lnTo>
                <a:close/>
              </a:path>
              <a:path w="1165225" h="234950">
                <a:moveTo>
                  <a:pt x="908758" y="57799"/>
                </a:moveTo>
                <a:lnTo>
                  <a:pt x="875586" y="57799"/>
                </a:lnTo>
                <a:lnTo>
                  <a:pt x="875586" y="78657"/>
                </a:lnTo>
                <a:lnTo>
                  <a:pt x="908758" y="78657"/>
                </a:lnTo>
                <a:lnTo>
                  <a:pt x="908758" y="57799"/>
                </a:lnTo>
                <a:close/>
              </a:path>
              <a:path w="1165225" h="234950">
                <a:moveTo>
                  <a:pt x="908758" y="9046"/>
                </a:moveTo>
                <a:lnTo>
                  <a:pt x="875586" y="9046"/>
                </a:lnTo>
                <a:lnTo>
                  <a:pt x="875586" y="32669"/>
                </a:lnTo>
                <a:lnTo>
                  <a:pt x="908758" y="32669"/>
                </a:lnTo>
                <a:lnTo>
                  <a:pt x="908758" y="9046"/>
                </a:lnTo>
                <a:close/>
              </a:path>
              <a:path w="1165225" h="234950">
                <a:moveTo>
                  <a:pt x="1134153" y="1507"/>
                </a:moveTo>
                <a:lnTo>
                  <a:pt x="1100730" y="1507"/>
                </a:lnTo>
                <a:lnTo>
                  <a:pt x="1100730" y="127158"/>
                </a:lnTo>
                <a:lnTo>
                  <a:pt x="1134153" y="127158"/>
                </a:lnTo>
                <a:lnTo>
                  <a:pt x="1134153" y="78154"/>
                </a:lnTo>
                <a:lnTo>
                  <a:pt x="1121086" y="78154"/>
                </a:lnTo>
                <a:lnTo>
                  <a:pt x="1121086" y="51014"/>
                </a:lnTo>
                <a:lnTo>
                  <a:pt x="1134153" y="51014"/>
                </a:lnTo>
                <a:lnTo>
                  <a:pt x="1134153" y="1507"/>
                </a:lnTo>
                <a:close/>
              </a:path>
              <a:path w="1165225" h="234950">
                <a:moveTo>
                  <a:pt x="1134153" y="51014"/>
                </a:moveTo>
                <a:lnTo>
                  <a:pt x="1121086" y="51014"/>
                </a:lnTo>
                <a:lnTo>
                  <a:pt x="1121086" y="78154"/>
                </a:lnTo>
                <a:lnTo>
                  <a:pt x="1134153" y="78154"/>
                </a:lnTo>
                <a:lnTo>
                  <a:pt x="1134153" y="51014"/>
                </a:lnTo>
                <a:close/>
              </a:path>
              <a:path w="1165225" h="234950">
                <a:moveTo>
                  <a:pt x="1165064" y="51014"/>
                </a:moveTo>
                <a:lnTo>
                  <a:pt x="1134153" y="51014"/>
                </a:lnTo>
                <a:lnTo>
                  <a:pt x="1134153" y="78154"/>
                </a:lnTo>
                <a:lnTo>
                  <a:pt x="1165064" y="78154"/>
                </a:lnTo>
                <a:lnTo>
                  <a:pt x="1165064" y="51014"/>
                </a:lnTo>
                <a:close/>
              </a:path>
              <a:path w="1165225" h="234950">
                <a:moveTo>
                  <a:pt x="1134153" y="136456"/>
                </a:moveTo>
                <a:lnTo>
                  <a:pt x="980610" y="136456"/>
                </a:lnTo>
                <a:lnTo>
                  <a:pt x="980610" y="160582"/>
                </a:lnTo>
                <a:lnTo>
                  <a:pt x="1101233" y="160582"/>
                </a:lnTo>
                <a:lnTo>
                  <a:pt x="1101233" y="172644"/>
                </a:lnTo>
                <a:lnTo>
                  <a:pt x="980862" y="172644"/>
                </a:lnTo>
                <a:lnTo>
                  <a:pt x="980862" y="232956"/>
                </a:lnTo>
                <a:lnTo>
                  <a:pt x="1140939" y="232956"/>
                </a:lnTo>
                <a:lnTo>
                  <a:pt x="1140939" y="216370"/>
                </a:lnTo>
                <a:lnTo>
                  <a:pt x="1014034" y="216370"/>
                </a:lnTo>
                <a:lnTo>
                  <a:pt x="1014034" y="195512"/>
                </a:lnTo>
                <a:lnTo>
                  <a:pt x="1134153" y="195512"/>
                </a:lnTo>
                <a:lnTo>
                  <a:pt x="1134153" y="136456"/>
                </a:lnTo>
                <a:close/>
              </a:path>
              <a:path w="1165225" h="234950">
                <a:moveTo>
                  <a:pt x="1140939" y="208329"/>
                </a:moveTo>
                <a:lnTo>
                  <a:pt x="1014034" y="208329"/>
                </a:lnTo>
                <a:lnTo>
                  <a:pt x="1014034" y="216370"/>
                </a:lnTo>
                <a:lnTo>
                  <a:pt x="1140939" y="216370"/>
                </a:lnTo>
                <a:lnTo>
                  <a:pt x="1140939" y="208329"/>
                </a:lnTo>
                <a:close/>
              </a:path>
              <a:path w="1165225" h="234950">
                <a:moveTo>
                  <a:pt x="1002976" y="18847"/>
                </a:moveTo>
                <a:lnTo>
                  <a:pt x="951208" y="18847"/>
                </a:lnTo>
                <a:lnTo>
                  <a:pt x="951208" y="43726"/>
                </a:lnTo>
                <a:lnTo>
                  <a:pt x="1087914" y="43726"/>
                </a:lnTo>
                <a:lnTo>
                  <a:pt x="1087914" y="36438"/>
                </a:lnTo>
                <a:lnTo>
                  <a:pt x="1002976" y="36438"/>
                </a:lnTo>
                <a:lnTo>
                  <a:pt x="1002976" y="18847"/>
                </a:lnTo>
                <a:close/>
              </a:path>
              <a:path w="1165225" h="234950">
                <a:moveTo>
                  <a:pt x="1036146" y="0"/>
                </a:moveTo>
                <a:lnTo>
                  <a:pt x="1002976" y="0"/>
                </a:lnTo>
                <a:lnTo>
                  <a:pt x="1002976" y="36438"/>
                </a:lnTo>
                <a:lnTo>
                  <a:pt x="1036146" y="36438"/>
                </a:lnTo>
                <a:lnTo>
                  <a:pt x="1036146" y="0"/>
                </a:lnTo>
                <a:close/>
              </a:path>
              <a:path w="1165225" h="234950">
                <a:moveTo>
                  <a:pt x="1087914" y="18847"/>
                </a:moveTo>
                <a:lnTo>
                  <a:pt x="1036146" y="18847"/>
                </a:lnTo>
                <a:lnTo>
                  <a:pt x="1036146" y="36438"/>
                </a:lnTo>
                <a:lnTo>
                  <a:pt x="1087914" y="36438"/>
                </a:lnTo>
                <a:lnTo>
                  <a:pt x="1087914" y="18847"/>
                </a:lnTo>
                <a:close/>
              </a:path>
              <a:path w="1165225" h="234950">
                <a:moveTo>
                  <a:pt x="1019562" y="49255"/>
                </a:moveTo>
                <a:lnTo>
                  <a:pt x="977846" y="59558"/>
                </a:lnTo>
                <a:lnTo>
                  <a:pt x="962265" y="87453"/>
                </a:lnTo>
                <a:lnTo>
                  <a:pt x="962833" y="92311"/>
                </a:lnTo>
                <a:lnTo>
                  <a:pt x="996191" y="122886"/>
                </a:lnTo>
                <a:lnTo>
                  <a:pt x="1019562" y="125399"/>
                </a:lnTo>
                <a:lnTo>
                  <a:pt x="1031969" y="124771"/>
                </a:lnTo>
                <a:lnTo>
                  <a:pt x="1068093" y="109740"/>
                </a:lnTo>
                <a:lnTo>
                  <a:pt x="1073530" y="101777"/>
                </a:lnTo>
                <a:lnTo>
                  <a:pt x="1011856" y="101777"/>
                </a:lnTo>
                <a:lnTo>
                  <a:pt x="1005741" y="100604"/>
                </a:lnTo>
                <a:lnTo>
                  <a:pt x="996694" y="95913"/>
                </a:lnTo>
                <a:lnTo>
                  <a:pt x="994432" y="92311"/>
                </a:lnTo>
                <a:lnTo>
                  <a:pt x="994432" y="82594"/>
                </a:lnTo>
                <a:lnTo>
                  <a:pt x="996618" y="79112"/>
                </a:lnTo>
                <a:lnTo>
                  <a:pt x="996461" y="79112"/>
                </a:lnTo>
                <a:lnTo>
                  <a:pt x="1001217" y="76646"/>
                </a:lnTo>
                <a:lnTo>
                  <a:pt x="1005741" y="74133"/>
                </a:lnTo>
                <a:lnTo>
                  <a:pt x="1011856" y="72877"/>
                </a:lnTo>
                <a:lnTo>
                  <a:pt x="1073431" y="72877"/>
                </a:lnTo>
                <a:lnTo>
                  <a:pt x="1072962" y="71683"/>
                </a:lnTo>
                <a:lnTo>
                  <a:pt x="1031969" y="49899"/>
                </a:lnTo>
                <a:lnTo>
                  <a:pt x="1019562" y="49255"/>
                </a:lnTo>
                <a:close/>
              </a:path>
              <a:path w="1165225" h="234950">
                <a:moveTo>
                  <a:pt x="1073431" y="72877"/>
                </a:moveTo>
                <a:lnTo>
                  <a:pt x="1027436" y="72877"/>
                </a:lnTo>
                <a:lnTo>
                  <a:pt x="1033549" y="74133"/>
                </a:lnTo>
                <a:lnTo>
                  <a:pt x="1037905" y="76646"/>
                </a:lnTo>
                <a:lnTo>
                  <a:pt x="1042661" y="79112"/>
                </a:lnTo>
                <a:lnTo>
                  <a:pt x="1042504" y="79112"/>
                </a:lnTo>
                <a:lnTo>
                  <a:pt x="1044690" y="82594"/>
                </a:lnTo>
                <a:lnTo>
                  <a:pt x="1044690" y="92311"/>
                </a:lnTo>
                <a:lnTo>
                  <a:pt x="1042428" y="95913"/>
                </a:lnTo>
                <a:lnTo>
                  <a:pt x="1037905" y="98259"/>
                </a:lnTo>
                <a:lnTo>
                  <a:pt x="1033549" y="100604"/>
                </a:lnTo>
                <a:lnTo>
                  <a:pt x="1027436" y="101777"/>
                </a:lnTo>
                <a:lnTo>
                  <a:pt x="1073530" y="101777"/>
                </a:lnTo>
                <a:lnTo>
                  <a:pt x="1075836" y="95913"/>
                </a:lnTo>
                <a:lnTo>
                  <a:pt x="1076289" y="92311"/>
                </a:lnTo>
                <a:lnTo>
                  <a:pt x="1076857" y="87453"/>
                </a:lnTo>
                <a:lnTo>
                  <a:pt x="1075883" y="79112"/>
                </a:lnTo>
                <a:lnTo>
                  <a:pt x="1073431" y="72877"/>
                </a:lnTo>
                <a:close/>
              </a:path>
            </a:pathLst>
          </a:custGeom>
          <a:solidFill>
            <a:srgbClr val="6D6B6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005144" y="7936933"/>
            <a:ext cx="6282690" cy="452120"/>
            <a:chOff x="3005144" y="7936933"/>
            <a:chExt cx="6282690" cy="452120"/>
          </a:xfrm>
        </p:grpSpPr>
        <p:pic>
          <p:nvPicPr>
            <p:cNvPr id="8" name="object 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05144" y="7936933"/>
              <a:ext cx="3756566" cy="4520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94086" y="7936933"/>
              <a:ext cx="1230630" cy="452120"/>
            </a:xfrm>
            <a:custGeom>
              <a:avLst/>
              <a:gdLst/>
              <a:ahLst/>
              <a:cxnLst/>
              <a:rect l="l" t="t" r="r" b="b"/>
              <a:pathLst>
                <a:path w="1230629" h="452120">
                  <a:moveTo>
                    <a:pt x="1149640" y="0"/>
                  </a:moveTo>
                  <a:lnTo>
                    <a:pt x="80960" y="0"/>
                  </a:lnTo>
                  <a:lnTo>
                    <a:pt x="49447" y="5921"/>
                  </a:lnTo>
                  <a:lnTo>
                    <a:pt x="23712" y="22069"/>
                  </a:lnTo>
                  <a:lnTo>
                    <a:pt x="6362" y="46019"/>
                  </a:lnTo>
                  <a:lnTo>
                    <a:pt x="0" y="75348"/>
                  </a:lnTo>
                  <a:lnTo>
                    <a:pt x="0" y="376740"/>
                  </a:lnTo>
                  <a:lnTo>
                    <a:pt x="6362" y="406069"/>
                  </a:lnTo>
                  <a:lnTo>
                    <a:pt x="23712" y="430020"/>
                  </a:lnTo>
                  <a:lnTo>
                    <a:pt x="49447" y="446167"/>
                  </a:lnTo>
                  <a:lnTo>
                    <a:pt x="80960" y="452089"/>
                  </a:lnTo>
                  <a:lnTo>
                    <a:pt x="1149640" y="452089"/>
                  </a:lnTo>
                  <a:lnTo>
                    <a:pt x="1181152" y="446167"/>
                  </a:lnTo>
                  <a:lnTo>
                    <a:pt x="1206887" y="430020"/>
                  </a:lnTo>
                  <a:lnTo>
                    <a:pt x="1224238" y="406069"/>
                  </a:lnTo>
                  <a:lnTo>
                    <a:pt x="1230601" y="376740"/>
                  </a:lnTo>
                  <a:lnTo>
                    <a:pt x="1230601" y="75348"/>
                  </a:lnTo>
                  <a:lnTo>
                    <a:pt x="1224238" y="46019"/>
                  </a:lnTo>
                  <a:lnTo>
                    <a:pt x="1206887" y="22069"/>
                  </a:lnTo>
                  <a:lnTo>
                    <a:pt x="1181152" y="5921"/>
                  </a:lnTo>
                  <a:lnTo>
                    <a:pt x="1149640" y="0"/>
                  </a:lnTo>
                  <a:close/>
                </a:path>
              </a:pathLst>
            </a:custGeom>
            <a:solidFill>
              <a:srgbClr val="4B91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94416" y="8104900"/>
              <a:ext cx="644525" cy="116839"/>
            </a:xfrm>
            <a:custGeom>
              <a:avLst/>
              <a:gdLst/>
              <a:ahLst/>
              <a:cxnLst/>
              <a:rect l="l" t="t" r="r" b="b"/>
              <a:pathLst>
                <a:path w="644525" h="116840">
                  <a:moveTo>
                    <a:pt x="172114" y="45546"/>
                  </a:moveTo>
                  <a:lnTo>
                    <a:pt x="146717" y="45546"/>
                  </a:lnTo>
                  <a:lnTo>
                    <a:pt x="150606" y="46718"/>
                  </a:lnTo>
                  <a:lnTo>
                    <a:pt x="152950" y="49061"/>
                  </a:lnTo>
                  <a:lnTo>
                    <a:pt x="154234" y="50233"/>
                  </a:lnTo>
                  <a:lnTo>
                    <a:pt x="155438" y="51405"/>
                  </a:lnTo>
                  <a:lnTo>
                    <a:pt x="156626" y="54815"/>
                  </a:lnTo>
                  <a:lnTo>
                    <a:pt x="156626" y="65043"/>
                  </a:lnTo>
                  <a:lnTo>
                    <a:pt x="132388" y="65043"/>
                  </a:lnTo>
                  <a:lnTo>
                    <a:pt x="128445" y="65469"/>
                  </a:lnTo>
                  <a:lnTo>
                    <a:pt x="124504" y="66321"/>
                  </a:lnTo>
                  <a:lnTo>
                    <a:pt x="120562" y="67067"/>
                  </a:lnTo>
                  <a:lnTo>
                    <a:pt x="116939" y="68399"/>
                  </a:lnTo>
                  <a:lnTo>
                    <a:pt x="102770" y="85818"/>
                  </a:lnTo>
                  <a:lnTo>
                    <a:pt x="102892" y="97165"/>
                  </a:lnTo>
                  <a:lnTo>
                    <a:pt x="126847" y="116342"/>
                  </a:lnTo>
                  <a:lnTo>
                    <a:pt x="140272" y="116342"/>
                  </a:lnTo>
                  <a:lnTo>
                    <a:pt x="145865" y="114744"/>
                  </a:lnTo>
                  <a:lnTo>
                    <a:pt x="146099" y="114744"/>
                  </a:lnTo>
                  <a:lnTo>
                    <a:pt x="150713" y="111228"/>
                  </a:lnTo>
                  <a:lnTo>
                    <a:pt x="155187" y="107712"/>
                  </a:lnTo>
                  <a:lnTo>
                    <a:pt x="157362" y="104594"/>
                  </a:lnTo>
                  <a:lnTo>
                    <a:pt x="156679" y="102492"/>
                  </a:lnTo>
                  <a:lnTo>
                    <a:pt x="156638" y="101480"/>
                  </a:lnTo>
                  <a:lnTo>
                    <a:pt x="130523" y="101480"/>
                  </a:lnTo>
                  <a:lnTo>
                    <a:pt x="127061" y="100574"/>
                  </a:lnTo>
                  <a:lnTo>
                    <a:pt x="122586" y="96952"/>
                  </a:lnTo>
                  <a:lnTo>
                    <a:pt x="121467" y="94128"/>
                  </a:lnTo>
                  <a:lnTo>
                    <a:pt x="121467" y="86457"/>
                  </a:lnTo>
                  <a:lnTo>
                    <a:pt x="122693" y="83527"/>
                  </a:lnTo>
                  <a:lnTo>
                    <a:pt x="127593" y="79479"/>
                  </a:lnTo>
                  <a:lnTo>
                    <a:pt x="131375" y="78467"/>
                  </a:lnTo>
                  <a:lnTo>
                    <a:pt x="175484" y="78467"/>
                  </a:lnTo>
                  <a:lnTo>
                    <a:pt x="175484" y="54815"/>
                  </a:lnTo>
                  <a:lnTo>
                    <a:pt x="175143" y="53110"/>
                  </a:lnTo>
                  <a:lnTo>
                    <a:pt x="174531" y="50233"/>
                  </a:lnTo>
                  <a:lnTo>
                    <a:pt x="174418" y="49701"/>
                  </a:lnTo>
                  <a:lnTo>
                    <a:pt x="172114" y="45546"/>
                  </a:lnTo>
                  <a:close/>
                </a:path>
                <a:path w="644525" h="116840">
                  <a:moveTo>
                    <a:pt x="21095" y="1757"/>
                  </a:moveTo>
                  <a:lnTo>
                    <a:pt x="0" y="1757"/>
                  </a:lnTo>
                  <a:lnTo>
                    <a:pt x="41550" y="114744"/>
                  </a:lnTo>
                  <a:lnTo>
                    <a:pt x="61687" y="114744"/>
                  </a:lnTo>
                  <a:lnTo>
                    <a:pt x="70713" y="90293"/>
                  </a:lnTo>
                  <a:lnTo>
                    <a:pt x="70831" y="89973"/>
                  </a:lnTo>
                  <a:lnTo>
                    <a:pt x="51299" y="89973"/>
                  </a:lnTo>
                  <a:lnTo>
                    <a:pt x="21095" y="1757"/>
                  </a:lnTo>
                  <a:close/>
                </a:path>
                <a:path w="644525" h="116840">
                  <a:moveTo>
                    <a:pt x="175484" y="97165"/>
                  </a:moveTo>
                  <a:lnTo>
                    <a:pt x="156465" y="97165"/>
                  </a:lnTo>
                  <a:lnTo>
                    <a:pt x="160301" y="97484"/>
                  </a:lnTo>
                  <a:lnTo>
                    <a:pt x="158384" y="103131"/>
                  </a:lnTo>
                  <a:lnTo>
                    <a:pt x="157362" y="104594"/>
                  </a:lnTo>
                  <a:lnTo>
                    <a:pt x="158064" y="106753"/>
                  </a:lnTo>
                  <a:lnTo>
                    <a:pt x="163178" y="113146"/>
                  </a:lnTo>
                  <a:lnTo>
                    <a:pt x="166800" y="114744"/>
                  </a:lnTo>
                  <a:lnTo>
                    <a:pt x="182834" y="114744"/>
                  </a:lnTo>
                  <a:lnTo>
                    <a:pt x="182834" y="99242"/>
                  </a:lnTo>
                  <a:lnTo>
                    <a:pt x="175484" y="99242"/>
                  </a:lnTo>
                  <a:lnTo>
                    <a:pt x="175484" y="97165"/>
                  </a:lnTo>
                  <a:close/>
                </a:path>
                <a:path w="644525" h="116840">
                  <a:moveTo>
                    <a:pt x="156465" y="97165"/>
                  </a:moveTo>
                  <a:lnTo>
                    <a:pt x="156574" y="99881"/>
                  </a:lnTo>
                  <a:lnTo>
                    <a:pt x="156679" y="102492"/>
                  </a:lnTo>
                  <a:lnTo>
                    <a:pt x="157362" y="104594"/>
                  </a:lnTo>
                  <a:lnTo>
                    <a:pt x="158384" y="103131"/>
                  </a:lnTo>
                  <a:lnTo>
                    <a:pt x="160301" y="97484"/>
                  </a:lnTo>
                  <a:lnTo>
                    <a:pt x="156465" y="97165"/>
                  </a:lnTo>
                  <a:close/>
                </a:path>
                <a:path w="644525" h="116840">
                  <a:moveTo>
                    <a:pt x="175484" y="78467"/>
                  </a:moveTo>
                  <a:lnTo>
                    <a:pt x="156626" y="78467"/>
                  </a:lnTo>
                  <a:lnTo>
                    <a:pt x="156626" y="89227"/>
                  </a:lnTo>
                  <a:lnTo>
                    <a:pt x="154708" y="93489"/>
                  </a:lnTo>
                  <a:lnTo>
                    <a:pt x="150873" y="96685"/>
                  </a:lnTo>
                  <a:lnTo>
                    <a:pt x="147143" y="99881"/>
                  </a:lnTo>
                  <a:lnTo>
                    <a:pt x="141923" y="101480"/>
                  </a:lnTo>
                  <a:lnTo>
                    <a:pt x="156638" y="101480"/>
                  </a:lnTo>
                  <a:lnTo>
                    <a:pt x="156549" y="99242"/>
                  </a:lnTo>
                  <a:lnTo>
                    <a:pt x="156465" y="97165"/>
                  </a:lnTo>
                  <a:lnTo>
                    <a:pt x="175484" y="97165"/>
                  </a:lnTo>
                  <a:lnTo>
                    <a:pt x="175484" y="78467"/>
                  </a:lnTo>
                  <a:close/>
                </a:path>
                <a:path w="644525" h="116840">
                  <a:moveTo>
                    <a:pt x="103397" y="1757"/>
                  </a:moveTo>
                  <a:lnTo>
                    <a:pt x="82302" y="1757"/>
                  </a:lnTo>
                  <a:lnTo>
                    <a:pt x="51938" y="89973"/>
                  </a:lnTo>
                  <a:lnTo>
                    <a:pt x="70831" y="89973"/>
                  </a:lnTo>
                  <a:lnTo>
                    <a:pt x="103397" y="1757"/>
                  </a:lnTo>
                  <a:close/>
                </a:path>
                <a:path w="644525" h="116840">
                  <a:moveTo>
                    <a:pt x="145385" y="30843"/>
                  </a:moveTo>
                  <a:lnTo>
                    <a:pt x="135264" y="30843"/>
                  </a:lnTo>
                  <a:lnTo>
                    <a:pt x="129351" y="31855"/>
                  </a:lnTo>
                  <a:lnTo>
                    <a:pt x="105806" y="57052"/>
                  </a:lnTo>
                  <a:lnTo>
                    <a:pt x="125143" y="57052"/>
                  </a:lnTo>
                  <a:lnTo>
                    <a:pt x="125782" y="53110"/>
                  </a:lnTo>
                  <a:lnTo>
                    <a:pt x="127274" y="50233"/>
                  </a:lnTo>
                  <a:lnTo>
                    <a:pt x="129618" y="48422"/>
                  </a:lnTo>
                  <a:lnTo>
                    <a:pt x="131961" y="46505"/>
                  </a:lnTo>
                  <a:lnTo>
                    <a:pt x="135850" y="45546"/>
                  </a:lnTo>
                  <a:lnTo>
                    <a:pt x="172114" y="45546"/>
                  </a:lnTo>
                  <a:lnTo>
                    <a:pt x="170156" y="41923"/>
                  </a:lnTo>
                  <a:lnTo>
                    <a:pt x="167434" y="38887"/>
                  </a:lnTo>
                  <a:lnTo>
                    <a:pt x="160568" y="34359"/>
                  </a:lnTo>
                  <a:lnTo>
                    <a:pt x="156891" y="32867"/>
                  </a:lnTo>
                  <a:lnTo>
                    <a:pt x="152950" y="32122"/>
                  </a:lnTo>
                  <a:lnTo>
                    <a:pt x="149115" y="31269"/>
                  </a:lnTo>
                  <a:lnTo>
                    <a:pt x="145385" y="30843"/>
                  </a:lnTo>
                  <a:close/>
                </a:path>
                <a:path w="644525" h="116840">
                  <a:moveTo>
                    <a:pt x="217277" y="0"/>
                  </a:moveTo>
                  <a:lnTo>
                    <a:pt x="197940" y="0"/>
                  </a:lnTo>
                  <a:lnTo>
                    <a:pt x="197940" y="114744"/>
                  </a:lnTo>
                  <a:lnTo>
                    <a:pt x="217277" y="114744"/>
                  </a:lnTo>
                  <a:lnTo>
                    <a:pt x="217277" y="0"/>
                  </a:lnTo>
                  <a:close/>
                </a:path>
                <a:path w="644525" h="116840">
                  <a:moveTo>
                    <a:pt x="346762" y="16780"/>
                  </a:moveTo>
                  <a:lnTo>
                    <a:pt x="319253" y="16780"/>
                  </a:lnTo>
                  <a:lnTo>
                    <a:pt x="323621" y="18111"/>
                  </a:lnTo>
                  <a:lnTo>
                    <a:pt x="329800" y="23438"/>
                  </a:lnTo>
                  <a:lnTo>
                    <a:pt x="331345" y="27807"/>
                  </a:lnTo>
                  <a:lnTo>
                    <a:pt x="331345" y="37182"/>
                  </a:lnTo>
                  <a:lnTo>
                    <a:pt x="275411" y="101480"/>
                  </a:lnTo>
                  <a:lnTo>
                    <a:pt x="275572" y="114744"/>
                  </a:lnTo>
                  <a:lnTo>
                    <a:pt x="352121" y="114744"/>
                  </a:lnTo>
                  <a:lnTo>
                    <a:pt x="352121" y="104196"/>
                  </a:lnTo>
                  <a:lnTo>
                    <a:pt x="296826" y="104196"/>
                  </a:lnTo>
                  <a:lnTo>
                    <a:pt x="294589" y="98124"/>
                  </a:lnTo>
                  <a:lnTo>
                    <a:pt x="302831" y="98124"/>
                  </a:lnTo>
                  <a:lnTo>
                    <a:pt x="331398" y="69198"/>
                  </a:lnTo>
                  <a:lnTo>
                    <a:pt x="348286" y="46505"/>
                  </a:lnTo>
                  <a:lnTo>
                    <a:pt x="350096" y="42562"/>
                  </a:lnTo>
                  <a:lnTo>
                    <a:pt x="351002" y="38354"/>
                  </a:lnTo>
                  <a:lnTo>
                    <a:pt x="351002" y="27061"/>
                  </a:lnTo>
                  <a:lnTo>
                    <a:pt x="349457" y="21148"/>
                  </a:lnTo>
                  <a:lnTo>
                    <a:pt x="346860" y="16940"/>
                  </a:lnTo>
                  <a:lnTo>
                    <a:pt x="346762" y="16780"/>
                  </a:lnTo>
                  <a:close/>
                </a:path>
                <a:path w="644525" h="116840">
                  <a:moveTo>
                    <a:pt x="302831" y="98124"/>
                  </a:moveTo>
                  <a:lnTo>
                    <a:pt x="294589" y="98124"/>
                  </a:lnTo>
                  <a:lnTo>
                    <a:pt x="296826" y="104196"/>
                  </a:lnTo>
                  <a:lnTo>
                    <a:pt x="302831" y="98124"/>
                  </a:lnTo>
                  <a:close/>
                </a:path>
                <a:path w="644525" h="116840">
                  <a:moveTo>
                    <a:pt x="352121" y="98124"/>
                  </a:moveTo>
                  <a:lnTo>
                    <a:pt x="302831" y="98124"/>
                  </a:lnTo>
                  <a:lnTo>
                    <a:pt x="296826" y="104196"/>
                  </a:lnTo>
                  <a:lnTo>
                    <a:pt x="352121" y="104196"/>
                  </a:lnTo>
                  <a:lnTo>
                    <a:pt x="352121" y="98124"/>
                  </a:lnTo>
                  <a:close/>
                </a:path>
                <a:path w="644525" h="116840">
                  <a:moveTo>
                    <a:pt x="321543" y="159"/>
                  </a:moveTo>
                  <a:lnTo>
                    <a:pt x="306521" y="159"/>
                  </a:lnTo>
                  <a:lnTo>
                    <a:pt x="299862" y="1651"/>
                  </a:lnTo>
                  <a:lnTo>
                    <a:pt x="276210" y="35158"/>
                  </a:lnTo>
                  <a:lnTo>
                    <a:pt x="295548" y="35158"/>
                  </a:lnTo>
                  <a:lnTo>
                    <a:pt x="295867" y="28872"/>
                  </a:lnTo>
                  <a:lnTo>
                    <a:pt x="297465" y="24238"/>
                  </a:lnTo>
                  <a:lnTo>
                    <a:pt x="303219" y="18271"/>
                  </a:lnTo>
                  <a:lnTo>
                    <a:pt x="307640" y="16780"/>
                  </a:lnTo>
                  <a:lnTo>
                    <a:pt x="346762" y="16780"/>
                  </a:lnTo>
                  <a:lnTo>
                    <a:pt x="343277" y="11026"/>
                  </a:lnTo>
                  <a:lnTo>
                    <a:pt x="338962" y="7085"/>
                  </a:lnTo>
                  <a:lnTo>
                    <a:pt x="328198" y="1651"/>
                  </a:lnTo>
                  <a:lnTo>
                    <a:pt x="328484" y="1651"/>
                  </a:lnTo>
                  <a:lnTo>
                    <a:pt x="321543" y="159"/>
                  </a:lnTo>
                  <a:close/>
                </a:path>
                <a:path w="644525" h="116840">
                  <a:moveTo>
                    <a:pt x="418317" y="159"/>
                  </a:moveTo>
                  <a:lnTo>
                    <a:pt x="398713" y="159"/>
                  </a:lnTo>
                  <a:lnTo>
                    <a:pt x="390777" y="2450"/>
                  </a:lnTo>
                  <a:lnTo>
                    <a:pt x="367777" y="41071"/>
                  </a:lnTo>
                  <a:lnTo>
                    <a:pt x="366699" y="58171"/>
                  </a:lnTo>
                  <a:lnTo>
                    <a:pt x="366964" y="67090"/>
                  </a:lnTo>
                  <a:lnTo>
                    <a:pt x="378098" y="104889"/>
                  </a:lnTo>
                  <a:lnTo>
                    <a:pt x="398501" y="116342"/>
                  </a:lnTo>
                  <a:lnTo>
                    <a:pt x="418424" y="116342"/>
                  </a:lnTo>
                  <a:lnTo>
                    <a:pt x="426468" y="114051"/>
                  </a:lnTo>
                  <a:lnTo>
                    <a:pt x="432541" y="109470"/>
                  </a:lnTo>
                  <a:lnTo>
                    <a:pt x="438720" y="104889"/>
                  </a:lnTo>
                  <a:lnTo>
                    <a:pt x="442372" y="99562"/>
                  </a:lnTo>
                  <a:lnTo>
                    <a:pt x="400632" y="99562"/>
                  </a:lnTo>
                  <a:lnTo>
                    <a:pt x="394985" y="96419"/>
                  </a:lnTo>
                  <a:lnTo>
                    <a:pt x="386195" y="58171"/>
                  </a:lnTo>
                  <a:lnTo>
                    <a:pt x="386478" y="49261"/>
                  </a:lnTo>
                  <a:lnTo>
                    <a:pt x="400739" y="16940"/>
                  </a:lnTo>
                  <a:lnTo>
                    <a:pt x="442372" y="16940"/>
                  </a:lnTo>
                  <a:lnTo>
                    <a:pt x="438720" y="11612"/>
                  </a:lnTo>
                  <a:lnTo>
                    <a:pt x="426361" y="2450"/>
                  </a:lnTo>
                  <a:lnTo>
                    <a:pt x="418317" y="159"/>
                  </a:lnTo>
                  <a:close/>
                </a:path>
                <a:path w="644525" h="116840">
                  <a:moveTo>
                    <a:pt x="442372" y="16940"/>
                  </a:moveTo>
                  <a:lnTo>
                    <a:pt x="416293" y="16940"/>
                  </a:lnTo>
                  <a:lnTo>
                    <a:pt x="421993" y="20082"/>
                  </a:lnTo>
                  <a:lnTo>
                    <a:pt x="425508" y="26368"/>
                  </a:lnTo>
                  <a:lnTo>
                    <a:pt x="427886" y="31892"/>
                  </a:lnTo>
                  <a:lnTo>
                    <a:pt x="429584" y="39033"/>
                  </a:lnTo>
                  <a:lnTo>
                    <a:pt x="430603" y="47793"/>
                  </a:lnTo>
                  <a:lnTo>
                    <a:pt x="430943" y="58171"/>
                  </a:lnTo>
                  <a:lnTo>
                    <a:pt x="430651" y="67090"/>
                  </a:lnTo>
                  <a:lnTo>
                    <a:pt x="430603" y="68558"/>
                  </a:lnTo>
                  <a:lnTo>
                    <a:pt x="416293" y="99562"/>
                  </a:lnTo>
                  <a:lnTo>
                    <a:pt x="442372" y="99562"/>
                  </a:lnTo>
                  <a:lnTo>
                    <a:pt x="450440" y="58171"/>
                  </a:lnTo>
                  <a:lnTo>
                    <a:pt x="450170" y="49261"/>
                  </a:lnTo>
                  <a:lnTo>
                    <a:pt x="449361" y="41071"/>
                  </a:lnTo>
                  <a:lnTo>
                    <a:pt x="448012" y="33600"/>
                  </a:lnTo>
                  <a:lnTo>
                    <a:pt x="446125" y="26848"/>
                  </a:lnTo>
                  <a:lnTo>
                    <a:pt x="443248" y="18218"/>
                  </a:lnTo>
                  <a:lnTo>
                    <a:pt x="442372" y="16940"/>
                  </a:lnTo>
                  <a:close/>
                </a:path>
                <a:path w="644525" h="116840">
                  <a:moveTo>
                    <a:pt x="536381" y="16780"/>
                  </a:moveTo>
                  <a:lnTo>
                    <a:pt x="508872" y="16780"/>
                  </a:lnTo>
                  <a:lnTo>
                    <a:pt x="513241" y="18111"/>
                  </a:lnTo>
                  <a:lnTo>
                    <a:pt x="519420" y="23438"/>
                  </a:lnTo>
                  <a:lnTo>
                    <a:pt x="520965" y="27807"/>
                  </a:lnTo>
                  <a:lnTo>
                    <a:pt x="520965" y="37182"/>
                  </a:lnTo>
                  <a:lnTo>
                    <a:pt x="465031" y="101480"/>
                  </a:lnTo>
                  <a:lnTo>
                    <a:pt x="465191" y="114744"/>
                  </a:lnTo>
                  <a:lnTo>
                    <a:pt x="541740" y="114744"/>
                  </a:lnTo>
                  <a:lnTo>
                    <a:pt x="541740" y="104196"/>
                  </a:lnTo>
                  <a:lnTo>
                    <a:pt x="486446" y="104196"/>
                  </a:lnTo>
                  <a:lnTo>
                    <a:pt x="484208" y="98124"/>
                  </a:lnTo>
                  <a:lnTo>
                    <a:pt x="492451" y="98124"/>
                  </a:lnTo>
                  <a:lnTo>
                    <a:pt x="521018" y="69198"/>
                  </a:lnTo>
                  <a:lnTo>
                    <a:pt x="537905" y="46505"/>
                  </a:lnTo>
                  <a:lnTo>
                    <a:pt x="539715" y="42562"/>
                  </a:lnTo>
                  <a:lnTo>
                    <a:pt x="540621" y="38354"/>
                  </a:lnTo>
                  <a:lnTo>
                    <a:pt x="540621" y="27061"/>
                  </a:lnTo>
                  <a:lnTo>
                    <a:pt x="539077" y="21148"/>
                  </a:lnTo>
                  <a:lnTo>
                    <a:pt x="536480" y="16940"/>
                  </a:lnTo>
                  <a:lnTo>
                    <a:pt x="536381" y="16780"/>
                  </a:lnTo>
                  <a:close/>
                </a:path>
                <a:path w="644525" h="116840">
                  <a:moveTo>
                    <a:pt x="492451" y="98124"/>
                  </a:moveTo>
                  <a:lnTo>
                    <a:pt x="484208" y="98124"/>
                  </a:lnTo>
                  <a:lnTo>
                    <a:pt x="486446" y="104196"/>
                  </a:lnTo>
                  <a:lnTo>
                    <a:pt x="492451" y="98124"/>
                  </a:lnTo>
                  <a:close/>
                </a:path>
                <a:path w="644525" h="116840">
                  <a:moveTo>
                    <a:pt x="541740" y="98124"/>
                  </a:moveTo>
                  <a:lnTo>
                    <a:pt x="492451" y="98124"/>
                  </a:lnTo>
                  <a:lnTo>
                    <a:pt x="486446" y="104196"/>
                  </a:lnTo>
                  <a:lnTo>
                    <a:pt x="541740" y="104196"/>
                  </a:lnTo>
                  <a:lnTo>
                    <a:pt x="541740" y="98124"/>
                  </a:lnTo>
                  <a:close/>
                </a:path>
                <a:path w="644525" h="116840">
                  <a:moveTo>
                    <a:pt x="511163" y="159"/>
                  </a:moveTo>
                  <a:lnTo>
                    <a:pt x="496141" y="159"/>
                  </a:lnTo>
                  <a:lnTo>
                    <a:pt x="489482" y="1651"/>
                  </a:lnTo>
                  <a:lnTo>
                    <a:pt x="465830" y="35158"/>
                  </a:lnTo>
                  <a:lnTo>
                    <a:pt x="485167" y="35158"/>
                  </a:lnTo>
                  <a:lnTo>
                    <a:pt x="485487" y="28872"/>
                  </a:lnTo>
                  <a:lnTo>
                    <a:pt x="487085" y="24238"/>
                  </a:lnTo>
                  <a:lnTo>
                    <a:pt x="492838" y="18271"/>
                  </a:lnTo>
                  <a:lnTo>
                    <a:pt x="497259" y="16780"/>
                  </a:lnTo>
                  <a:lnTo>
                    <a:pt x="536381" y="16780"/>
                  </a:lnTo>
                  <a:lnTo>
                    <a:pt x="532897" y="11026"/>
                  </a:lnTo>
                  <a:lnTo>
                    <a:pt x="528583" y="7085"/>
                  </a:lnTo>
                  <a:lnTo>
                    <a:pt x="517817" y="1651"/>
                  </a:lnTo>
                  <a:lnTo>
                    <a:pt x="518104" y="1651"/>
                  </a:lnTo>
                  <a:lnTo>
                    <a:pt x="511163" y="159"/>
                  </a:lnTo>
                  <a:close/>
                </a:path>
                <a:path w="644525" h="116840">
                  <a:moveTo>
                    <a:pt x="628392" y="20455"/>
                  </a:moveTo>
                  <a:lnTo>
                    <a:pt x="608896" y="20455"/>
                  </a:lnTo>
                  <a:lnTo>
                    <a:pt x="614808" y="21894"/>
                  </a:lnTo>
                  <a:lnTo>
                    <a:pt x="608896" y="30529"/>
                  </a:lnTo>
                  <a:lnTo>
                    <a:pt x="608896" y="114744"/>
                  </a:lnTo>
                  <a:lnTo>
                    <a:pt x="628392" y="114744"/>
                  </a:lnTo>
                  <a:lnTo>
                    <a:pt x="628392" y="20455"/>
                  </a:lnTo>
                  <a:close/>
                </a:path>
                <a:path w="644525" h="116840">
                  <a:moveTo>
                    <a:pt x="628392" y="1757"/>
                  </a:moveTo>
                  <a:lnTo>
                    <a:pt x="608257" y="1757"/>
                  </a:lnTo>
                  <a:lnTo>
                    <a:pt x="554241" y="80225"/>
                  </a:lnTo>
                  <a:lnTo>
                    <a:pt x="554241" y="93489"/>
                  </a:lnTo>
                  <a:lnTo>
                    <a:pt x="608896" y="93489"/>
                  </a:lnTo>
                  <a:lnTo>
                    <a:pt x="608896" y="83740"/>
                  </a:lnTo>
                  <a:lnTo>
                    <a:pt x="572459" y="83740"/>
                  </a:lnTo>
                  <a:lnTo>
                    <a:pt x="568784" y="76869"/>
                  </a:lnTo>
                  <a:lnTo>
                    <a:pt x="577164" y="76869"/>
                  </a:lnTo>
                  <a:lnTo>
                    <a:pt x="608896" y="30529"/>
                  </a:lnTo>
                  <a:lnTo>
                    <a:pt x="608896" y="20455"/>
                  </a:lnTo>
                  <a:lnTo>
                    <a:pt x="628392" y="20455"/>
                  </a:lnTo>
                  <a:lnTo>
                    <a:pt x="628392" y="1757"/>
                  </a:lnTo>
                  <a:close/>
                </a:path>
                <a:path w="644525" h="116840">
                  <a:moveTo>
                    <a:pt x="644214" y="76869"/>
                  </a:moveTo>
                  <a:lnTo>
                    <a:pt x="628392" y="76869"/>
                  </a:lnTo>
                  <a:lnTo>
                    <a:pt x="628392" y="93489"/>
                  </a:lnTo>
                  <a:lnTo>
                    <a:pt x="644214" y="93489"/>
                  </a:lnTo>
                  <a:lnTo>
                    <a:pt x="644214" y="76869"/>
                  </a:lnTo>
                  <a:close/>
                </a:path>
                <a:path w="644525" h="116840">
                  <a:moveTo>
                    <a:pt x="577164" y="76869"/>
                  </a:moveTo>
                  <a:lnTo>
                    <a:pt x="568784" y="76869"/>
                  </a:lnTo>
                  <a:lnTo>
                    <a:pt x="572459" y="83740"/>
                  </a:lnTo>
                  <a:lnTo>
                    <a:pt x="577164" y="76869"/>
                  </a:lnTo>
                  <a:close/>
                </a:path>
                <a:path w="644525" h="116840">
                  <a:moveTo>
                    <a:pt x="608896" y="76869"/>
                  </a:moveTo>
                  <a:lnTo>
                    <a:pt x="577164" y="76869"/>
                  </a:lnTo>
                  <a:lnTo>
                    <a:pt x="572459" y="83740"/>
                  </a:lnTo>
                  <a:lnTo>
                    <a:pt x="608896" y="83740"/>
                  </a:lnTo>
                  <a:lnTo>
                    <a:pt x="608896" y="76869"/>
                  </a:lnTo>
                  <a:close/>
                </a:path>
                <a:path w="644525" h="116840">
                  <a:moveTo>
                    <a:pt x="608896" y="20455"/>
                  </a:moveTo>
                  <a:lnTo>
                    <a:pt x="608896" y="30529"/>
                  </a:lnTo>
                  <a:lnTo>
                    <a:pt x="614808" y="21894"/>
                  </a:lnTo>
                  <a:lnTo>
                    <a:pt x="608896" y="204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57084" y="7936933"/>
              <a:ext cx="1230630" cy="452120"/>
            </a:xfrm>
            <a:custGeom>
              <a:avLst/>
              <a:gdLst/>
              <a:ahLst/>
              <a:cxnLst/>
              <a:rect l="l" t="t" r="r" b="b"/>
              <a:pathLst>
                <a:path w="1230629" h="452120">
                  <a:moveTo>
                    <a:pt x="1149640" y="0"/>
                  </a:moveTo>
                  <a:lnTo>
                    <a:pt x="80960" y="0"/>
                  </a:lnTo>
                  <a:lnTo>
                    <a:pt x="49447" y="5921"/>
                  </a:lnTo>
                  <a:lnTo>
                    <a:pt x="23712" y="22069"/>
                  </a:lnTo>
                  <a:lnTo>
                    <a:pt x="6362" y="46019"/>
                  </a:lnTo>
                  <a:lnTo>
                    <a:pt x="0" y="75348"/>
                  </a:lnTo>
                  <a:lnTo>
                    <a:pt x="0" y="376740"/>
                  </a:lnTo>
                  <a:lnTo>
                    <a:pt x="6362" y="406069"/>
                  </a:lnTo>
                  <a:lnTo>
                    <a:pt x="23712" y="430020"/>
                  </a:lnTo>
                  <a:lnTo>
                    <a:pt x="49447" y="446167"/>
                  </a:lnTo>
                  <a:lnTo>
                    <a:pt x="80960" y="452089"/>
                  </a:lnTo>
                  <a:lnTo>
                    <a:pt x="1149640" y="452089"/>
                  </a:lnTo>
                  <a:lnTo>
                    <a:pt x="1181152" y="446167"/>
                  </a:lnTo>
                  <a:lnTo>
                    <a:pt x="1206887" y="430020"/>
                  </a:lnTo>
                  <a:lnTo>
                    <a:pt x="1224238" y="406069"/>
                  </a:lnTo>
                  <a:lnTo>
                    <a:pt x="1230601" y="376740"/>
                  </a:lnTo>
                  <a:lnTo>
                    <a:pt x="1230601" y="75348"/>
                  </a:lnTo>
                  <a:lnTo>
                    <a:pt x="1224238" y="46019"/>
                  </a:lnTo>
                  <a:lnTo>
                    <a:pt x="1206887" y="22069"/>
                  </a:lnTo>
                  <a:lnTo>
                    <a:pt x="1181152" y="5921"/>
                  </a:lnTo>
                  <a:lnTo>
                    <a:pt x="1149640" y="0"/>
                  </a:lnTo>
                  <a:close/>
                </a:path>
              </a:pathLst>
            </a:custGeom>
            <a:solidFill>
              <a:srgbClr val="7CA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12796" y="8105063"/>
              <a:ext cx="713105" cy="116205"/>
            </a:xfrm>
            <a:custGeom>
              <a:avLst/>
              <a:gdLst/>
              <a:ahLst/>
              <a:cxnLst/>
              <a:rect l="l" t="t" r="r" b="b"/>
              <a:pathLst>
                <a:path w="713104" h="116204">
                  <a:moveTo>
                    <a:pt x="132065" y="30683"/>
                  </a:moveTo>
                  <a:lnTo>
                    <a:pt x="124288" y="30683"/>
                  </a:lnTo>
                  <a:lnTo>
                    <a:pt x="115309" y="31382"/>
                  </a:lnTo>
                  <a:lnTo>
                    <a:pt x="85026" y="63711"/>
                  </a:lnTo>
                  <a:lnTo>
                    <a:pt x="84335" y="73672"/>
                  </a:lnTo>
                  <a:lnTo>
                    <a:pt x="84985" y="83314"/>
                  </a:lnTo>
                  <a:lnTo>
                    <a:pt x="115938" y="115493"/>
                  </a:lnTo>
                  <a:lnTo>
                    <a:pt x="125406" y="116182"/>
                  </a:lnTo>
                  <a:lnTo>
                    <a:pt x="132970" y="116182"/>
                  </a:lnTo>
                  <a:lnTo>
                    <a:pt x="158998" y="101160"/>
                  </a:lnTo>
                  <a:lnTo>
                    <a:pt x="117309" y="101160"/>
                  </a:lnTo>
                  <a:lnTo>
                    <a:pt x="111672" y="99052"/>
                  </a:lnTo>
                  <a:lnTo>
                    <a:pt x="110164" y="97165"/>
                  </a:lnTo>
                  <a:lnTo>
                    <a:pt x="108347" y="94821"/>
                  </a:lnTo>
                  <a:lnTo>
                    <a:pt x="105110" y="90399"/>
                  </a:lnTo>
                  <a:lnTo>
                    <a:pt x="103513" y="83314"/>
                  </a:lnTo>
                  <a:lnTo>
                    <a:pt x="103513" y="79426"/>
                  </a:lnTo>
                  <a:lnTo>
                    <a:pt x="95042" y="79426"/>
                  </a:lnTo>
                  <a:lnTo>
                    <a:pt x="95110" y="73672"/>
                  </a:lnTo>
                  <a:lnTo>
                    <a:pt x="95202" y="66001"/>
                  </a:lnTo>
                  <a:lnTo>
                    <a:pt x="103513" y="66001"/>
                  </a:lnTo>
                  <a:lnTo>
                    <a:pt x="103513" y="63711"/>
                  </a:lnTo>
                  <a:lnTo>
                    <a:pt x="105164" y="56626"/>
                  </a:lnTo>
                  <a:lnTo>
                    <a:pt x="111691" y="47993"/>
                  </a:lnTo>
                  <a:lnTo>
                    <a:pt x="111520" y="47993"/>
                  </a:lnTo>
                  <a:lnTo>
                    <a:pt x="117043" y="45705"/>
                  </a:lnTo>
                  <a:lnTo>
                    <a:pt x="155770" y="45705"/>
                  </a:lnTo>
                  <a:lnTo>
                    <a:pt x="154651" y="43468"/>
                  </a:lnTo>
                  <a:lnTo>
                    <a:pt x="150177" y="38674"/>
                  </a:lnTo>
                  <a:lnTo>
                    <a:pt x="144423" y="35478"/>
                  </a:lnTo>
                  <a:lnTo>
                    <a:pt x="138777" y="32281"/>
                  </a:lnTo>
                  <a:lnTo>
                    <a:pt x="132065" y="30683"/>
                  </a:lnTo>
                  <a:close/>
                </a:path>
                <a:path w="713104" h="116204">
                  <a:moveTo>
                    <a:pt x="54495" y="18218"/>
                  </a:moveTo>
                  <a:lnTo>
                    <a:pt x="34679" y="18218"/>
                  </a:lnTo>
                  <a:lnTo>
                    <a:pt x="34679" y="114584"/>
                  </a:lnTo>
                  <a:lnTo>
                    <a:pt x="54495" y="114584"/>
                  </a:lnTo>
                  <a:lnTo>
                    <a:pt x="54495" y="18218"/>
                  </a:lnTo>
                  <a:close/>
                </a:path>
                <a:path w="713104" h="116204">
                  <a:moveTo>
                    <a:pt x="161837" y="91771"/>
                  </a:moveTo>
                  <a:lnTo>
                    <a:pt x="141858" y="91771"/>
                  </a:lnTo>
                  <a:lnTo>
                    <a:pt x="141228" y="94821"/>
                  </a:lnTo>
                  <a:lnTo>
                    <a:pt x="139736" y="97165"/>
                  </a:lnTo>
                  <a:lnTo>
                    <a:pt x="135048" y="100361"/>
                  </a:lnTo>
                  <a:lnTo>
                    <a:pt x="131053" y="101160"/>
                  </a:lnTo>
                  <a:lnTo>
                    <a:pt x="158998" y="101160"/>
                  </a:lnTo>
                  <a:lnTo>
                    <a:pt x="159286" y="100787"/>
                  </a:lnTo>
                  <a:lnTo>
                    <a:pt x="161097" y="96525"/>
                  </a:lnTo>
                  <a:lnTo>
                    <a:pt x="161837" y="91771"/>
                  </a:lnTo>
                  <a:close/>
                </a:path>
                <a:path w="713104" h="116204">
                  <a:moveTo>
                    <a:pt x="103513" y="66001"/>
                  </a:moveTo>
                  <a:lnTo>
                    <a:pt x="95202" y="66001"/>
                  </a:lnTo>
                  <a:lnTo>
                    <a:pt x="95110" y="73672"/>
                  </a:lnTo>
                  <a:lnTo>
                    <a:pt x="95042" y="79426"/>
                  </a:lnTo>
                  <a:lnTo>
                    <a:pt x="103513" y="79426"/>
                  </a:lnTo>
                  <a:lnTo>
                    <a:pt x="103513" y="66001"/>
                  </a:lnTo>
                  <a:close/>
                </a:path>
                <a:path w="713104" h="116204">
                  <a:moveTo>
                    <a:pt x="155770" y="45705"/>
                  </a:moveTo>
                  <a:lnTo>
                    <a:pt x="130360" y="45705"/>
                  </a:lnTo>
                  <a:lnTo>
                    <a:pt x="134995" y="47517"/>
                  </a:lnTo>
                  <a:lnTo>
                    <a:pt x="138191" y="51139"/>
                  </a:lnTo>
                  <a:lnTo>
                    <a:pt x="141387" y="54655"/>
                  </a:lnTo>
                  <a:lnTo>
                    <a:pt x="143091" y="59609"/>
                  </a:lnTo>
                  <a:lnTo>
                    <a:pt x="143229" y="63711"/>
                  </a:lnTo>
                  <a:lnTo>
                    <a:pt x="143305" y="66001"/>
                  </a:lnTo>
                  <a:lnTo>
                    <a:pt x="103513" y="66001"/>
                  </a:lnTo>
                  <a:lnTo>
                    <a:pt x="103513" y="79426"/>
                  </a:lnTo>
                  <a:lnTo>
                    <a:pt x="162643" y="79426"/>
                  </a:lnTo>
                  <a:lnTo>
                    <a:pt x="162578" y="63711"/>
                  </a:lnTo>
                  <a:lnTo>
                    <a:pt x="161141" y="56626"/>
                  </a:lnTo>
                  <a:lnTo>
                    <a:pt x="161044" y="56146"/>
                  </a:lnTo>
                  <a:lnTo>
                    <a:pt x="157848" y="49861"/>
                  </a:lnTo>
                  <a:lnTo>
                    <a:pt x="155770" y="45705"/>
                  </a:lnTo>
                  <a:close/>
                </a:path>
                <a:path w="713104" h="116204">
                  <a:moveTo>
                    <a:pt x="89015" y="1598"/>
                  </a:moveTo>
                  <a:lnTo>
                    <a:pt x="0" y="1598"/>
                  </a:lnTo>
                  <a:lnTo>
                    <a:pt x="0" y="18218"/>
                  </a:lnTo>
                  <a:lnTo>
                    <a:pt x="89015" y="18218"/>
                  </a:lnTo>
                  <a:lnTo>
                    <a:pt x="89015" y="1598"/>
                  </a:lnTo>
                  <a:close/>
                </a:path>
                <a:path w="713104" h="116204">
                  <a:moveTo>
                    <a:pt x="194506" y="90293"/>
                  </a:moveTo>
                  <a:lnTo>
                    <a:pt x="174529" y="90293"/>
                  </a:lnTo>
                  <a:lnTo>
                    <a:pt x="175021" y="96685"/>
                  </a:lnTo>
                  <a:lnTo>
                    <a:pt x="175144" y="98283"/>
                  </a:lnTo>
                  <a:lnTo>
                    <a:pt x="209049" y="116182"/>
                  </a:lnTo>
                  <a:lnTo>
                    <a:pt x="217089" y="115763"/>
                  </a:lnTo>
                  <a:lnTo>
                    <a:pt x="243096" y="100681"/>
                  </a:lnTo>
                  <a:lnTo>
                    <a:pt x="204041" y="100681"/>
                  </a:lnTo>
                  <a:lnTo>
                    <a:pt x="200579" y="99881"/>
                  </a:lnTo>
                  <a:lnTo>
                    <a:pt x="198341" y="98283"/>
                  </a:lnTo>
                  <a:lnTo>
                    <a:pt x="196210" y="96685"/>
                  </a:lnTo>
                  <a:lnTo>
                    <a:pt x="194932" y="94022"/>
                  </a:lnTo>
                  <a:lnTo>
                    <a:pt x="194506" y="90293"/>
                  </a:lnTo>
                  <a:close/>
                </a:path>
                <a:path w="713104" h="116204">
                  <a:moveTo>
                    <a:pt x="220236" y="30683"/>
                  </a:moveTo>
                  <a:lnTo>
                    <a:pt x="200099" y="30683"/>
                  </a:lnTo>
                  <a:lnTo>
                    <a:pt x="192055" y="32921"/>
                  </a:lnTo>
                  <a:lnTo>
                    <a:pt x="186179" y="37395"/>
                  </a:lnTo>
                  <a:lnTo>
                    <a:pt x="180390" y="41870"/>
                  </a:lnTo>
                  <a:lnTo>
                    <a:pt x="177566" y="47676"/>
                  </a:lnTo>
                  <a:lnTo>
                    <a:pt x="177566" y="60994"/>
                  </a:lnTo>
                  <a:lnTo>
                    <a:pt x="217679" y="82622"/>
                  </a:lnTo>
                  <a:lnTo>
                    <a:pt x="220395" y="83900"/>
                  </a:lnTo>
                  <a:lnTo>
                    <a:pt x="223592" y="87097"/>
                  </a:lnTo>
                  <a:lnTo>
                    <a:pt x="224391" y="89174"/>
                  </a:lnTo>
                  <a:lnTo>
                    <a:pt x="224391" y="94501"/>
                  </a:lnTo>
                  <a:lnTo>
                    <a:pt x="223325" y="96685"/>
                  </a:lnTo>
                  <a:lnTo>
                    <a:pt x="219063" y="99881"/>
                  </a:lnTo>
                  <a:lnTo>
                    <a:pt x="214908" y="100681"/>
                  </a:lnTo>
                  <a:lnTo>
                    <a:pt x="243096" y="100681"/>
                  </a:lnTo>
                  <a:lnTo>
                    <a:pt x="244048" y="98709"/>
                  </a:lnTo>
                  <a:lnTo>
                    <a:pt x="244048" y="84753"/>
                  </a:lnTo>
                  <a:lnTo>
                    <a:pt x="241970" y="79745"/>
                  </a:lnTo>
                  <a:lnTo>
                    <a:pt x="237814" y="75910"/>
                  </a:lnTo>
                  <a:lnTo>
                    <a:pt x="233659" y="71968"/>
                  </a:lnTo>
                  <a:lnTo>
                    <a:pt x="227481" y="68985"/>
                  </a:lnTo>
                  <a:lnTo>
                    <a:pt x="207770" y="64084"/>
                  </a:lnTo>
                  <a:lnTo>
                    <a:pt x="203828" y="63018"/>
                  </a:lnTo>
                  <a:lnTo>
                    <a:pt x="201005" y="61740"/>
                  </a:lnTo>
                  <a:lnTo>
                    <a:pt x="197596" y="58757"/>
                  </a:lnTo>
                  <a:lnTo>
                    <a:pt x="196743" y="56839"/>
                  </a:lnTo>
                  <a:lnTo>
                    <a:pt x="196743" y="51725"/>
                  </a:lnTo>
                  <a:lnTo>
                    <a:pt x="197968" y="49648"/>
                  </a:lnTo>
                  <a:lnTo>
                    <a:pt x="200419" y="48262"/>
                  </a:lnTo>
                  <a:lnTo>
                    <a:pt x="202869" y="46771"/>
                  </a:lnTo>
                  <a:lnTo>
                    <a:pt x="206172" y="46025"/>
                  </a:lnTo>
                  <a:lnTo>
                    <a:pt x="241402" y="46025"/>
                  </a:lnTo>
                  <a:lnTo>
                    <a:pt x="239413" y="41870"/>
                  </a:lnTo>
                  <a:lnTo>
                    <a:pt x="233659" y="37395"/>
                  </a:lnTo>
                  <a:lnTo>
                    <a:pt x="228012" y="32921"/>
                  </a:lnTo>
                  <a:lnTo>
                    <a:pt x="220236" y="30683"/>
                  </a:lnTo>
                  <a:close/>
                </a:path>
                <a:path w="713104" h="116204">
                  <a:moveTo>
                    <a:pt x="241402" y="46025"/>
                  </a:moveTo>
                  <a:lnTo>
                    <a:pt x="214482" y="46025"/>
                  </a:lnTo>
                  <a:lnTo>
                    <a:pt x="217625" y="46771"/>
                  </a:lnTo>
                  <a:lnTo>
                    <a:pt x="219756" y="48262"/>
                  </a:lnTo>
                  <a:lnTo>
                    <a:pt x="221887" y="49648"/>
                  </a:lnTo>
                  <a:lnTo>
                    <a:pt x="223271" y="52258"/>
                  </a:lnTo>
                  <a:lnTo>
                    <a:pt x="223911" y="56093"/>
                  </a:lnTo>
                  <a:lnTo>
                    <a:pt x="242609" y="56093"/>
                  </a:lnTo>
                  <a:lnTo>
                    <a:pt x="242493" y="51725"/>
                  </a:lnTo>
                  <a:lnTo>
                    <a:pt x="242396" y="48103"/>
                  </a:lnTo>
                  <a:lnTo>
                    <a:pt x="241402" y="46025"/>
                  </a:lnTo>
                  <a:close/>
                </a:path>
                <a:path w="713104" h="116204">
                  <a:moveTo>
                    <a:pt x="284293" y="47783"/>
                  </a:moveTo>
                  <a:lnTo>
                    <a:pt x="264956" y="47783"/>
                  </a:lnTo>
                  <a:lnTo>
                    <a:pt x="264956" y="101107"/>
                  </a:lnTo>
                  <a:lnTo>
                    <a:pt x="267140" y="106487"/>
                  </a:lnTo>
                  <a:lnTo>
                    <a:pt x="271509" y="109790"/>
                  </a:lnTo>
                  <a:lnTo>
                    <a:pt x="275983" y="112986"/>
                  </a:lnTo>
                  <a:lnTo>
                    <a:pt x="281630" y="114584"/>
                  </a:lnTo>
                  <a:lnTo>
                    <a:pt x="301233" y="114584"/>
                  </a:lnTo>
                  <a:lnTo>
                    <a:pt x="301233" y="99082"/>
                  </a:lnTo>
                  <a:lnTo>
                    <a:pt x="284293" y="99082"/>
                  </a:lnTo>
                  <a:lnTo>
                    <a:pt x="284293" y="47783"/>
                  </a:lnTo>
                  <a:close/>
                </a:path>
                <a:path w="713104" h="116204">
                  <a:moveTo>
                    <a:pt x="301233" y="32281"/>
                  </a:moveTo>
                  <a:lnTo>
                    <a:pt x="251852" y="32281"/>
                  </a:lnTo>
                  <a:lnTo>
                    <a:pt x="251852" y="47783"/>
                  </a:lnTo>
                  <a:lnTo>
                    <a:pt x="301233" y="47783"/>
                  </a:lnTo>
                  <a:lnTo>
                    <a:pt x="301233" y="32281"/>
                  </a:lnTo>
                  <a:close/>
                </a:path>
                <a:path w="713104" h="116204">
                  <a:moveTo>
                    <a:pt x="284293" y="8789"/>
                  </a:moveTo>
                  <a:lnTo>
                    <a:pt x="264956" y="8789"/>
                  </a:lnTo>
                  <a:lnTo>
                    <a:pt x="264956" y="32281"/>
                  </a:lnTo>
                  <a:lnTo>
                    <a:pt x="284293" y="32281"/>
                  </a:lnTo>
                  <a:lnTo>
                    <a:pt x="284293" y="8789"/>
                  </a:lnTo>
                  <a:close/>
                </a:path>
                <a:path w="713104" h="116204">
                  <a:moveTo>
                    <a:pt x="421338" y="16620"/>
                  </a:moveTo>
                  <a:lnTo>
                    <a:pt x="393829" y="16620"/>
                  </a:lnTo>
                  <a:lnTo>
                    <a:pt x="398198" y="17952"/>
                  </a:lnTo>
                  <a:lnTo>
                    <a:pt x="404377" y="23279"/>
                  </a:lnTo>
                  <a:lnTo>
                    <a:pt x="405922" y="27647"/>
                  </a:lnTo>
                  <a:lnTo>
                    <a:pt x="405922" y="37022"/>
                  </a:lnTo>
                  <a:lnTo>
                    <a:pt x="349988" y="101320"/>
                  </a:lnTo>
                  <a:lnTo>
                    <a:pt x="350148" y="114584"/>
                  </a:lnTo>
                  <a:lnTo>
                    <a:pt x="426698" y="114584"/>
                  </a:lnTo>
                  <a:lnTo>
                    <a:pt x="426698" y="104037"/>
                  </a:lnTo>
                  <a:lnTo>
                    <a:pt x="371403" y="104037"/>
                  </a:lnTo>
                  <a:lnTo>
                    <a:pt x="369165" y="97964"/>
                  </a:lnTo>
                  <a:lnTo>
                    <a:pt x="377408" y="97964"/>
                  </a:lnTo>
                  <a:lnTo>
                    <a:pt x="405976" y="69038"/>
                  </a:lnTo>
                  <a:lnTo>
                    <a:pt x="422862" y="46345"/>
                  </a:lnTo>
                  <a:lnTo>
                    <a:pt x="424673" y="42403"/>
                  </a:lnTo>
                  <a:lnTo>
                    <a:pt x="425579" y="38194"/>
                  </a:lnTo>
                  <a:lnTo>
                    <a:pt x="425579" y="26901"/>
                  </a:lnTo>
                  <a:lnTo>
                    <a:pt x="424034" y="20988"/>
                  </a:lnTo>
                  <a:lnTo>
                    <a:pt x="421437" y="16780"/>
                  </a:lnTo>
                  <a:lnTo>
                    <a:pt x="421338" y="16620"/>
                  </a:lnTo>
                  <a:close/>
                </a:path>
                <a:path w="713104" h="116204">
                  <a:moveTo>
                    <a:pt x="377408" y="97964"/>
                  </a:moveTo>
                  <a:lnTo>
                    <a:pt x="369165" y="97964"/>
                  </a:lnTo>
                  <a:lnTo>
                    <a:pt x="371403" y="104037"/>
                  </a:lnTo>
                  <a:lnTo>
                    <a:pt x="377408" y="97964"/>
                  </a:lnTo>
                  <a:close/>
                </a:path>
                <a:path w="713104" h="116204">
                  <a:moveTo>
                    <a:pt x="426698" y="97964"/>
                  </a:moveTo>
                  <a:lnTo>
                    <a:pt x="377408" y="97964"/>
                  </a:lnTo>
                  <a:lnTo>
                    <a:pt x="371403" y="104037"/>
                  </a:lnTo>
                  <a:lnTo>
                    <a:pt x="426698" y="104037"/>
                  </a:lnTo>
                  <a:lnTo>
                    <a:pt x="426698" y="97964"/>
                  </a:lnTo>
                  <a:close/>
                </a:path>
                <a:path w="713104" h="116204">
                  <a:moveTo>
                    <a:pt x="396120" y="0"/>
                  </a:moveTo>
                  <a:lnTo>
                    <a:pt x="381098" y="0"/>
                  </a:lnTo>
                  <a:lnTo>
                    <a:pt x="374439" y="1491"/>
                  </a:lnTo>
                  <a:lnTo>
                    <a:pt x="350787" y="34998"/>
                  </a:lnTo>
                  <a:lnTo>
                    <a:pt x="370124" y="34998"/>
                  </a:lnTo>
                  <a:lnTo>
                    <a:pt x="370444" y="28712"/>
                  </a:lnTo>
                  <a:lnTo>
                    <a:pt x="372042" y="24078"/>
                  </a:lnTo>
                  <a:lnTo>
                    <a:pt x="377795" y="18111"/>
                  </a:lnTo>
                  <a:lnTo>
                    <a:pt x="382217" y="16620"/>
                  </a:lnTo>
                  <a:lnTo>
                    <a:pt x="421338" y="16620"/>
                  </a:lnTo>
                  <a:lnTo>
                    <a:pt x="417855" y="10867"/>
                  </a:lnTo>
                  <a:lnTo>
                    <a:pt x="413540" y="6925"/>
                  </a:lnTo>
                  <a:lnTo>
                    <a:pt x="402775" y="1491"/>
                  </a:lnTo>
                  <a:lnTo>
                    <a:pt x="403062" y="1491"/>
                  </a:lnTo>
                  <a:lnTo>
                    <a:pt x="396120" y="0"/>
                  </a:lnTo>
                  <a:close/>
                </a:path>
                <a:path w="713104" h="116204">
                  <a:moveTo>
                    <a:pt x="492894" y="0"/>
                  </a:moveTo>
                  <a:lnTo>
                    <a:pt x="473291" y="0"/>
                  </a:lnTo>
                  <a:lnTo>
                    <a:pt x="465353" y="2290"/>
                  </a:lnTo>
                  <a:lnTo>
                    <a:pt x="442354" y="40911"/>
                  </a:lnTo>
                  <a:lnTo>
                    <a:pt x="441275" y="58011"/>
                  </a:lnTo>
                  <a:lnTo>
                    <a:pt x="441540" y="66930"/>
                  </a:lnTo>
                  <a:lnTo>
                    <a:pt x="452675" y="104729"/>
                  </a:lnTo>
                  <a:lnTo>
                    <a:pt x="473077" y="116182"/>
                  </a:lnTo>
                  <a:lnTo>
                    <a:pt x="493000" y="116182"/>
                  </a:lnTo>
                  <a:lnTo>
                    <a:pt x="501045" y="113892"/>
                  </a:lnTo>
                  <a:lnTo>
                    <a:pt x="507117" y="109310"/>
                  </a:lnTo>
                  <a:lnTo>
                    <a:pt x="513297" y="104729"/>
                  </a:lnTo>
                  <a:lnTo>
                    <a:pt x="516948" y="99402"/>
                  </a:lnTo>
                  <a:lnTo>
                    <a:pt x="475208" y="99402"/>
                  </a:lnTo>
                  <a:lnTo>
                    <a:pt x="469562" y="96259"/>
                  </a:lnTo>
                  <a:lnTo>
                    <a:pt x="460772" y="58011"/>
                  </a:lnTo>
                  <a:lnTo>
                    <a:pt x="461055" y="49101"/>
                  </a:lnTo>
                  <a:lnTo>
                    <a:pt x="461101" y="47633"/>
                  </a:lnTo>
                  <a:lnTo>
                    <a:pt x="475315" y="16780"/>
                  </a:lnTo>
                  <a:lnTo>
                    <a:pt x="516948" y="16780"/>
                  </a:lnTo>
                  <a:lnTo>
                    <a:pt x="513297" y="11453"/>
                  </a:lnTo>
                  <a:lnTo>
                    <a:pt x="500938" y="2290"/>
                  </a:lnTo>
                  <a:lnTo>
                    <a:pt x="492894" y="0"/>
                  </a:lnTo>
                  <a:close/>
                </a:path>
                <a:path w="713104" h="116204">
                  <a:moveTo>
                    <a:pt x="516948" y="16780"/>
                  </a:moveTo>
                  <a:lnTo>
                    <a:pt x="490869" y="16780"/>
                  </a:lnTo>
                  <a:lnTo>
                    <a:pt x="496570" y="19923"/>
                  </a:lnTo>
                  <a:lnTo>
                    <a:pt x="500086" y="26209"/>
                  </a:lnTo>
                  <a:lnTo>
                    <a:pt x="502463" y="31732"/>
                  </a:lnTo>
                  <a:lnTo>
                    <a:pt x="504161" y="38874"/>
                  </a:lnTo>
                  <a:lnTo>
                    <a:pt x="505180" y="47633"/>
                  </a:lnTo>
                  <a:lnTo>
                    <a:pt x="505519" y="58011"/>
                  </a:lnTo>
                  <a:lnTo>
                    <a:pt x="505228" y="66930"/>
                  </a:lnTo>
                  <a:lnTo>
                    <a:pt x="490869" y="99402"/>
                  </a:lnTo>
                  <a:lnTo>
                    <a:pt x="516948" y="99402"/>
                  </a:lnTo>
                  <a:lnTo>
                    <a:pt x="525016" y="58011"/>
                  </a:lnTo>
                  <a:lnTo>
                    <a:pt x="524746" y="49101"/>
                  </a:lnTo>
                  <a:lnTo>
                    <a:pt x="523937" y="40911"/>
                  </a:lnTo>
                  <a:lnTo>
                    <a:pt x="522589" y="33440"/>
                  </a:lnTo>
                  <a:lnTo>
                    <a:pt x="520701" y="26688"/>
                  </a:lnTo>
                  <a:lnTo>
                    <a:pt x="517825" y="18058"/>
                  </a:lnTo>
                  <a:lnTo>
                    <a:pt x="516948" y="16780"/>
                  </a:lnTo>
                  <a:close/>
                </a:path>
                <a:path w="713104" h="116204">
                  <a:moveTo>
                    <a:pt x="610958" y="16620"/>
                  </a:moveTo>
                  <a:lnTo>
                    <a:pt x="583449" y="16620"/>
                  </a:lnTo>
                  <a:lnTo>
                    <a:pt x="587817" y="17952"/>
                  </a:lnTo>
                  <a:lnTo>
                    <a:pt x="593997" y="23279"/>
                  </a:lnTo>
                  <a:lnTo>
                    <a:pt x="595542" y="27647"/>
                  </a:lnTo>
                  <a:lnTo>
                    <a:pt x="595542" y="37022"/>
                  </a:lnTo>
                  <a:lnTo>
                    <a:pt x="539607" y="101320"/>
                  </a:lnTo>
                  <a:lnTo>
                    <a:pt x="539767" y="114584"/>
                  </a:lnTo>
                  <a:lnTo>
                    <a:pt x="616317" y="114584"/>
                  </a:lnTo>
                  <a:lnTo>
                    <a:pt x="616317" y="104037"/>
                  </a:lnTo>
                  <a:lnTo>
                    <a:pt x="561022" y="104037"/>
                  </a:lnTo>
                  <a:lnTo>
                    <a:pt x="558785" y="97964"/>
                  </a:lnTo>
                  <a:lnTo>
                    <a:pt x="567027" y="97964"/>
                  </a:lnTo>
                  <a:lnTo>
                    <a:pt x="595595" y="69038"/>
                  </a:lnTo>
                  <a:lnTo>
                    <a:pt x="612481" y="46345"/>
                  </a:lnTo>
                  <a:lnTo>
                    <a:pt x="614293" y="42403"/>
                  </a:lnTo>
                  <a:lnTo>
                    <a:pt x="615199" y="38194"/>
                  </a:lnTo>
                  <a:lnTo>
                    <a:pt x="615199" y="26901"/>
                  </a:lnTo>
                  <a:lnTo>
                    <a:pt x="613653" y="20988"/>
                  </a:lnTo>
                  <a:lnTo>
                    <a:pt x="611057" y="16780"/>
                  </a:lnTo>
                  <a:lnTo>
                    <a:pt x="610958" y="16620"/>
                  </a:lnTo>
                  <a:close/>
                </a:path>
                <a:path w="713104" h="116204">
                  <a:moveTo>
                    <a:pt x="567027" y="97964"/>
                  </a:moveTo>
                  <a:lnTo>
                    <a:pt x="558785" y="97964"/>
                  </a:lnTo>
                  <a:lnTo>
                    <a:pt x="561022" y="104037"/>
                  </a:lnTo>
                  <a:lnTo>
                    <a:pt x="567027" y="97964"/>
                  </a:lnTo>
                  <a:close/>
                </a:path>
                <a:path w="713104" h="116204">
                  <a:moveTo>
                    <a:pt x="616317" y="97964"/>
                  </a:moveTo>
                  <a:lnTo>
                    <a:pt x="567027" y="97964"/>
                  </a:lnTo>
                  <a:lnTo>
                    <a:pt x="561022" y="104037"/>
                  </a:lnTo>
                  <a:lnTo>
                    <a:pt x="616317" y="104037"/>
                  </a:lnTo>
                  <a:lnTo>
                    <a:pt x="616317" y="97964"/>
                  </a:lnTo>
                  <a:close/>
                </a:path>
                <a:path w="713104" h="116204">
                  <a:moveTo>
                    <a:pt x="585740" y="0"/>
                  </a:moveTo>
                  <a:lnTo>
                    <a:pt x="570717" y="0"/>
                  </a:lnTo>
                  <a:lnTo>
                    <a:pt x="564059" y="1491"/>
                  </a:lnTo>
                  <a:lnTo>
                    <a:pt x="540407" y="34998"/>
                  </a:lnTo>
                  <a:lnTo>
                    <a:pt x="559744" y="34998"/>
                  </a:lnTo>
                  <a:lnTo>
                    <a:pt x="560063" y="28712"/>
                  </a:lnTo>
                  <a:lnTo>
                    <a:pt x="561662" y="24078"/>
                  </a:lnTo>
                  <a:lnTo>
                    <a:pt x="567415" y="18111"/>
                  </a:lnTo>
                  <a:lnTo>
                    <a:pt x="571837" y="16620"/>
                  </a:lnTo>
                  <a:lnTo>
                    <a:pt x="610958" y="16620"/>
                  </a:lnTo>
                  <a:lnTo>
                    <a:pt x="607474" y="10867"/>
                  </a:lnTo>
                  <a:lnTo>
                    <a:pt x="603159" y="6925"/>
                  </a:lnTo>
                  <a:lnTo>
                    <a:pt x="592395" y="1491"/>
                  </a:lnTo>
                  <a:lnTo>
                    <a:pt x="592681" y="1491"/>
                  </a:lnTo>
                  <a:lnTo>
                    <a:pt x="585740" y="0"/>
                  </a:lnTo>
                  <a:close/>
                </a:path>
                <a:path w="713104" h="116204">
                  <a:moveTo>
                    <a:pt x="652948" y="84859"/>
                  </a:moveTo>
                  <a:lnTo>
                    <a:pt x="633451" y="84859"/>
                  </a:lnTo>
                  <a:lnTo>
                    <a:pt x="633558" y="90825"/>
                  </a:lnTo>
                  <a:lnTo>
                    <a:pt x="635061" y="95886"/>
                  </a:lnTo>
                  <a:lnTo>
                    <a:pt x="635156" y="96206"/>
                  </a:lnTo>
                  <a:lnTo>
                    <a:pt x="664668" y="116182"/>
                  </a:lnTo>
                  <a:lnTo>
                    <a:pt x="680968" y="116182"/>
                  </a:lnTo>
                  <a:lnTo>
                    <a:pt x="707438" y="99562"/>
                  </a:lnTo>
                  <a:lnTo>
                    <a:pt x="666054" y="99562"/>
                  </a:lnTo>
                  <a:lnTo>
                    <a:pt x="661578" y="98443"/>
                  </a:lnTo>
                  <a:lnTo>
                    <a:pt x="661286" y="98443"/>
                  </a:lnTo>
                  <a:lnTo>
                    <a:pt x="658062" y="95886"/>
                  </a:lnTo>
                  <a:lnTo>
                    <a:pt x="654973" y="93329"/>
                  </a:lnTo>
                  <a:lnTo>
                    <a:pt x="653269" y="89654"/>
                  </a:lnTo>
                  <a:lnTo>
                    <a:pt x="653048" y="86351"/>
                  </a:lnTo>
                  <a:lnTo>
                    <a:pt x="652948" y="84859"/>
                  </a:lnTo>
                  <a:close/>
                </a:path>
                <a:path w="713104" h="116204">
                  <a:moveTo>
                    <a:pt x="707858" y="58810"/>
                  </a:moveTo>
                  <a:lnTo>
                    <a:pt x="678145" y="58810"/>
                  </a:lnTo>
                  <a:lnTo>
                    <a:pt x="682088" y="59662"/>
                  </a:lnTo>
                  <a:lnTo>
                    <a:pt x="688054" y="63072"/>
                  </a:lnTo>
                  <a:lnTo>
                    <a:pt x="690185" y="65469"/>
                  </a:lnTo>
                  <a:lnTo>
                    <a:pt x="691463" y="68558"/>
                  </a:lnTo>
                  <a:lnTo>
                    <a:pt x="692869" y="71648"/>
                  </a:lnTo>
                  <a:lnTo>
                    <a:pt x="693541" y="75164"/>
                  </a:lnTo>
                  <a:lnTo>
                    <a:pt x="693541" y="85605"/>
                  </a:lnTo>
                  <a:lnTo>
                    <a:pt x="691783" y="90506"/>
                  </a:lnTo>
                  <a:lnTo>
                    <a:pt x="688267" y="94128"/>
                  </a:lnTo>
                  <a:lnTo>
                    <a:pt x="684857" y="97751"/>
                  </a:lnTo>
                  <a:lnTo>
                    <a:pt x="679690" y="99562"/>
                  </a:lnTo>
                  <a:lnTo>
                    <a:pt x="707438" y="99562"/>
                  </a:lnTo>
                  <a:lnTo>
                    <a:pt x="711386" y="92796"/>
                  </a:lnTo>
                  <a:lnTo>
                    <a:pt x="713037" y="86351"/>
                  </a:lnTo>
                  <a:lnTo>
                    <a:pt x="713037" y="71648"/>
                  </a:lnTo>
                  <a:lnTo>
                    <a:pt x="711557" y="65469"/>
                  </a:lnTo>
                  <a:lnTo>
                    <a:pt x="711493" y="65202"/>
                  </a:lnTo>
                  <a:lnTo>
                    <a:pt x="707858" y="58810"/>
                  </a:lnTo>
                  <a:close/>
                </a:path>
                <a:path w="713104" h="116204">
                  <a:moveTo>
                    <a:pt x="707444" y="1598"/>
                  </a:moveTo>
                  <a:lnTo>
                    <a:pt x="643679" y="1598"/>
                  </a:lnTo>
                  <a:lnTo>
                    <a:pt x="635070" y="68558"/>
                  </a:lnTo>
                  <a:lnTo>
                    <a:pt x="635049" y="68718"/>
                  </a:lnTo>
                  <a:lnTo>
                    <a:pt x="653907" y="68718"/>
                  </a:lnTo>
                  <a:lnTo>
                    <a:pt x="655690" y="65469"/>
                  </a:lnTo>
                  <a:lnTo>
                    <a:pt x="655936" y="65202"/>
                  </a:lnTo>
                  <a:lnTo>
                    <a:pt x="658276" y="62912"/>
                  </a:lnTo>
                  <a:lnTo>
                    <a:pt x="660959" y="61527"/>
                  </a:lnTo>
                  <a:lnTo>
                    <a:pt x="655346" y="61527"/>
                  </a:lnTo>
                  <a:lnTo>
                    <a:pt x="643520" y="60887"/>
                  </a:lnTo>
                  <a:lnTo>
                    <a:pt x="647888" y="55347"/>
                  </a:lnTo>
                  <a:lnTo>
                    <a:pt x="652736" y="50926"/>
                  </a:lnTo>
                  <a:lnTo>
                    <a:pt x="657008" y="48277"/>
                  </a:lnTo>
                  <a:lnTo>
                    <a:pt x="660779" y="18218"/>
                  </a:lnTo>
                  <a:lnTo>
                    <a:pt x="707444" y="18218"/>
                  </a:lnTo>
                  <a:lnTo>
                    <a:pt x="707444" y="1598"/>
                  </a:lnTo>
                  <a:close/>
                </a:path>
                <a:path w="713104" h="116204">
                  <a:moveTo>
                    <a:pt x="657008" y="48277"/>
                  </a:moveTo>
                  <a:lnTo>
                    <a:pt x="652736" y="50926"/>
                  </a:lnTo>
                  <a:lnTo>
                    <a:pt x="647888" y="55347"/>
                  </a:lnTo>
                  <a:lnTo>
                    <a:pt x="643520" y="60887"/>
                  </a:lnTo>
                  <a:lnTo>
                    <a:pt x="655346" y="61527"/>
                  </a:lnTo>
                  <a:lnTo>
                    <a:pt x="657008" y="48277"/>
                  </a:lnTo>
                  <a:close/>
                </a:path>
                <a:path w="713104" h="116204">
                  <a:moveTo>
                    <a:pt x="684165" y="42509"/>
                  </a:moveTo>
                  <a:lnTo>
                    <a:pt x="669889" y="42509"/>
                  </a:lnTo>
                  <a:lnTo>
                    <a:pt x="663497" y="44214"/>
                  </a:lnTo>
                  <a:lnTo>
                    <a:pt x="657008" y="48277"/>
                  </a:lnTo>
                  <a:lnTo>
                    <a:pt x="655426" y="60887"/>
                  </a:lnTo>
                  <a:lnTo>
                    <a:pt x="655346" y="61527"/>
                  </a:lnTo>
                  <a:lnTo>
                    <a:pt x="660959" y="61527"/>
                  </a:lnTo>
                  <a:lnTo>
                    <a:pt x="664881" y="59503"/>
                  </a:lnTo>
                  <a:lnTo>
                    <a:pt x="668251" y="58810"/>
                  </a:lnTo>
                  <a:lnTo>
                    <a:pt x="707858" y="58810"/>
                  </a:lnTo>
                  <a:lnTo>
                    <a:pt x="705313" y="54335"/>
                  </a:lnTo>
                  <a:lnTo>
                    <a:pt x="701051" y="50127"/>
                  </a:lnTo>
                  <a:lnTo>
                    <a:pt x="695618" y="47144"/>
                  </a:lnTo>
                  <a:lnTo>
                    <a:pt x="690292" y="44054"/>
                  </a:lnTo>
                  <a:lnTo>
                    <a:pt x="684165" y="425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52789" y="8743189"/>
            <a:ext cx="104708" cy="10470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276214" y="8670814"/>
            <a:ext cx="3052723" cy="23647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52789" y="9151553"/>
            <a:ext cx="104708" cy="10470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276717" y="9079179"/>
            <a:ext cx="4467015" cy="236474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11146725" y="6652667"/>
            <a:ext cx="6967855" cy="2741930"/>
            <a:chOff x="11146725" y="6652667"/>
            <a:chExt cx="6967855" cy="2741930"/>
          </a:xfrm>
        </p:grpSpPr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146725" y="6652667"/>
              <a:ext cx="5891409" cy="274179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062422" y="6777757"/>
              <a:ext cx="2052073" cy="686794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52789" y="9559918"/>
            <a:ext cx="104708" cy="10470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287774" y="9487543"/>
            <a:ext cx="3970297" cy="25130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256499" y="10043636"/>
            <a:ext cx="17591405" cy="16510"/>
          </a:xfrm>
          <a:custGeom>
            <a:avLst/>
            <a:gdLst/>
            <a:ahLst/>
            <a:cxnLst/>
            <a:rect l="l" t="t" r="r" b="b"/>
            <a:pathLst>
              <a:path w="17591405" h="16509">
                <a:moveTo>
                  <a:pt x="17591088" y="0"/>
                </a:moveTo>
                <a:lnTo>
                  <a:pt x="0" y="0"/>
                </a:lnTo>
                <a:lnTo>
                  <a:pt x="0" y="8890"/>
                </a:lnTo>
                <a:lnTo>
                  <a:pt x="0" y="16510"/>
                </a:lnTo>
                <a:lnTo>
                  <a:pt x="17591088" y="16510"/>
                </a:lnTo>
                <a:lnTo>
                  <a:pt x="17591088" y="8890"/>
                </a:lnTo>
                <a:lnTo>
                  <a:pt x="17591088" y="0"/>
                </a:lnTo>
                <a:close/>
              </a:path>
            </a:pathLst>
          </a:custGeom>
          <a:solidFill>
            <a:srgbClr val="EEED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63448" y="10257321"/>
            <a:ext cx="4952016" cy="385643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8357095" y="10241573"/>
            <a:ext cx="454025" cy="178435"/>
          </a:xfrm>
          <a:custGeom>
            <a:avLst/>
            <a:gdLst/>
            <a:ahLst/>
            <a:cxnLst/>
            <a:rect l="l" t="t" r="r" b="b"/>
            <a:pathLst>
              <a:path w="454025" h="178434">
                <a:moveTo>
                  <a:pt x="18009" y="118739"/>
                </a:moveTo>
                <a:lnTo>
                  <a:pt x="0" y="118739"/>
                </a:lnTo>
                <a:lnTo>
                  <a:pt x="418" y="126697"/>
                </a:lnTo>
                <a:lnTo>
                  <a:pt x="29148" y="155400"/>
                </a:lnTo>
                <a:lnTo>
                  <a:pt x="49213" y="158110"/>
                </a:lnTo>
                <a:lnTo>
                  <a:pt x="55150" y="157809"/>
                </a:lnTo>
                <a:lnTo>
                  <a:pt x="56219" y="157809"/>
                </a:lnTo>
                <a:lnTo>
                  <a:pt x="88708" y="142822"/>
                </a:lnTo>
                <a:lnTo>
                  <a:pt x="39440" y="142822"/>
                </a:lnTo>
                <a:lnTo>
                  <a:pt x="31901" y="140798"/>
                </a:lnTo>
                <a:lnTo>
                  <a:pt x="21290" y="132700"/>
                </a:lnTo>
                <a:lnTo>
                  <a:pt x="18428" y="126697"/>
                </a:lnTo>
                <a:lnTo>
                  <a:pt x="18072" y="119926"/>
                </a:lnTo>
                <a:lnTo>
                  <a:pt x="18009" y="118739"/>
                </a:lnTo>
                <a:close/>
              </a:path>
              <a:path w="454025" h="178434">
                <a:moveTo>
                  <a:pt x="89151" y="77973"/>
                </a:moveTo>
                <a:lnTo>
                  <a:pt x="43000" y="77973"/>
                </a:lnTo>
                <a:lnTo>
                  <a:pt x="49841" y="78112"/>
                </a:lnTo>
                <a:lnTo>
                  <a:pt x="57380" y="78112"/>
                </a:lnTo>
                <a:lnTo>
                  <a:pt x="63523" y="79578"/>
                </a:lnTo>
                <a:lnTo>
                  <a:pt x="68270" y="82510"/>
                </a:lnTo>
                <a:lnTo>
                  <a:pt x="73016" y="85302"/>
                </a:lnTo>
                <a:lnTo>
                  <a:pt x="76437" y="89141"/>
                </a:lnTo>
                <a:lnTo>
                  <a:pt x="78531" y="94028"/>
                </a:lnTo>
                <a:lnTo>
                  <a:pt x="80765" y="98775"/>
                </a:lnTo>
                <a:lnTo>
                  <a:pt x="81882" y="104289"/>
                </a:lnTo>
                <a:lnTo>
                  <a:pt x="81882" y="119926"/>
                </a:lnTo>
                <a:lnTo>
                  <a:pt x="79090" y="127674"/>
                </a:lnTo>
                <a:lnTo>
                  <a:pt x="73632" y="133678"/>
                </a:lnTo>
                <a:lnTo>
                  <a:pt x="73505" y="133817"/>
                </a:lnTo>
                <a:lnTo>
                  <a:pt x="68924" y="137757"/>
                </a:lnTo>
                <a:lnTo>
                  <a:pt x="63348" y="140571"/>
                </a:lnTo>
                <a:lnTo>
                  <a:pt x="56778" y="142259"/>
                </a:lnTo>
                <a:lnTo>
                  <a:pt x="49213" y="142822"/>
                </a:lnTo>
                <a:lnTo>
                  <a:pt x="88708" y="142822"/>
                </a:lnTo>
                <a:lnTo>
                  <a:pt x="99682" y="110153"/>
                </a:lnTo>
                <a:lnTo>
                  <a:pt x="99682" y="100939"/>
                </a:lnTo>
                <a:lnTo>
                  <a:pt x="97728" y="92841"/>
                </a:lnTo>
                <a:lnTo>
                  <a:pt x="93818" y="85861"/>
                </a:lnTo>
                <a:lnTo>
                  <a:pt x="89909" y="78740"/>
                </a:lnTo>
                <a:lnTo>
                  <a:pt x="89151" y="77973"/>
                </a:lnTo>
                <a:close/>
              </a:path>
              <a:path w="454025" h="178434">
                <a:moveTo>
                  <a:pt x="92143" y="7957"/>
                </a:moveTo>
                <a:lnTo>
                  <a:pt x="12983" y="7957"/>
                </a:lnTo>
                <a:lnTo>
                  <a:pt x="2713" y="92841"/>
                </a:lnTo>
                <a:lnTo>
                  <a:pt x="20483" y="92841"/>
                </a:lnTo>
                <a:lnTo>
                  <a:pt x="23315" y="87885"/>
                </a:lnTo>
                <a:lnTo>
                  <a:pt x="27154" y="84185"/>
                </a:lnTo>
                <a:lnTo>
                  <a:pt x="32878" y="81253"/>
                </a:lnTo>
                <a:lnTo>
                  <a:pt x="21360" y="81253"/>
                </a:lnTo>
                <a:lnTo>
                  <a:pt x="15915" y="80625"/>
                </a:lnTo>
                <a:lnTo>
                  <a:pt x="19824" y="75041"/>
                </a:lnTo>
                <a:lnTo>
                  <a:pt x="22369" y="72787"/>
                </a:lnTo>
                <a:lnTo>
                  <a:pt x="28271" y="23245"/>
                </a:lnTo>
                <a:lnTo>
                  <a:pt x="92143" y="23245"/>
                </a:lnTo>
                <a:lnTo>
                  <a:pt x="92143" y="7957"/>
                </a:lnTo>
                <a:close/>
              </a:path>
              <a:path w="454025" h="178434">
                <a:moveTo>
                  <a:pt x="22369" y="72787"/>
                </a:moveTo>
                <a:lnTo>
                  <a:pt x="19824" y="75041"/>
                </a:lnTo>
                <a:lnTo>
                  <a:pt x="15915" y="80625"/>
                </a:lnTo>
                <a:lnTo>
                  <a:pt x="21360" y="81253"/>
                </a:lnTo>
                <a:lnTo>
                  <a:pt x="22325" y="73156"/>
                </a:lnTo>
                <a:lnTo>
                  <a:pt x="22369" y="72787"/>
                </a:lnTo>
                <a:close/>
              </a:path>
              <a:path w="454025" h="178434">
                <a:moveTo>
                  <a:pt x="51307" y="62825"/>
                </a:moveTo>
                <a:lnTo>
                  <a:pt x="43489" y="62825"/>
                </a:lnTo>
                <a:lnTo>
                  <a:pt x="36578" y="64430"/>
                </a:lnTo>
                <a:lnTo>
                  <a:pt x="30574" y="67641"/>
                </a:lnTo>
                <a:lnTo>
                  <a:pt x="24711" y="70713"/>
                </a:lnTo>
                <a:lnTo>
                  <a:pt x="22369" y="72787"/>
                </a:lnTo>
                <a:lnTo>
                  <a:pt x="21751" y="77973"/>
                </a:lnTo>
                <a:lnTo>
                  <a:pt x="21659" y="78740"/>
                </a:lnTo>
                <a:lnTo>
                  <a:pt x="21560" y="79578"/>
                </a:lnTo>
                <a:lnTo>
                  <a:pt x="21435" y="80625"/>
                </a:lnTo>
                <a:lnTo>
                  <a:pt x="21360" y="81253"/>
                </a:lnTo>
                <a:lnTo>
                  <a:pt x="32878" y="81253"/>
                </a:lnTo>
                <a:lnTo>
                  <a:pt x="37066" y="79159"/>
                </a:lnTo>
                <a:lnTo>
                  <a:pt x="43000" y="77973"/>
                </a:lnTo>
                <a:lnTo>
                  <a:pt x="89151" y="77973"/>
                </a:lnTo>
                <a:lnTo>
                  <a:pt x="84394" y="73156"/>
                </a:lnTo>
                <a:lnTo>
                  <a:pt x="77275" y="69107"/>
                </a:lnTo>
                <a:lnTo>
                  <a:pt x="71647" y="66359"/>
                </a:lnTo>
                <a:lnTo>
                  <a:pt x="65553" y="64430"/>
                </a:lnTo>
                <a:lnTo>
                  <a:pt x="58663" y="63217"/>
                </a:lnTo>
                <a:lnTo>
                  <a:pt x="51307" y="62825"/>
                </a:lnTo>
                <a:close/>
              </a:path>
              <a:path w="454025" h="178434">
                <a:moveTo>
                  <a:pt x="230940" y="0"/>
                </a:moveTo>
                <a:lnTo>
                  <a:pt x="214396" y="0"/>
                </a:lnTo>
                <a:lnTo>
                  <a:pt x="166230" y="178214"/>
                </a:lnTo>
                <a:lnTo>
                  <a:pt x="182774" y="178214"/>
                </a:lnTo>
                <a:lnTo>
                  <a:pt x="230940" y="0"/>
                </a:lnTo>
                <a:close/>
              </a:path>
              <a:path w="454025" h="178434">
                <a:moveTo>
                  <a:pt x="351745" y="18428"/>
                </a:moveTo>
                <a:lnTo>
                  <a:pt x="333946" y="18428"/>
                </a:lnTo>
                <a:lnTo>
                  <a:pt x="343370" y="19894"/>
                </a:lnTo>
                <a:lnTo>
                  <a:pt x="333946" y="26162"/>
                </a:lnTo>
                <a:lnTo>
                  <a:pt x="333946" y="156015"/>
                </a:lnTo>
                <a:lnTo>
                  <a:pt x="351745" y="156015"/>
                </a:lnTo>
                <a:lnTo>
                  <a:pt x="351745" y="18428"/>
                </a:lnTo>
                <a:close/>
              </a:path>
              <a:path w="454025" h="178434">
                <a:moveTo>
                  <a:pt x="351745" y="7957"/>
                </a:moveTo>
                <a:lnTo>
                  <a:pt x="333737" y="7957"/>
                </a:lnTo>
                <a:lnTo>
                  <a:pt x="297087" y="32668"/>
                </a:lnTo>
                <a:lnTo>
                  <a:pt x="297087" y="50678"/>
                </a:lnTo>
                <a:lnTo>
                  <a:pt x="333946" y="26162"/>
                </a:lnTo>
                <a:lnTo>
                  <a:pt x="333946" y="18428"/>
                </a:lnTo>
                <a:lnTo>
                  <a:pt x="351745" y="18428"/>
                </a:lnTo>
                <a:lnTo>
                  <a:pt x="351745" y="7957"/>
                </a:lnTo>
                <a:close/>
              </a:path>
              <a:path w="454025" h="178434">
                <a:moveTo>
                  <a:pt x="333946" y="18428"/>
                </a:moveTo>
                <a:lnTo>
                  <a:pt x="333946" y="26162"/>
                </a:lnTo>
                <a:lnTo>
                  <a:pt x="343370" y="19894"/>
                </a:lnTo>
                <a:lnTo>
                  <a:pt x="333946" y="18428"/>
                </a:lnTo>
                <a:close/>
              </a:path>
              <a:path w="454025" h="178434">
                <a:moveTo>
                  <a:pt x="454001" y="18428"/>
                </a:moveTo>
                <a:lnTo>
                  <a:pt x="436200" y="18428"/>
                </a:lnTo>
                <a:lnTo>
                  <a:pt x="445624" y="19894"/>
                </a:lnTo>
                <a:lnTo>
                  <a:pt x="436200" y="26162"/>
                </a:lnTo>
                <a:lnTo>
                  <a:pt x="436200" y="156015"/>
                </a:lnTo>
                <a:lnTo>
                  <a:pt x="454001" y="156015"/>
                </a:lnTo>
                <a:lnTo>
                  <a:pt x="454001" y="18428"/>
                </a:lnTo>
                <a:close/>
              </a:path>
              <a:path w="454025" h="178434">
                <a:moveTo>
                  <a:pt x="454001" y="7957"/>
                </a:moveTo>
                <a:lnTo>
                  <a:pt x="435991" y="7957"/>
                </a:lnTo>
                <a:lnTo>
                  <a:pt x="399343" y="32668"/>
                </a:lnTo>
                <a:lnTo>
                  <a:pt x="399343" y="50678"/>
                </a:lnTo>
                <a:lnTo>
                  <a:pt x="436200" y="26162"/>
                </a:lnTo>
                <a:lnTo>
                  <a:pt x="436200" y="18428"/>
                </a:lnTo>
                <a:lnTo>
                  <a:pt x="454001" y="18428"/>
                </a:lnTo>
                <a:lnTo>
                  <a:pt x="454001" y="7957"/>
                </a:lnTo>
                <a:close/>
              </a:path>
              <a:path w="454025" h="178434">
                <a:moveTo>
                  <a:pt x="436200" y="18428"/>
                </a:moveTo>
                <a:lnTo>
                  <a:pt x="436200" y="26162"/>
                </a:lnTo>
                <a:lnTo>
                  <a:pt x="445624" y="19894"/>
                </a:lnTo>
                <a:lnTo>
                  <a:pt x="436200" y="18428"/>
                </a:lnTo>
                <a:close/>
              </a:path>
            </a:pathLst>
          </a:custGeom>
          <a:solidFill>
            <a:srgbClr val="C9C8C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2956" y="913438"/>
            <a:ext cx="1424305" cy="269875"/>
          </a:xfrm>
          <a:custGeom>
            <a:avLst/>
            <a:gdLst/>
            <a:ahLst/>
            <a:cxnLst/>
            <a:rect l="l" t="t" r="r" b="b"/>
            <a:pathLst>
              <a:path w="1424305" h="269875">
                <a:moveTo>
                  <a:pt x="224579" y="9088"/>
                </a:moveTo>
                <a:lnTo>
                  <a:pt x="192915" y="9088"/>
                </a:lnTo>
                <a:lnTo>
                  <a:pt x="192915" y="259761"/>
                </a:lnTo>
                <a:lnTo>
                  <a:pt x="224579" y="259761"/>
                </a:lnTo>
                <a:lnTo>
                  <a:pt x="224579" y="133105"/>
                </a:lnTo>
                <a:lnTo>
                  <a:pt x="206988" y="133105"/>
                </a:lnTo>
                <a:lnTo>
                  <a:pt x="206988" y="106132"/>
                </a:lnTo>
                <a:lnTo>
                  <a:pt x="224579" y="106132"/>
                </a:lnTo>
                <a:lnTo>
                  <a:pt x="224579" y="9088"/>
                </a:lnTo>
                <a:close/>
              </a:path>
              <a:path w="1424305" h="269875">
                <a:moveTo>
                  <a:pt x="167701" y="11727"/>
                </a:moveTo>
                <a:lnTo>
                  <a:pt x="136624" y="11727"/>
                </a:lnTo>
                <a:lnTo>
                  <a:pt x="136624" y="249793"/>
                </a:lnTo>
                <a:lnTo>
                  <a:pt x="167701" y="249793"/>
                </a:lnTo>
                <a:lnTo>
                  <a:pt x="167701" y="133105"/>
                </a:lnTo>
                <a:lnTo>
                  <a:pt x="149524" y="133105"/>
                </a:lnTo>
                <a:lnTo>
                  <a:pt x="149524" y="106132"/>
                </a:lnTo>
                <a:lnTo>
                  <a:pt x="167701" y="106132"/>
                </a:lnTo>
                <a:lnTo>
                  <a:pt x="167701" y="11727"/>
                </a:lnTo>
                <a:close/>
              </a:path>
              <a:path w="1424305" h="269875">
                <a:moveTo>
                  <a:pt x="167701" y="106132"/>
                </a:moveTo>
                <a:lnTo>
                  <a:pt x="149524" y="106132"/>
                </a:lnTo>
                <a:lnTo>
                  <a:pt x="149524" y="133105"/>
                </a:lnTo>
                <a:lnTo>
                  <a:pt x="167701" y="133105"/>
                </a:lnTo>
                <a:lnTo>
                  <a:pt x="167701" y="106132"/>
                </a:lnTo>
                <a:close/>
              </a:path>
              <a:path w="1424305" h="269875">
                <a:moveTo>
                  <a:pt x="192915" y="106132"/>
                </a:moveTo>
                <a:lnTo>
                  <a:pt x="167701" y="106132"/>
                </a:lnTo>
                <a:lnTo>
                  <a:pt x="167701" y="133105"/>
                </a:lnTo>
                <a:lnTo>
                  <a:pt x="192915" y="133105"/>
                </a:lnTo>
                <a:lnTo>
                  <a:pt x="192915" y="106132"/>
                </a:lnTo>
                <a:close/>
              </a:path>
              <a:path w="1424305" h="269875">
                <a:moveTo>
                  <a:pt x="224579" y="106132"/>
                </a:moveTo>
                <a:lnTo>
                  <a:pt x="206988" y="106132"/>
                </a:lnTo>
                <a:lnTo>
                  <a:pt x="206988" y="133105"/>
                </a:lnTo>
                <a:lnTo>
                  <a:pt x="224579" y="133105"/>
                </a:lnTo>
                <a:lnTo>
                  <a:pt x="224579" y="106132"/>
                </a:lnTo>
                <a:close/>
              </a:path>
              <a:path w="1424305" h="269875">
                <a:moveTo>
                  <a:pt x="114928" y="38407"/>
                </a:moveTo>
                <a:lnTo>
                  <a:pt x="11727" y="38407"/>
                </a:lnTo>
                <a:lnTo>
                  <a:pt x="11727" y="65673"/>
                </a:lnTo>
                <a:lnTo>
                  <a:pt x="82091" y="65673"/>
                </a:lnTo>
                <a:lnTo>
                  <a:pt x="82091" y="80919"/>
                </a:lnTo>
                <a:lnTo>
                  <a:pt x="73369" y="118739"/>
                </a:lnTo>
                <a:lnTo>
                  <a:pt x="48082" y="149853"/>
                </a:lnTo>
                <a:lnTo>
                  <a:pt x="11764" y="175837"/>
                </a:lnTo>
                <a:lnTo>
                  <a:pt x="0" y="182654"/>
                </a:lnTo>
                <a:lnTo>
                  <a:pt x="16711" y="208161"/>
                </a:lnTo>
                <a:lnTo>
                  <a:pt x="49108" y="186978"/>
                </a:lnTo>
                <a:lnTo>
                  <a:pt x="84254" y="156780"/>
                </a:lnTo>
                <a:lnTo>
                  <a:pt x="109486" y="114928"/>
                </a:lnTo>
                <a:lnTo>
                  <a:pt x="114830" y="80919"/>
                </a:lnTo>
                <a:lnTo>
                  <a:pt x="114928" y="38407"/>
                </a:lnTo>
                <a:close/>
              </a:path>
              <a:path w="1424305" h="269875">
                <a:moveTo>
                  <a:pt x="455153" y="7622"/>
                </a:moveTo>
                <a:lnTo>
                  <a:pt x="422610" y="7622"/>
                </a:lnTo>
                <a:lnTo>
                  <a:pt x="422610" y="138969"/>
                </a:lnTo>
                <a:lnTo>
                  <a:pt x="455153" y="138969"/>
                </a:lnTo>
                <a:lnTo>
                  <a:pt x="455153" y="86489"/>
                </a:lnTo>
                <a:lnTo>
                  <a:pt x="438735" y="86489"/>
                </a:lnTo>
                <a:lnTo>
                  <a:pt x="438735" y="59516"/>
                </a:lnTo>
                <a:lnTo>
                  <a:pt x="455153" y="59516"/>
                </a:lnTo>
                <a:lnTo>
                  <a:pt x="455153" y="7622"/>
                </a:lnTo>
                <a:close/>
              </a:path>
              <a:path w="1424305" h="269875">
                <a:moveTo>
                  <a:pt x="455153" y="59516"/>
                </a:moveTo>
                <a:lnTo>
                  <a:pt x="438735" y="59516"/>
                </a:lnTo>
                <a:lnTo>
                  <a:pt x="438735" y="86489"/>
                </a:lnTo>
                <a:lnTo>
                  <a:pt x="455153" y="86489"/>
                </a:lnTo>
                <a:lnTo>
                  <a:pt x="455153" y="59516"/>
                </a:lnTo>
                <a:close/>
              </a:path>
              <a:path w="1424305" h="269875">
                <a:moveTo>
                  <a:pt x="491215" y="59516"/>
                </a:moveTo>
                <a:lnTo>
                  <a:pt x="455153" y="59516"/>
                </a:lnTo>
                <a:lnTo>
                  <a:pt x="455153" y="86489"/>
                </a:lnTo>
                <a:lnTo>
                  <a:pt x="491215" y="86489"/>
                </a:lnTo>
                <a:lnTo>
                  <a:pt x="491215" y="59516"/>
                </a:lnTo>
                <a:close/>
              </a:path>
              <a:path w="1424305" h="269875">
                <a:moveTo>
                  <a:pt x="455153" y="150990"/>
                </a:moveTo>
                <a:lnTo>
                  <a:pt x="291849" y="150990"/>
                </a:lnTo>
                <a:lnTo>
                  <a:pt x="291849" y="176497"/>
                </a:lnTo>
                <a:lnTo>
                  <a:pt x="422610" y="176497"/>
                </a:lnTo>
                <a:lnTo>
                  <a:pt x="422610" y="192915"/>
                </a:lnTo>
                <a:lnTo>
                  <a:pt x="291556" y="192915"/>
                </a:lnTo>
                <a:lnTo>
                  <a:pt x="291556" y="259468"/>
                </a:lnTo>
                <a:lnTo>
                  <a:pt x="465415" y="259468"/>
                </a:lnTo>
                <a:lnTo>
                  <a:pt x="465415" y="233961"/>
                </a:lnTo>
                <a:lnTo>
                  <a:pt x="324686" y="233961"/>
                </a:lnTo>
                <a:lnTo>
                  <a:pt x="324686" y="216956"/>
                </a:lnTo>
                <a:lnTo>
                  <a:pt x="455153" y="216956"/>
                </a:lnTo>
                <a:lnTo>
                  <a:pt x="455153" y="150990"/>
                </a:lnTo>
                <a:close/>
              </a:path>
              <a:path w="1424305" h="269875">
                <a:moveTo>
                  <a:pt x="296833" y="16711"/>
                </a:moveTo>
                <a:lnTo>
                  <a:pt x="264290" y="16711"/>
                </a:lnTo>
                <a:lnTo>
                  <a:pt x="264290" y="131053"/>
                </a:lnTo>
                <a:lnTo>
                  <a:pt x="385082" y="131053"/>
                </a:lnTo>
                <a:lnTo>
                  <a:pt x="385082" y="105253"/>
                </a:lnTo>
                <a:lnTo>
                  <a:pt x="296833" y="105253"/>
                </a:lnTo>
                <a:lnTo>
                  <a:pt x="296833" y="73882"/>
                </a:lnTo>
                <a:lnTo>
                  <a:pt x="271033" y="73882"/>
                </a:lnTo>
                <a:lnTo>
                  <a:pt x="271033" y="48375"/>
                </a:lnTo>
                <a:lnTo>
                  <a:pt x="296833" y="48375"/>
                </a:lnTo>
                <a:lnTo>
                  <a:pt x="296833" y="16711"/>
                </a:lnTo>
                <a:close/>
              </a:path>
              <a:path w="1424305" h="269875">
                <a:moveTo>
                  <a:pt x="385082" y="16711"/>
                </a:moveTo>
                <a:lnTo>
                  <a:pt x="352539" y="16711"/>
                </a:lnTo>
                <a:lnTo>
                  <a:pt x="352539" y="105253"/>
                </a:lnTo>
                <a:lnTo>
                  <a:pt x="385082" y="105253"/>
                </a:lnTo>
                <a:lnTo>
                  <a:pt x="385082" y="73882"/>
                </a:lnTo>
                <a:lnTo>
                  <a:pt x="379218" y="73882"/>
                </a:lnTo>
                <a:lnTo>
                  <a:pt x="379218" y="48375"/>
                </a:lnTo>
                <a:lnTo>
                  <a:pt x="385082" y="48375"/>
                </a:lnTo>
                <a:lnTo>
                  <a:pt x="385082" y="16711"/>
                </a:lnTo>
                <a:close/>
              </a:path>
              <a:path w="1424305" h="269875">
                <a:moveTo>
                  <a:pt x="296833" y="48375"/>
                </a:moveTo>
                <a:lnTo>
                  <a:pt x="271033" y="48375"/>
                </a:lnTo>
                <a:lnTo>
                  <a:pt x="271033" y="73882"/>
                </a:lnTo>
                <a:lnTo>
                  <a:pt x="296833" y="73882"/>
                </a:lnTo>
                <a:lnTo>
                  <a:pt x="296833" y="48375"/>
                </a:lnTo>
                <a:close/>
              </a:path>
              <a:path w="1424305" h="269875">
                <a:moveTo>
                  <a:pt x="352539" y="48375"/>
                </a:moveTo>
                <a:lnTo>
                  <a:pt x="296833" y="48375"/>
                </a:lnTo>
                <a:lnTo>
                  <a:pt x="296833" y="73882"/>
                </a:lnTo>
                <a:lnTo>
                  <a:pt x="352539" y="73882"/>
                </a:lnTo>
                <a:lnTo>
                  <a:pt x="352539" y="48375"/>
                </a:lnTo>
                <a:close/>
              </a:path>
              <a:path w="1424305" h="269875">
                <a:moveTo>
                  <a:pt x="385082" y="48375"/>
                </a:moveTo>
                <a:lnTo>
                  <a:pt x="379218" y="48375"/>
                </a:lnTo>
                <a:lnTo>
                  <a:pt x="379218" y="73882"/>
                </a:lnTo>
                <a:lnTo>
                  <a:pt x="385082" y="73882"/>
                </a:lnTo>
                <a:lnTo>
                  <a:pt x="385082" y="48375"/>
                </a:lnTo>
                <a:close/>
              </a:path>
              <a:path w="1424305" h="269875">
                <a:moveTo>
                  <a:pt x="744978" y="11727"/>
                </a:moveTo>
                <a:lnTo>
                  <a:pt x="713900" y="11727"/>
                </a:lnTo>
                <a:lnTo>
                  <a:pt x="713900" y="249793"/>
                </a:lnTo>
                <a:lnTo>
                  <a:pt x="744978" y="249793"/>
                </a:lnTo>
                <a:lnTo>
                  <a:pt x="744978" y="119912"/>
                </a:lnTo>
                <a:lnTo>
                  <a:pt x="733250" y="119912"/>
                </a:lnTo>
                <a:lnTo>
                  <a:pt x="733250" y="93232"/>
                </a:lnTo>
                <a:lnTo>
                  <a:pt x="744978" y="93232"/>
                </a:lnTo>
                <a:lnTo>
                  <a:pt x="744978" y="11727"/>
                </a:lnTo>
                <a:close/>
              </a:path>
              <a:path w="1424305" h="269875">
                <a:moveTo>
                  <a:pt x="656143" y="30491"/>
                </a:moveTo>
                <a:lnTo>
                  <a:pt x="623306" y="30491"/>
                </a:lnTo>
                <a:lnTo>
                  <a:pt x="623306" y="75055"/>
                </a:lnTo>
                <a:lnTo>
                  <a:pt x="623035" y="84986"/>
                </a:lnTo>
                <a:lnTo>
                  <a:pt x="622344" y="93232"/>
                </a:lnTo>
                <a:lnTo>
                  <a:pt x="622232" y="94552"/>
                </a:lnTo>
                <a:lnTo>
                  <a:pt x="622207" y="94845"/>
                </a:lnTo>
                <a:lnTo>
                  <a:pt x="608519" y="139280"/>
                </a:lnTo>
                <a:lnTo>
                  <a:pt x="581710" y="176258"/>
                </a:lnTo>
                <a:lnTo>
                  <a:pt x="572292" y="186465"/>
                </a:lnTo>
                <a:lnTo>
                  <a:pt x="592229" y="208161"/>
                </a:lnTo>
                <a:lnTo>
                  <a:pt x="617736" y="176790"/>
                </a:lnTo>
                <a:lnTo>
                  <a:pt x="638387" y="135542"/>
                </a:lnTo>
                <a:lnTo>
                  <a:pt x="639692" y="131359"/>
                </a:lnTo>
                <a:lnTo>
                  <a:pt x="637672" y="124896"/>
                </a:lnTo>
                <a:lnTo>
                  <a:pt x="635033" y="114928"/>
                </a:lnTo>
                <a:lnTo>
                  <a:pt x="632688" y="104373"/>
                </a:lnTo>
                <a:lnTo>
                  <a:pt x="658752" y="104373"/>
                </a:lnTo>
                <a:lnTo>
                  <a:pt x="658712" y="104190"/>
                </a:lnTo>
                <a:lnTo>
                  <a:pt x="656143" y="75055"/>
                </a:lnTo>
                <a:lnTo>
                  <a:pt x="656143" y="30491"/>
                </a:lnTo>
                <a:close/>
              </a:path>
              <a:path w="1424305" h="269875">
                <a:moveTo>
                  <a:pt x="658752" y="104373"/>
                </a:moveTo>
                <a:lnTo>
                  <a:pt x="646468" y="104373"/>
                </a:lnTo>
                <a:lnTo>
                  <a:pt x="644217" y="114928"/>
                </a:lnTo>
                <a:lnTo>
                  <a:pt x="644104" y="115459"/>
                </a:lnTo>
                <a:lnTo>
                  <a:pt x="641410" y="125849"/>
                </a:lnTo>
                <a:lnTo>
                  <a:pt x="639692" y="131359"/>
                </a:lnTo>
                <a:lnTo>
                  <a:pt x="640604" y="134278"/>
                </a:lnTo>
                <a:lnTo>
                  <a:pt x="643829" y="143074"/>
                </a:lnTo>
                <a:lnTo>
                  <a:pt x="666716" y="182617"/>
                </a:lnTo>
                <a:lnTo>
                  <a:pt x="687220" y="206695"/>
                </a:lnTo>
                <a:lnTo>
                  <a:pt x="707157" y="184413"/>
                </a:lnTo>
                <a:lnTo>
                  <a:pt x="697738" y="174481"/>
                </a:lnTo>
                <a:lnTo>
                  <a:pt x="689419" y="164916"/>
                </a:lnTo>
                <a:lnTo>
                  <a:pt x="666624" y="129661"/>
                </a:lnTo>
                <a:lnTo>
                  <a:pt x="660541" y="112582"/>
                </a:lnTo>
                <a:lnTo>
                  <a:pt x="658752" y="104373"/>
                </a:lnTo>
                <a:close/>
              </a:path>
              <a:path w="1424305" h="269875">
                <a:moveTo>
                  <a:pt x="646468" y="104373"/>
                </a:moveTo>
                <a:lnTo>
                  <a:pt x="632688" y="104373"/>
                </a:lnTo>
                <a:lnTo>
                  <a:pt x="635033" y="114928"/>
                </a:lnTo>
                <a:lnTo>
                  <a:pt x="637672" y="124896"/>
                </a:lnTo>
                <a:lnTo>
                  <a:pt x="639692" y="131359"/>
                </a:lnTo>
                <a:lnTo>
                  <a:pt x="641410" y="125849"/>
                </a:lnTo>
                <a:lnTo>
                  <a:pt x="644104" y="115459"/>
                </a:lnTo>
                <a:lnTo>
                  <a:pt x="646468" y="104373"/>
                </a:lnTo>
                <a:close/>
              </a:path>
              <a:path w="1424305" h="269875">
                <a:moveTo>
                  <a:pt x="713900" y="93232"/>
                </a:moveTo>
                <a:lnTo>
                  <a:pt x="676959" y="93232"/>
                </a:lnTo>
                <a:lnTo>
                  <a:pt x="676959" y="119912"/>
                </a:lnTo>
                <a:lnTo>
                  <a:pt x="713900" y="119912"/>
                </a:lnTo>
                <a:lnTo>
                  <a:pt x="713900" y="93232"/>
                </a:lnTo>
                <a:close/>
              </a:path>
              <a:path w="1424305" h="269875">
                <a:moveTo>
                  <a:pt x="744978" y="93232"/>
                </a:moveTo>
                <a:lnTo>
                  <a:pt x="733250" y="93232"/>
                </a:lnTo>
                <a:lnTo>
                  <a:pt x="733250" y="119912"/>
                </a:lnTo>
                <a:lnTo>
                  <a:pt x="744978" y="119912"/>
                </a:lnTo>
                <a:lnTo>
                  <a:pt x="744978" y="93232"/>
                </a:lnTo>
                <a:close/>
              </a:path>
              <a:path w="1424305" h="269875">
                <a:moveTo>
                  <a:pt x="798924" y="9381"/>
                </a:moveTo>
                <a:lnTo>
                  <a:pt x="767260" y="9381"/>
                </a:lnTo>
                <a:lnTo>
                  <a:pt x="767260" y="259761"/>
                </a:lnTo>
                <a:lnTo>
                  <a:pt x="798924" y="259761"/>
                </a:lnTo>
                <a:lnTo>
                  <a:pt x="798924" y="9381"/>
                </a:lnTo>
                <a:close/>
              </a:path>
              <a:path w="1424305" h="269875">
                <a:moveTo>
                  <a:pt x="960892" y="163890"/>
                </a:moveTo>
                <a:lnTo>
                  <a:pt x="928055" y="163890"/>
                </a:lnTo>
                <a:lnTo>
                  <a:pt x="928055" y="259468"/>
                </a:lnTo>
                <a:lnTo>
                  <a:pt x="960892" y="259468"/>
                </a:lnTo>
                <a:lnTo>
                  <a:pt x="960892" y="163890"/>
                </a:lnTo>
                <a:close/>
              </a:path>
              <a:path w="1424305" h="269875">
                <a:moveTo>
                  <a:pt x="1061161" y="152455"/>
                </a:moveTo>
                <a:lnTo>
                  <a:pt x="827786" y="152455"/>
                </a:lnTo>
                <a:lnTo>
                  <a:pt x="827786" y="179428"/>
                </a:lnTo>
                <a:lnTo>
                  <a:pt x="928055" y="179428"/>
                </a:lnTo>
                <a:lnTo>
                  <a:pt x="928055" y="163890"/>
                </a:lnTo>
                <a:lnTo>
                  <a:pt x="1061161" y="163890"/>
                </a:lnTo>
                <a:lnTo>
                  <a:pt x="1061161" y="152455"/>
                </a:lnTo>
                <a:close/>
              </a:path>
              <a:path w="1424305" h="269875">
                <a:moveTo>
                  <a:pt x="1061161" y="163890"/>
                </a:moveTo>
                <a:lnTo>
                  <a:pt x="960892" y="163890"/>
                </a:lnTo>
                <a:lnTo>
                  <a:pt x="960892" y="179428"/>
                </a:lnTo>
                <a:lnTo>
                  <a:pt x="1061161" y="179428"/>
                </a:lnTo>
                <a:lnTo>
                  <a:pt x="1061161" y="163890"/>
                </a:lnTo>
                <a:close/>
              </a:path>
              <a:path w="1424305" h="269875">
                <a:moveTo>
                  <a:pt x="889061" y="17004"/>
                </a:moveTo>
                <a:lnTo>
                  <a:pt x="856518" y="17004"/>
                </a:lnTo>
                <a:lnTo>
                  <a:pt x="856518" y="128414"/>
                </a:lnTo>
                <a:lnTo>
                  <a:pt x="1032429" y="128414"/>
                </a:lnTo>
                <a:lnTo>
                  <a:pt x="1032429" y="102321"/>
                </a:lnTo>
                <a:lnTo>
                  <a:pt x="889061" y="102321"/>
                </a:lnTo>
                <a:lnTo>
                  <a:pt x="889061" y="73003"/>
                </a:lnTo>
                <a:lnTo>
                  <a:pt x="862675" y="73003"/>
                </a:lnTo>
                <a:lnTo>
                  <a:pt x="862675" y="47202"/>
                </a:lnTo>
                <a:lnTo>
                  <a:pt x="889061" y="47202"/>
                </a:lnTo>
                <a:lnTo>
                  <a:pt x="889061" y="17004"/>
                </a:lnTo>
                <a:close/>
              </a:path>
              <a:path w="1424305" h="269875">
                <a:moveTo>
                  <a:pt x="1032429" y="17004"/>
                </a:moveTo>
                <a:lnTo>
                  <a:pt x="1000178" y="17004"/>
                </a:lnTo>
                <a:lnTo>
                  <a:pt x="1000178" y="102321"/>
                </a:lnTo>
                <a:lnTo>
                  <a:pt x="1032429" y="102321"/>
                </a:lnTo>
                <a:lnTo>
                  <a:pt x="1032429" y="73003"/>
                </a:lnTo>
                <a:lnTo>
                  <a:pt x="1026565" y="73003"/>
                </a:lnTo>
                <a:lnTo>
                  <a:pt x="1026565" y="47202"/>
                </a:lnTo>
                <a:lnTo>
                  <a:pt x="1032429" y="47202"/>
                </a:lnTo>
                <a:lnTo>
                  <a:pt x="1032429" y="17004"/>
                </a:lnTo>
                <a:close/>
              </a:path>
              <a:path w="1424305" h="269875">
                <a:moveTo>
                  <a:pt x="889061" y="47202"/>
                </a:moveTo>
                <a:lnTo>
                  <a:pt x="862675" y="47202"/>
                </a:lnTo>
                <a:lnTo>
                  <a:pt x="862675" y="73003"/>
                </a:lnTo>
                <a:lnTo>
                  <a:pt x="889061" y="73003"/>
                </a:lnTo>
                <a:lnTo>
                  <a:pt x="889061" y="47202"/>
                </a:lnTo>
                <a:close/>
              </a:path>
              <a:path w="1424305" h="269875">
                <a:moveTo>
                  <a:pt x="1000178" y="47202"/>
                </a:moveTo>
                <a:lnTo>
                  <a:pt x="889061" y="47202"/>
                </a:lnTo>
                <a:lnTo>
                  <a:pt x="889061" y="73003"/>
                </a:lnTo>
                <a:lnTo>
                  <a:pt x="1000178" y="73003"/>
                </a:lnTo>
                <a:lnTo>
                  <a:pt x="1000178" y="47202"/>
                </a:lnTo>
                <a:close/>
              </a:path>
              <a:path w="1424305" h="269875">
                <a:moveTo>
                  <a:pt x="1032429" y="47202"/>
                </a:moveTo>
                <a:lnTo>
                  <a:pt x="1026565" y="47202"/>
                </a:lnTo>
                <a:lnTo>
                  <a:pt x="1026565" y="73003"/>
                </a:lnTo>
                <a:lnTo>
                  <a:pt x="1032429" y="73003"/>
                </a:lnTo>
                <a:lnTo>
                  <a:pt x="1032429" y="47202"/>
                </a:lnTo>
                <a:close/>
              </a:path>
              <a:path w="1424305" h="269875">
                <a:moveTo>
                  <a:pt x="1288829" y="0"/>
                </a:moveTo>
                <a:lnTo>
                  <a:pt x="1245677" y="5607"/>
                </a:lnTo>
                <a:lnTo>
                  <a:pt x="1209891" y="22062"/>
                </a:lnTo>
                <a:lnTo>
                  <a:pt x="1174779" y="58197"/>
                </a:lnTo>
                <a:lnTo>
                  <a:pt x="1159239" y="93819"/>
                </a:lnTo>
                <a:lnTo>
                  <a:pt x="1153965" y="134883"/>
                </a:lnTo>
                <a:lnTo>
                  <a:pt x="1154551" y="149102"/>
                </a:lnTo>
                <a:lnTo>
                  <a:pt x="1163346" y="188517"/>
                </a:lnTo>
                <a:lnTo>
                  <a:pt x="1182036" y="221830"/>
                </a:lnTo>
                <a:lnTo>
                  <a:pt x="1220939" y="253971"/>
                </a:lnTo>
                <a:lnTo>
                  <a:pt x="1259291" y="267164"/>
                </a:lnTo>
                <a:lnTo>
                  <a:pt x="1288829" y="269729"/>
                </a:lnTo>
                <a:lnTo>
                  <a:pt x="1304110" y="269088"/>
                </a:lnTo>
                <a:lnTo>
                  <a:pt x="1345121" y="259468"/>
                </a:lnTo>
                <a:lnTo>
                  <a:pt x="1360239" y="252138"/>
                </a:lnTo>
                <a:lnTo>
                  <a:pt x="1288829" y="252138"/>
                </a:lnTo>
                <a:lnTo>
                  <a:pt x="1271762" y="251222"/>
                </a:lnTo>
                <a:lnTo>
                  <a:pt x="1271527" y="251222"/>
                </a:lnTo>
                <a:lnTo>
                  <a:pt x="1255681" y="248473"/>
                </a:lnTo>
                <a:lnTo>
                  <a:pt x="1255492" y="248473"/>
                </a:lnTo>
                <a:lnTo>
                  <a:pt x="1214380" y="228995"/>
                </a:lnTo>
                <a:lnTo>
                  <a:pt x="1186508" y="195847"/>
                </a:lnTo>
                <a:lnTo>
                  <a:pt x="1176019" y="167628"/>
                </a:lnTo>
                <a:lnTo>
                  <a:pt x="1175953" y="167408"/>
                </a:lnTo>
                <a:lnTo>
                  <a:pt x="1173336" y="151777"/>
                </a:lnTo>
                <a:lnTo>
                  <a:pt x="1172450" y="135158"/>
                </a:lnTo>
                <a:lnTo>
                  <a:pt x="1172436" y="134883"/>
                </a:lnTo>
                <a:lnTo>
                  <a:pt x="1173182" y="120627"/>
                </a:lnTo>
                <a:lnTo>
                  <a:pt x="1186508" y="74175"/>
                </a:lnTo>
                <a:lnTo>
                  <a:pt x="1214380" y="41027"/>
                </a:lnTo>
                <a:lnTo>
                  <a:pt x="1255408" y="21622"/>
                </a:lnTo>
                <a:lnTo>
                  <a:pt x="1288829" y="17884"/>
                </a:lnTo>
                <a:lnTo>
                  <a:pt x="1360876" y="17884"/>
                </a:lnTo>
                <a:lnTo>
                  <a:pt x="1356831" y="15483"/>
                </a:lnTo>
                <a:lnTo>
                  <a:pt x="1344828" y="9968"/>
                </a:lnTo>
                <a:lnTo>
                  <a:pt x="1331982" y="5607"/>
                </a:lnTo>
                <a:lnTo>
                  <a:pt x="1318368" y="2491"/>
                </a:lnTo>
                <a:lnTo>
                  <a:pt x="1303984" y="622"/>
                </a:lnTo>
                <a:lnTo>
                  <a:pt x="1288829" y="0"/>
                </a:lnTo>
                <a:close/>
              </a:path>
              <a:path w="1424305" h="269875">
                <a:moveTo>
                  <a:pt x="1360876" y="17884"/>
                </a:moveTo>
                <a:lnTo>
                  <a:pt x="1288829" y="17884"/>
                </a:lnTo>
                <a:lnTo>
                  <a:pt x="1306238" y="18818"/>
                </a:lnTo>
                <a:lnTo>
                  <a:pt x="1322400" y="21622"/>
                </a:lnTo>
                <a:lnTo>
                  <a:pt x="1363279" y="40899"/>
                </a:lnTo>
                <a:lnTo>
                  <a:pt x="1391151" y="73882"/>
                </a:lnTo>
                <a:lnTo>
                  <a:pt x="1404344" y="117970"/>
                </a:lnTo>
                <a:lnTo>
                  <a:pt x="1405223" y="134883"/>
                </a:lnTo>
                <a:lnTo>
                  <a:pt x="1404344" y="151777"/>
                </a:lnTo>
                <a:lnTo>
                  <a:pt x="1401742" y="167408"/>
                </a:lnTo>
                <a:lnTo>
                  <a:pt x="1401706" y="167628"/>
                </a:lnTo>
                <a:lnTo>
                  <a:pt x="1397389" y="182140"/>
                </a:lnTo>
                <a:lnTo>
                  <a:pt x="1397308" y="182415"/>
                </a:lnTo>
                <a:lnTo>
                  <a:pt x="1374221" y="219668"/>
                </a:lnTo>
                <a:lnTo>
                  <a:pt x="1337316" y="243892"/>
                </a:lnTo>
                <a:lnTo>
                  <a:pt x="1288829" y="252138"/>
                </a:lnTo>
                <a:lnTo>
                  <a:pt x="1360239" y="252138"/>
                </a:lnTo>
                <a:lnTo>
                  <a:pt x="1395896" y="221830"/>
                </a:lnTo>
                <a:lnTo>
                  <a:pt x="1418416" y="175929"/>
                </a:lnTo>
                <a:lnTo>
                  <a:pt x="1423682" y="135158"/>
                </a:lnTo>
                <a:lnTo>
                  <a:pt x="1423694" y="134883"/>
                </a:lnTo>
                <a:lnTo>
                  <a:pt x="1423242" y="123888"/>
                </a:lnTo>
                <a:lnTo>
                  <a:pt x="1423211" y="123137"/>
                </a:lnTo>
                <a:lnTo>
                  <a:pt x="1423108" y="120627"/>
                </a:lnTo>
                <a:lnTo>
                  <a:pt x="1414312" y="81212"/>
                </a:lnTo>
                <a:lnTo>
                  <a:pt x="1395622" y="47898"/>
                </a:lnTo>
                <a:lnTo>
                  <a:pt x="1367917" y="22062"/>
                </a:lnTo>
                <a:lnTo>
                  <a:pt x="1360876" y="17884"/>
                </a:lnTo>
                <a:close/>
              </a:path>
              <a:path w="1424305" h="269875">
                <a:moveTo>
                  <a:pt x="1335162" y="75348"/>
                </a:moveTo>
                <a:lnTo>
                  <a:pt x="1296546" y="75348"/>
                </a:lnTo>
                <a:lnTo>
                  <a:pt x="1302808" y="77303"/>
                </a:lnTo>
                <a:lnTo>
                  <a:pt x="1311792" y="85120"/>
                </a:lnTo>
                <a:lnTo>
                  <a:pt x="1314043" y="91473"/>
                </a:lnTo>
                <a:lnTo>
                  <a:pt x="1314043" y="107109"/>
                </a:lnTo>
                <a:lnTo>
                  <a:pt x="1288829" y="141314"/>
                </a:lnTo>
                <a:lnTo>
                  <a:pt x="1234590" y="197313"/>
                </a:lnTo>
                <a:lnTo>
                  <a:pt x="1234590" y="215490"/>
                </a:lnTo>
                <a:lnTo>
                  <a:pt x="1343069" y="215490"/>
                </a:lnTo>
                <a:lnTo>
                  <a:pt x="1343069" y="202590"/>
                </a:lnTo>
                <a:lnTo>
                  <a:pt x="1261856" y="202590"/>
                </a:lnTo>
                <a:lnTo>
                  <a:pt x="1258045" y="192622"/>
                </a:lnTo>
                <a:lnTo>
                  <a:pt x="1271164" y="192622"/>
                </a:lnTo>
                <a:lnTo>
                  <a:pt x="1303195" y="158319"/>
                </a:lnTo>
                <a:lnTo>
                  <a:pt x="1309558" y="151777"/>
                </a:lnTo>
                <a:lnTo>
                  <a:pt x="1335058" y="123137"/>
                </a:lnTo>
                <a:lnTo>
                  <a:pt x="1341759" y="107109"/>
                </a:lnTo>
                <a:lnTo>
                  <a:pt x="1341799" y="106939"/>
                </a:lnTo>
                <a:lnTo>
                  <a:pt x="1341896" y="100269"/>
                </a:lnTo>
                <a:lnTo>
                  <a:pt x="1340979" y="89971"/>
                </a:lnTo>
                <a:lnTo>
                  <a:pt x="1338230" y="80772"/>
                </a:lnTo>
                <a:lnTo>
                  <a:pt x="1335162" y="75348"/>
                </a:lnTo>
                <a:close/>
              </a:path>
              <a:path w="1424305" h="269875">
                <a:moveTo>
                  <a:pt x="1271164" y="192622"/>
                </a:moveTo>
                <a:lnTo>
                  <a:pt x="1258045" y="192622"/>
                </a:lnTo>
                <a:lnTo>
                  <a:pt x="1261856" y="202590"/>
                </a:lnTo>
                <a:lnTo>
                  <a:pt x="1271164" y="192622"/>
                </a:lnTo>
                <a:close/>
              </a:path>
              <a:path w="1424305" h="269875">
                <a:moveTo>
                  <a:pt x="1343069" y="192622"/>
                </a:moveTo>
                <a:lnTo>
                  <a:pt x="1271164" y="192622"/>
                </a:lnTo>
                <a:lnTo>
                  <a:pt x="1261856" y="202590"/>
                </a:lnTo>
                <a:lnTo>
                  <a:pt x="1343069" y="202590"/>
                </a:lnTo>
                <a:lnTo>
                  <a:pt x="1343069" y="192622"/>
                </a:lnTo>
                <a:close/>
              </a:path>
              <a:path w="1424305" h="269875">
                <a:moveTo>
                  <a:pt x="1289416" y="52773"/>
                </a:moveTo>
                <a:lnTo>
                  <a:pt x="1249468" y="66699"/>
                </a:lnTo>
                <a:lnTo>
                  <a:pt x="1234649" y="102174"/>
                </a:lnTo>
                <a:lnTo>
                  <a:pt x="1234590" y="103201"/>
                </a:lnTo>
                <a:lnTo>
                  <a:pt x="1262443" y="103201"/>
                </a:lnTo>
                <a:lnTo>
                  <a:pt x="1262505" y="100269"/>
                </a:lnTo>
                <a:lnTo>
                  <a:pt x="1262599" y="95834"/>
                </a:lnTo>
                <a:lnTo>
                  <a:pt x="1262642" y="93819"/>
                </a:lnTo>
                <a:lnTo>
                  <a:pt x="1264788" y="86880"/>
                </a:lnTo>
                <a:lnTo>
                  <a:pt x="1273196" y="77693"/>
                </a:lnTo>
                <a:lnTo>
                  <a:pt x="1279741" y="75348"/>
                </a:lnTo>
                <a:lnTo>
                  <a:pt x="1335162" y="75348"/>
                </a:lnTo>
                <a:lnTo>
                  <a:pt x="1333649" y="72673"/>
                </a:lnTo>
                <a:lnTo>
                  <a:pt x="1327237" y="65673"/>
                </a:lnTo>
                <a:lnTo>
                  <a:pt x="1319484" y="60029"/>
                </a:lnTo>
                <a:lnTo>
                  <a:pt x="1310596" y="55998"/>
                </a:lnTo>
                <a:lnTo>
                  <a:pt x="1300573" y="53579"/>
                </a:lnTo>
                <a:lnTo>
                  <a:pt x="1289416" y="52773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0180" y="1436354"/>
            <a:ext cx="13441726" cy="47294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56506" y="2136060"/>
            <a:ext cx="838200" cy="52705"/>
          </a:xfrm>
          <a:custGeom>
            <a:avLst/>
            <a:gdLst/>
            <a:ahLst/>
            <a:cxnLst/>
            <a:rect l="l" t="t" r="r" b="b"/>
            <a:pathLst>
              <a:path w="838200" h="52705">
                <a:moveTo>
                  <a:pt x="811493" y="0"/>
                </a:moveTo>
                <a:lnTo>
                  <a:pt x="26177" y="0"/>
                </a:lnTo>
                <a:lnTo>
                  <a:pt x="15987" y="2057"/>
                </a:lnTo>
                <a:lnTo>
                  <a:pt x="7667" y="7667"/>
                </a:lnTo>
                <a:lnTo>
                  <a:pt x="2057" y="15987"/>
                </a:lnTo>
                <a:lnTo>
                  <a:pt x="0" y="26177"/>
                </a:lnTo>
                <a:lnTo>
                  <a:pt x="2057" y="36366"/>
                </a:lnTo>
                <a:lnTo>
                  <a:pt x="7667" y="44687"/>
                </a:lnTo>
                <a:lnTo>
                  <a:pt x="15987" y="50297"/>
                </a:lnTo>
                <a:lnTo>
                  <a:pt x="26177" y="52354"/>
                </a:lnTo>
                <a:lnTo>
                  <a:pt x="811493" y="52354"/>
                </a:lnTo>
                <a:lnTo>
                  <a:pt x="821682" y="50297"/>
                </a:lnTo>
                <a:lnTo>
                  <a:pt x="830003" y="44687"/>
                </a:lnTo>
                <a:lnTo>
                  <a:pt x="835613" y="36366"/>
                </a:lnTo>
                <a:lnTo>
                  <a:pt x="837670" y="26177"/>
                </a:lnTo>
                <a:lnTo>
                  <a:pt x="835613" y="15987"/>
                </a:lnTo>
                <a:lnTo>
                  <a:pt x="830003" y="7667"/>
                </a:lnTo>
                <a:lnTo>
                  <a:pt x="821682" y="2057"/>
                </a:lnTo>
                <a:lnTo>
                  <a:pt x="811493" y="0"/>
                </a:lnTo>
                <a:close/>
              </a:path>
            </a:pathLst>
          </a:custGeom>
          <a:solidFill>
            <a:srgbClr val="1BAF7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7918" y="2963260"/>
            <a:ext cx="104708" cy="1047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1940" y="2893105"/>
            <a:ext cx="7263527" cy="24685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81188" y="2849002"/>
            <a:ext cx="3857777" cy="2364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18139" y="3394116"/>
            <a:ext cx="3722651" cy="2857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92791" y="3427120"/>
            <a:ext cx="1943575" cy="2476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7918" y="4115058"/>
            <a:ext cx="104708" cy="1047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16458" y="4046211"/>
            <a:ext cx="4032898" cy="22617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14728" y="4479172"/>
            <a:ext cx="3811996" cy="21607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09186" y="4844501"/>
            <a:ext cx="4743457" cy="21676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17961" y="5793959"/>
            <a:ext cx="3081728" cy="18093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50936" y="6267174"/>
            <a:ext cx="7101640" cy="20679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638419" y="3392566"/>
            <a:ext cx="7643746" cy="49003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061161" y="8638103"/>
            <a:ext cx="5426211" cy="25829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17961" y="8809574"/>
            <a:ext cx="6522377" cy="196433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1256499" y="10043636"/>
            <a:ext cx="17591405" cy="16510"/>
          </a:xfrm>
          <a:custGeom>
            <a:avLst/>
            <a:gdLst/>
            <a:ahLst/>
            <a:cxnLst/>
            <a:rect l="l" t="t" r="r" b="b"/>
            <a:pathLst>
              <a:path w="17591405" h="16509">
                <a:moveTo>
                  <a:pt x="17591088" y="0"/>
                </a:moveTo>
                <a:lnTo>
                  <a:pt x="0" y="0"/>
                </a:lnTo>
                <a:lnTo>
                  <a:pt x="0" y="8890"/>
                </a:lnTo>
                <a:lnTo>
                  <a:pt x="0" y="16510"/>
                </a:lnTo>
                <a:lnTo>
                  <a:pt x="17591088" y="16510"/>
                </a:lnTo>
                <a:lnTo>
                  <a:pt x="17591088" y="8890"/>
                </a:lnTo>
                <a:lnTo>
                  <a:pt x="17591088" y="0"/>
                </a:lnTo>
                <a:close/>
              </a:path>
            </a:pathLst>
          </a:custGeom>
          <a:solidFill>
            <a:srgbClr val="EEED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355933" y="10241573"/>
            <a:ext cx="455295" cy="178435"/>
          </a:xfrm>
          <a:custGeom>
            <a:avLst/>
            <a:gdLst/>
            <a:ahLst/>
            <a:cxnLst/>
            <a:rect l="l" t="t" r="r" b="b"/>
            <a:pathLst>
              <a:path w="455294" h="178434">
                <a:moveTo>
                  <a:pt x="78669" y="7957"/>
                </a:moveTo>
                <a:lnTo>
                  <a:pt x="58146" y="7957"/>
                </a:lnTo>
                <a:lnTo>
                  <a:pt x="22126" y="56751"/>
                </a:lnTo>
                <a:lnTo>
                  <a:pt x="2022" y="94028"/>
                </a:lnTo>
                <a:lnTo>
                  <a:pt x="193" y="103177"/>
                </a:lnTo>
                <a:lnTo>
                  <a:pt x="68" y="104080"/>
                </a:lnTo>
                <a:lnTo>
                  <a:pt x="12703" y="144707"/>
                </a:lnTo>
                <a:lnTo>
                  <a:pt x="49560" y="158110"/>
                </a:lnTo>
                <a:lnTo>
                  <a:pt x="57125" y="157743"/>
                </a:lnTo>
                <a:lnTo>
                  <a:pt x="89140" y="142822"/>
                </a:lnTo>
                <a:lnTo>
                  <a:pt x="49560" y="142822"/>
                </a:lnTo>
                <a:lnTo>
                  <a:pt x="41668" y="142272"/>
                </a:lnTo>
                <a:lnTo>
                  <a:pt x="17519" y="120065"/>
                </a:lnTo>
                <a:lnTo>
                  <a:pt x="17519" y="100101"/>
                </a:lnTo>
                <a:lnTo>
                  <a:pt x="20311" y="92283"/>
                </a:lnTo>
                <a:lnTo>
                  <a:pt x="31620" y="80974"/>
                </a:lnTo>
                <a:lnTo>
                  <a:pt x="39508" y="78112"/>
                </a:lnTo>
                <a:lnTo>
                  <a:pt x="89350" y="78112"/>
                </a:lnTo>
                <a:lnTo>
                  <a:pt x="88302" y="77065"/>
                </a:lnTo>
                <a:lnTo>
                  <a:pt x="27362" y="77065"/>
                </a:lnTo>
                <a:lnTo>
                  <a:pt x="26105" y="70154"/>
                </a:lnTo>
                <a:lnTo>
                  <a:pt x="28199" y="68898"/>
                </a:lnTo>
                <a:lnTo>
                  <a:pt x="30433" y="67711"/>
                </a:lnTo>
                <a:lnTo>
                  <a:pt x="35180" y="65477"/>
                </a:lnTo>
                <a:lnTo>
                  <a:pt x="36223" y="65130"/>
                </a:lnTo>
                <a:lnTo>
                  <a:pt x="78669" y="7957"/>
                </a:lnTo>
                <a:close/>
              </a:path>
              <a:path w="455294" h="178434">
                <a:moveTo>
                  <a:pt x="89350" y="78112"/>
                </a:moveTo>
                <a:lnTo>
                  <a:pt x="49560" y="78112"/>
                </a:lnTo>
                <a:lnTo>
                  <a:pt x="57269" y="78649"/>
                </a:lnTo>
                <a:lnTo>
                  <a:pt x="63853" y="80259"/>
                </a:lnTo>
                <a:lnTo>
                  <a:pt x="69311" y="82942"/>
                </a:lnTo>
                <a:lnTo>
                  <a:pt x="73643" y="86698"/>
                </a:lnTo>
                <a:lnTo>
                  <a:pt x="78669" y="92283"/>
                </a:lnTo>
                <a:lnTo>
                  <a:pt x="81182" y="100101"/>
                </a:lnTo>
                <a:lnTo>
                  <a:pt x="81182" y="120065"/>
                </a:lnTo>
                <a:lnTo>
                  <a:pt x="49560" y="142822"/>
                </a:lnTo>
                <a:lnTo>
                  <a:pt x="89140" y="142822"/>
                </a:lnTo>
                <a:lnTo>
                  <a:pt x="98983" y="110153"/>
                </a:lnTo>
                <a:lnTo>
                  <a:pt x="98664" y="104080"/>
                </a:lnTo>
                <a:lnTo>
                  <a:pt x="98616" y="103177"/>
                </a:lnTo>
                <a:lnTo>
                  <a:pt x="97517" y="96698"/>
                </a:lnTo>
                <a:lnTo>
                  <a:pt x="95684" y="90716"/>
                </a:lnTo>
                <a:lnTo>
                  <a:pt x="93119" y="85232"/>
                </a:lnTo>
                <a:lnTo>
                  <a:pt x="89350" y="78112"/>
                </a:lnTo>
                <a:close/>
              </a:path>
              <a:path w="455294" h="178434">
                <a:moveTo>
                  <a:pt x="36223" y="65130"/>
                </a:moveTo>
                <a:lnTo>
                  <a:pt x="35180" y="65477"/>
                </a:lnTo>
                <a:lnTo>
                  <a:pt x="30433" y="67711"/>
                </a:lnTo>
                <a:lnTo>
                  <a:pt x="28199" y="68898"/>
                </a:lnTo>
                <a:lnTo>
                  <a:pt x="26105" y="70154"/>
                </a:lnTo>
                <a:lnTo>
                  <a:pt x="27362" y="77065"/>
                </a:lnTo>
                <a:lnTo>
                  <a:pt x="36223" y="65130"/>
                </a:lnTo>
                <a:close/>
              </a:path>
              <a:path w="455294" h="178434">
                <a:moveTo>
                  <a:pt x="51235" y="62825"/>
                </a:moveTo>
                <a:lnTo>
                  <a:pt x="47466" y="62825"/>
                </a:lnTo>
                <a:lnTo>
                  <a:pt x="43968" y="63191"/>
                </a:lnTo>
                <a:lnTo>
                  <a:pt x="37902" y="64570"/>
                </a:lnTo>
                <a:lnTo>
                  <a:pt x="36223" y="65130"/>
                </a:lnTo>
                <a:lnTo>
                  <a:pt x="27362" y="77065"/>
                </a:lnTo>
                <a:lnTo>
                  <a:pt x="88302" y="77065"/>
                </a:lnTo>
                <a:lnTo>
                  <a:pt x="51235" y="62825"/>
                </a:lnTo>
                <a:close/>
              </a:path>
              <a:path w="455294" h="178434">
                <a:moveTo>
                  <a:pt x="232100" y="0"/>
                </a:moveTo>
                <a:lnTo>
                  <a:pt x="215556" y="0"/>
                </a:lnTo>
                <a:lnTo>
                  <a:pt x="167390" y="178214"/>
                </a:lnTo>
                <a:lnTo>
                  <a:pt x="183934" y="178214"/>
                </a:lnTo>
                <a:lnTo>
                  <a:pt x="232100" y="0"/>
                </a:lnTo>
                <a:close/>
              </a:path>
              <a:path w="455294" h="178434">
                <a:moveTo>
                  <a:pt x="352906" y="18428"/>
                </a:moveTo>
                <a:lnTo>
                  <a:pt x="335107" y="18428"/>
                </a:lnTo>
                <a:lnTo>
                  <a:pt x="344530" y="19894"/>
                </a:lnTo>
                <a:lnTo>
                  <a:pt x="335107" y="26162"/>
                </a:lnTo>
                <a:lnTo>
                  <a:pt x="335107" y="156015"/>
                </a:lnTo>
                <a:lnTo>
                  <a:pt x="352906" y="156015"/>
                </a:lnTo>
                <a:lnTo>
                  <a:pt x="352906" y="18428"/>
                </a:lnTo>
                <a:close/>
              </a:path>
              <a:path w="455294" h="178434">
                <a:moveTo>
                  <a:pt x="352906" y="7957"/>
                </a:moveTo>
                <a:lnTo>
                  <a:pt x="334897" y="7957"/>
                </a:lnTo>
                <a:lnTo>
                  <a:pt x="298248" y="32668"/>
                </a:lnTo>
                <a:lnTo>
                  <a:pt x="298248" y="50678"/>
                </a:lnTo>
                <a:lnTo>
                  <a:pt x="335107" y="26162"/>
                </a:lnTo>
                <a:lnTo>
                  <a:pt x="335107" y="18428"/>
                </a:lnTo>
                <a:lnTo>
                  <a:pt x="352906" y="18428"/>
                </a:lnTo>
                <a:lnTo>
                  <a:pt x="352906" y="7957"/>
                </a:lnTo>
                <a:close/>
              </a:path>
              <a:path w="455294" h="178434">
                <a:moveTo>
                  <a:pt x="335107" y="18428"/>
                </a:moveTo>
                <a:lnTo>
                  <a:pt x="335107" y="26162"/>
                </a:lnTo>
                <a:lnTo>
                  <a:pt x="344530" y="19894"/>
                </a:lnTo>
                <a:lnTo>
                  <a:pt x="335107" y="18428"/>
                </a:lnTo>
                <a:close/>
              </a:path>
              <a:path w="455294" h="178434">
                <a:moveTo>
                  <a:pt x="455162" y="18428"/>
                </a:moveTo>
                <a:lnTo>
                  <a:pt x="437361" y="18428"/>
                </a:lnTo>
                <a:lnTo>
                  <a:pt x="446785" y="19894"/>
                </a:lnTo>
                <a:lnTo>
                  <a:pt x="437361" y="26162"/>
                </a:lnTo>
                <a:lnTo>
                  <a:pt x="437361" y="156015"/>
                </a:lnTo>
                <a:lnTo>
                  <a:pt x="455162" y="156015"/>
                </a:lnTo>
                <a:lnTo>
                  <a:pt x="455162" y="18428"/>
                </a:lnTo>
                <a:close/>
              </a:path>
              <a:path w="455294" h="178434">
                <a:moveTo>
                  <a:pt x="455162" y="7957"/>
                </a:moveTo>
                <a:lnTo>
                  <a:pt x="437152" y="7957"/>
                </a:lnTo>
                <a:lnTo>
                  <a:pt x="400503" y="32668"/>
                </a:lnTo>
                <a:lnTo>
                  <a:pt x="400503" y="50678"/>
                </a:lnTo>
                <a:lnTo>
                  <a:pt x="437361" y="26162"/>
                </a:lnTo>
                <a:lnTo>
                  <a:pt x="437361" y="18428"/>
                </a:lnTo>
                <a:lnTo>
                  <a:pt x="455162" y="18428"/>
                </a:lnTo>
                <a:lnTo>
                  <a:pt x="455162" y="7957"/>
                </a:lnTo>
                <a:close/>
              </a:path>
              <a:path w="455294" h="178434">
                <a:moveTo>
                  <a:pt x="437361" y="18428"/>
                </a:moveTo>
                <a:lnTo>
                  <a:pt x="437361" y="26162"/>
                </a:lnTo>
                <a:lnTo>
                  <a:pt x="446785" y="19894"/>
                </a:lnTo>
                <a:lnTo>
                  <a:pt x="437361" y="18428"/>
                </a:lnTo>
                <a:close/>
              </a:path>
            </a:pathLst>
          </a:custGeom>
          <a:solidFill>
            <a:srgbClr val="C9C8C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1574" y="974986"/>
            <a:ext cx="1118870" cy="212090"/>
          </a:xfrm>
          <a:custGeom>
            <a:avLst/>
            <a:gdLst/>
            <a:ahLst/>
            <a:cxnLst/>
            <a:rect l="l" t="t" r="r" b="b"/>
            <a:pathLst>
              <a:path w="1118870" h="212090">
                <a:moveTo>
                  <a:pt x="176455" y="7141"/>
                </a:moveTo>
                <a:lnTo>
                  <a:pt x="151576" y="7141"/>
                </a:lnTo>
                <a:lnTo>
                  <a:pt x="151576" y="204098"/>
                </a:lnTo>
                <a:lnTo>
                  <a:pt x="176455" y="204098"/>
                </a:lnTo>
                <a:lnTo>
                  <a:pt x="176455" y="104583"/>
                </a:lnTo>
                <a:lnTo>
                  <a:pt x="162633" y="104583"/>
                </a:lnTo>
                <a:lnTo>
                  <a:pt x="162633" y="83390"/>
                </a:lnTo>
                <a:lnTo>
                  <a:pt x="176455" y="83390"/>
                </a:lnTo>
                <a:lnTo>
                  <a:pt x="176455" y="7141"/>
                </a:lnTo>
                <a:close/>
              </a:path>
              <a:path w="1118870" h="212090">
                <a:moveTo>
                  <a:pt x="131765" y="9214"/>
                </a:moveTo>
                <a:lnTo>
                  <a:pt x="107347" y="9214"/>
                </a:lnTo>
                <a:lnTo>
                  <a:pt x="107347" y="196266"/>
                </a:lnTo>
                <a:lnTo>
                  <a:pt x="131765" y="196266"/>
                </a:lnTo>
                <a:lnTo>
                  <a:pt x="131765" y="104583"/>
                </a:lnTo>
                <a:lnTo>
                  <a:pt x="117483" y="104583"/>
                </a:lnTo>
                <a:lnTo>
                  <a:pt x="117483" y="83390"/>
                </a:lnTo>
                <a:lnTo>
                  <a:pt x="131765" y="83390"/>
                </a:lnTo>
                <a:lnTo>
                  <a:pt x="131765" y="9214"/>
                </a:lnTo>
                <a:close/>
              </a:path>
              <a:path w="1118870" h="212090">
                <a:moveTo>
                  <a:pt x="131765" y="83390"/>
                </a:moveTo>
                <a:lnTo>
                  <a:pt x="117483" y="83390"/>
                </a:lnTo>
                <a:lnTo>
                  <a:pt x="117483" y="104583"/>
                </a:lnTo>
                <a:lnTo>
                  <a:pt x="131765" y="104583"/>
                </a:lnTo>
                <a:lnTo>
                  <a:pt x="131765" y="83390"/>
                </a:lnTo>
                <a:close/>
              </a:path>
              <a:path w="1118870" h="212090">
                <a:moveTo>
                  <a:pt x="151576" y="83390"/>
                </a:moveTo>
                <a:lnTo>
                  <a:pt x="131765" y="83390"/>
                </a:lnTo>
                <a:lnTo>
                  <a:pt x="131765" y="104583"/>
                </a:lnTo>
                <a:lnTo>
                  <a:pt x="151576" y="104583"/>
                </a:lnTo>
                <a:lnTo>
                  <a:pt x="151576" y="83390"/>
                </a:lnTo>
                <a:close/>
              </a:path>
              <a:path w="1118870" h="212090">
                <a:moveTo>
                  <a:pt x="176455" y="83390"/>
                </a:moveTo>
                <a:lnTo>
                  <a:pt x="162633" y="83390"/>
                </a:lnTo>
                <a:lnTo>
                  <a:pt x="162633" y="104583"/>
                </a:lnTo>
                <a:lnTo>
                  <a:pt x="176455" y="104583"/>
                </a:lnTo>
                <a:lnTo>
                  <a:pt x="176455" y="83390"/>
                </a:lnTo>
                <a:close/>
              </a:path>
              <a:path w="1118870" h="212090">
                <a:moveTo>
                  <a:pt x="90300" y="30177"/>
                </a:moveTo>
                <a:lnTo>
                  <a:pt x="9214" y="30177"/>
                </a:lnTo>
                <a:lnTo>
                  <a:pt x="9214" y="51600"/>
                </a:lnTo>
                <a:lnTo>
                  <a:pt x="64500" y="51600"/>
                </a:lnTo>
                <a:lnTo>
                  <a:pt x="64500" y="70490"/>
                </a:lnTo>
                <a:lnTo>
                  <a:pt x="63502" y="77170"/>
                </a:lnTo>
                <a:lnTo>
                  <a:pt x="61505" y="83620"/>
                </a:lnTo>
                <a:lnTo>
                  <a:pt x="59663" y="90070"/>
                </a:lnTo>
                <a:lnTo>
                  <a:pt x="31789" y="122781"/>
                </a:lnTo>
                <a:lnTo>
                  <a:pt x="0" y="143514"/>
                </a:lnTo>
                <a:lnTo>
                  <a:pt x="13130" y="163555"/>
                </a:lnTo>
                <a:lnTo>
                  <a:pt x="49152" y="138892"/>
                </a:lnTo>
                <a:lnTo>
                  <a:pt x="78408" y="107059"/>
                </a:lnTo>
                <a:lnTo>
                  <a:pt x="90300" y="61966"/>
                </a:lnTo>
                <a:lnTo>
                  <a:pt x="90300" y="30177"/>
                </a:lnTo>
                <a:close/>
              </a:path>
              <a:path w="1118870" h="212090">
                <a:moveTo>
                  <a:pt x="357620" y="5989"/>
                </a:moveTo>
                <a:lnTo>
                  <a:pt x="332050" y="5989"/>
                </a:lnTo>
                <a:lnTo>
                  <a:pt x="332050" y="109190"/>
                </a:lnTo>
                <a:lnTo>
                  <a:pt x="357620" y="109190"/>
                </a:lnTo>
                <a:lnTo>
                  <a:pt x="357620" y="67956"/>
                </a:lnTo>
                <a:lnTo>
                  <a:pt x="344720" y="67956"/>
                </a:lnTo>
                <a:lnTo>
                  <a:pt x="344720" y="46762"/>
                </a:lnTo>
                <a:lnTo>
                  <a:pt x="357620" y="46762"/>
                </a:lnTo>
                <a:lnTo>
                  <a:pt x="357620" y="5989"/>
                </a:lnTo>
                <a:close/>
              </a:path>
              <a:path w="1118870" h="212090">
                <a:moveTo>
                  <a:pt x="357620" y="46762"/>
                </a:moveTo>
                <a:lnTo>
                  <a:pt x="344720" y="46762"/>
                </a:lnTo>
                <a:lnTo>
                  <a:pt x="344720" y="67956"/>
                </a:lnTo>
                <a:lnTo>
                  <a:pt x="357620" y="67956"/>
                </a:lnTo>
                <a:lnTo>
                  <a:pt x="357620" y="46762"/>
                </a:lnTo>
                <a:close/>
              </a:path>
              <a:path w="1118870" h="212090">
                <a:moveTo>
                  <a:pt x="385954" y="46762"/>
                </a:moveTo>
                <a:lnTo>
                  <a:pt x="357620" y="46762"/>
                </a:lnTo>
                <a:lnTo>
                  <a:pt x="357620" y="67956"/>
                </a:lnTo>
                <a:lnTo>
                  <a:pt x="385954" y="67956"/>
                </a:lnTo>
                <a:lnTo>
                  <a:pt x="385954" y="46762"/>
                </a:lnTo>
                <a:close/>
              </a:path>
              <a:path w="1118870" h="212090">
                <a:moveTo>
                  <a:pt x="357620" y="118635"/>
                </a:moveTo>
                <a:lnTo>
                  <a:pt x="229310" y="118635"/>
                </a:lnTo>
                <a:lnTo>
                  <a:pt x="229310" y="138676"/>
                </a:lnTo>
                <a:lnTo>
                  <a:pt x="332050" y="138676"/>
                </a:lnTo>
                <a:lnTo>
                  <a:pt x="332050" y="151576"/>
                </a:lnTo>
                <a:lnTo>
                  <a:pt x="229079" y="151576"/>
                </a:lnTo>
                <a:lnTo>
                  <a:pt x="229079" y="203868"/>
                </a:lnTo>
                <a:lnTo>
                  <a:pt x="365683" y="203868"/>
                </a:lnTo>
                <a:lnTo>
                  <a:pt x="365683" y="183826"/>
                </a:lnTo>
                <a:lnTo>
                  <a:pt x="255110" y="183826"/>
                </a:lnTo>
                <a:lnTo>
                  <a:pt x="255110" y="170466"/>
                </a:lnTo>
                <a:lnTo>
                  <a:pt x="357620" y="170466"/>
                </a:lnTo>
                <a:lnTo>
                  <a:pt x="357620" y="118635"/>
                </a:lnTo>
                <a:close/>
              </a:path>
              <a:path w="1118870" h="212090">
                <a:moveTo>
                  <a:pt x="233226" y="13130"/>
                </a:moveTo>
                <a:lnTo>
                  <a:pt x="207656" y="13130"/>
                </a:lnTo>
                <a:lnTo>
                  <a:pt x="207656" y="102970"/>
                </a:lnTo>
                <a:lnTo>
                  <a:pt x="302564" y="102970"/>
                </a:lnTo>
                <a:lnTo>
                  <a:pt x="302564" y="82699"/>
                </a:lnTo>
                <a:lnTo>
                  <a:pt x="233226" y="82699"/>
                </a:lnTo>
                <a:lnTo>
                  <a:pt x="233226" y="58050"/>
                </a:lnTo>
                <a:lnTo>
                  <a:pt x="212954" y="58050"/>
                </a:lnTo>
                <a:lnTo>
                  <a:pt x="212954" y="38009"/>
                </a:lnTo>
                <a:lnTo>
                  <a:pt x="233226" y="38009"/>
                </a:lnTo>
                <a:lnTo>
                  <a:pt x="233226" y="13130"/>
                </a:lnTo>
                <a:close/>
              </a:path>
              <a:path w="1118870" h="212090">
                <a:moveTo>
                  <a:pt x="302564" y="13130"/>
                </a:moveTo>
                <a:lnTo>
                  <a:pt x="276994" y="13130"/>
                </a:lnTo>
                <a:lnTo>
                  <a:pt x="276994" y="82699"/>
                </a:lnTo>
                <a:lnTo>
                  <a:pt x="302564" y="82699"/>
                </a:lnTo>
                <a:lnTo>
                  <a:pt x="302564" y="58050"/>
                </a:lnTo>
                <a:lnTo>
                  <a:pt x="297957" y="58050"/>
                </a:lnTo>
                <a:lnTo>
                  <a:pt x="297957" y="38009"/>
                </a:lnTo>
                <a:lnTo>
                  <a:pt x="302564" y="38009"/>
                </a:lnTo>
                <a:lnTo>
                  <a:pt x="302564" y="13130"/>
                </a:lnTo>
                <a:close/>
              </a:path>
              <a:path w="1118870" h="212090">
                <a:moveTo>
                  <a:pt x="233226" y="38009"/>
                </a:moveTo>
                <a:lnTo>
                  <a:pt x="212954" y="38009"/>
                </a:lnTo>
                <a:lnTo>
                  <a:pt x="212954" y="58050"/>
                </a:lnTo>
                <a:lnTo>
                  <a:pt x="233226" y="58050"/>
                </a:lnTo>
                <a:lnTo>
                  <a:pt x="233226" y="38009"/>
                </a:lnTo>
                <a:close/>
              </a:path>
              <a:path w="1118870" h="212090">
                <a:moveTo>
                  <a:pt x="276994" y="38009"/>
                </a:moveTo>
                <a:lnTo>
                  <a:pt x="233226" y="38009"/>
                </a:lnTo>
                <a:lnTo>
                  <a:pt x="233226" y="58050"/>
                </a:lnTo>
                <a:lnTo>
                  <a:pt x="276994" y="58050"/>
                </a:lnTo>
                <a:lnTo>
                  <a:pt x="276994" y="38009"/>
                </a:lnTo>
                <a:close/>
              </a:path>
              <a:path w="1118870" h="212090">
                <a:moveTo>
                  <a:pt x="302564" y="38009"/>
                </a:moveTo>
                <a:lnTo>
                  <a:pt x="297957" y="38009"/>
                </a:lnTo>
                <a:lnTo>
                  <a:pt x="297957" y="58050"/>
                </a:lnTo>
                <a:lnTo>
                  <a:pt x="302564" y="58050"/>
                </a:lnTo>
                <a:lnTo>
                  <a:pt x="302564" y="38009"/>
                </a:lnTo>
                <a:close/>
              </a:path>
              <a:path w="1118870" h="212090">
                <a:moveTo>
                  <a:pt x="585340" y="9214"/>
                </a:moveTo>
                <a:lnTo>
                  <a:pt x="560922" y="9214"/>
                </a:lnTo>
                <a:lnTo>
                  <a:pt x="560922" y="196266"/>
                </a:lnTo>
                <a:lnTo>
                  <a:pt x="585340" y="196266"/>
                </a:lnTo>
                <a:lnTo>
                  <a:pt x="585340" y="94217"/>
                </a:lnTo>
                <a:lnTo>
                  <a:pt x="576125" y="94217"/>
                </a:lnTo>
                <a:lnTo>
                  <a:pt x="576125" y="73254"/>
                </a:lnTo>
                <a:lnTo>
                  <a:pt x="585340" y="73254"/>
                </a:lnTo>
                <a:lnTo>
                  <a:pt x="585340" y="9214"/>
                </a:lnTo>
                <a:close/>
              </a:path>
              <a:path w="1118870" h="212090">
                <a:moveTo>
                  <a:pt x="515541" y="23957"/>
                </a:moveTo>
                <a:lnTo>
                  <a:pt x="489741" y="23957"/>
                </a:lnTo>
                <a:lnTo>
                  <a:pt x="489741" y="58972"/>
                </a:lnTo>
                <a:lnTo>
                  <a:pt x="489525" y="66890"/>
                </a:lnTo>
                <a:lnTo>
                  <a:pt x="488984" y="73254"/>
                </a:lnTo>
                <a:lnTo>
                  <a:pt x="488877" y="74521"/>
                </a:lnTo>
                <a:lnTo>
                  <a:pt x="487848" y="81518"/>
                </a:lnTo>
                <a:lnTo>
                  <a:pt x="487766" y="82008"/>
                </a:lnTo>
                <a:lnTo>
                  <a:pt x="486384" y="88458"/>
                </a:lnTo>
                <a:lnTo>
                  <a:pt x="486285" y="88918"/>
                </a:lnTo>
                <a:lnTo>
                  <a:pt x="469267" y="123400"/>
                </a:lnTo>
                <a:lnTo>
                  <a:pt x="449658" y="146508"/>
                </a:lnTo>
                <a:lnTo>
                  <a:pt x="465323" y="163555"/>
                </a:lnTo>
                <a:lnTo>
                  <a:pt x="489323" y="132831"/>
                </a:lnTo>
                <a:lnTo>
                  <a:pt x="502615" y="103211"/>
                </a:lnTo>
                <a:lnTo>
                  <a:pt x="501028" y="98133"/>
                </a:lnTo>
                <a:lnTo>
                  <a:pt x="499065" y="90718"/>
                </a:lnTo>
                <a:lnTo>
                  <a:pt x="498955" y="90301"/>
                </a:lnTo>
                <a:lnTo>
                  <a:pt x="497112" y="82008"/>
                </a:lnTo>
                <a:lnTo>
                  <a:pt x="517591" y="82008"/>
                </a:lnTo>
                <a:lnTo>
                  <a:pt x="517485" y="81518"/>
                </a:lnTo>
                <a:lnTo>
                  <a:pt x="516439" y="74521"/>
                </a:lnTo>
                <a:lnTo>
                  <a:pt x="515767" y="66890"/>
                </a:lnTo>
                <a:lnTo>
                  <a:pt x="515541" y="58972"/>
                </a:lnTo>
                <a:lnTo>
                  <a:pt x="515541" y="23957"/>
                </a:lnTo>
                <a:close/>
              </a:path>
              <a:path w="1118870" h="212090">
                <a:moveTo>
                  <a:pt x="517591" y="82008"/>
                </a:moveTo>
                <a:lnTo>
                  <a:pt x="507939" y="82008"/>
                </a:lnTo>
                <a:lnTo>
                  <a:pt x="506171" y="90301"/>
                </a:lnTo>
                <a:lnTo>
                  <a:pt x="506082" y="90718"/>
                </a:lnTo>
                <a:lnTo>
                  <a:pt x="503965" y="98881"/>
                </a:lnTo>
                <a:lnTo>
                  <a:pt x="502615" y="103211"/>
                </a:lnTo>
                <a:lnTo>
                  <a:pt x="503332" y="105504"/>
                </a:lnTo>
                <a:lnTo>
                  <a:pt x="505866" y="112415"/>
                </a:lnTo>
                <a:lnTo>
                  <a:pt x="528729" y="149618"/>
                </a:lnTo>
                <a:lnTo>
                  <a:pt x="539959" y="162403"/>
                </a:lnTo>
                <a:lnTo>
                  <a:pt x="555623" y="144896"/>
                </a:lnTo>
                <a:lnTo>
                  <a:pt x="548223" y="137092"/>
                </a:lnTo>
                <a:lnTo>
                  <a:pt x="541686" y="129577"/>
                </a:lnTo>
                <a:lnTo>
                  <a:pt x="521055" y="95152"/>
                </a:lnTo>
                <a:lnTo>
                  <a:pt x="518996" y="88458"/>
                </a:lnTo>
                <a:lnTo>
                  <a:pt x="517591" y="82008"/>
                </a:lnTo>
                <a:close/>
              </a:path>
              <a:path w="1118870" h="212090">
                <a:moveTo>
                  <a:pt x="507939" y="82008"/>
                </a:moveTo>
                <a:lnTo>
                  <a:pt x="497112" y="82008"/>
                </a:lnTo>
                <a:lnTo>
                  <a:pt x="498955" y="90301"/>
                </a:lnTo>
                <a:lnTo>
                  <a:pt x="501028" y="98133"/>
                </a:lnTo>
                <a:lnTo>
                  <a:pt x="502615" y="103211"/>
                </a:lnTo>
                <a:lnTo>
                  <a:pt x="503965" y="98881"/>
                </a:lnTo>
                <a:lnTo>
                  <a:pt x="506082" y="90718"/>
                </a:lnTo>
                <a:lnTo>
                  <a:pt x="507939" y="82008"/>
                </a:lnTo>
                <a:close/>
              </a:path>
              <a:path w="1118870" h="212090">
                <a:moveTo>
                  <a:pt x="560922" y="73254"/>
                </a:moveTo>
                <a:lnTo>
                  <a:pt x="531896" y="73254"/>
                </a:lnTo>
                <a:lnTo>
                  <a:pt x="531896" y="94217"/>
                </a:lnTo>
                <a:lnTo>
                  <a:pt x="560922" y="94217"/>
                </a:lnTo>
                <a:lnTo>
                  <a:pt x="560922" y="73254"/>
                </a:lnTo>
                <a:close/>
              </a:path>
              <a:path w="1118870" h="212090">
                <a:moveTo>
                  <a:pt x="585340" y="73254"/>
                </a:moveTo>
                <a:lnTo>
                  <a:pt x="576125" y="73254"/>
                </a:lnTo>
                <a:lnTo>
                  <a:pt x="576125" y="94217"/>
                </a:lnTo>
                <a:lnTo>
                  <a:pt x="585340" y="94217"/>
                </a:lnTo>
                <a:lnTo>
                  <a:pt x="585340" y="73254"/>
                </a:lnTo>
                <a:close/>
              </a:path>
              <a:path w="1118870" h="212090">
                <a:moveTo>
                  <a:pt x="627726" y="7371"/>
                </a:moveTo>
                <a:lnTo>
                  <a:pt x="602847" y="7371"/>
                </a:lnTo>
                <a:lnTo>
                  <a:pt x="602847" y="204098"/>
                </a:lnTo>
                <a:lnTo>
                  <a:pt x="627726" y="204098"/>
                </a:lnTo>
                <a:lnTo>
                  <a:pt x="627726" y="7371"/>
                </a:lnTo>
                <a:close/>
              </a:path>
              <a:path w="1118870" h="212090">
                <a:moveTo>
                  <a:pt x="754987" y="128771"/>
                </a:moveTo>
                <a:lnTo>
                  <a:pt x="729187" y="128771"/>
                </a:lnTo>
                <a:lnTo>
                  <a:pt x="729187" y="203868"/>
                </a:lnTo>
                <a:lnTo>
                  <a:pt x="754987" y="203868"/>
                </a:lnTo>
                <a:lnTo>
                  <a:pt x="754987" y="128771"/>
                </a:lnTo>
                <a:close/>
              </a:path>
              <a:path w="1118870" h="212090">
                <a:moveTo>
                  <a:pt x="833770" y="119787"/>
                </a:moveTo>
                <a:lnTo>
                  <a:pt x="650404" y="119787"/>
                </a:lnTo>
                <a:lnTo>
                  <a:pt x="650404" y="140980"/>
                </a:lnTo>
                <a:lnTo>
                  <a:pt x="729187" y="140980"/>
                </a:lnTo>
                <a:lnTo>
                  <a:pt x="729187" y="128771"/>
                </a:lnTo>
                <a:lnTo>
                  <a:pt x="833770" y="128771"/>
                </a:lnTo>
                <a:lnTo>
                  <a:pt x="833770" y="119787"/>
                </a:lnTo>
                <a:close/>
              </a:path>
              <a:path w="1118870" h="212090">
                <a:moveTo>
                  <a:pt x="833770" y="128771"/>
                </a:moveTo>
                <a:lnTo>
                  <a:pt x="754987" y="128771"/>
                </a:lnTo>
                <a:lnTo>
                  <a:pt x="754987" y="140980"/>
                </a:lnTo>
                <a:lnTo>
                  <a:pt x="833770" y="140980"/>
                </a:lnTo>
                <a:lnTo>
                  <a:pt x="833770" y="128771"/>
                </a:lnTo>
                <a:close/>
              </a:path>
              <a:path w="1118870" h="212090">
                <a:moveTo>
                  <a:pt x="698549" y="13360"/>
                </a:moveTo>
                <a:lnTo>
                  <a:pt x="672979" y="13360"/>
                </a:lnTo>
                <a:lnTo>
                  <a:pt x="672979" y="100897"/>
                </a:lnTo>
                <a:lnTo>
                  <a:pt x="811195" y="100897"/>
                </a:lnTo>
                <a:lnTo>
                  <a:pt x="811195" y="80395"/>
                </a:lnTo>
                <a:lnTo>
                  <a:pt x="698549" y="80395"/>
                </a:lnTo>
                <a:lnTo>
                  <a:pt x="698549" y="57359"/>
                </a:lnTo>
                <a:lnTo>
                  <a:pt x="677817" y="57359"/>
                </a:lnTo>
                <a:lnTo>
                  <a:pt x="677817" y="37087"/>
                </a:lnTo>
                <a:lnTo>
                  <a:pt x="698549" y="37087"/>
                </a:lnTo>
                <a:lnTo>
                  <a:pt x="698549" y="13360"/>
                </a:lnTo>
                <a:close/>
              </a:path>
              <a:path w="1118870" h="212090">
                <a:moveTo>
                  <a:pt x="811195" y="13360"/>
                </a:moveTo>
                <a:lnTo>
                  <a:pt x="785855" y="13360"/>
                </a:lnTo>
                <a:lnTo>
                  <a:pt x="785855" y="80395"/>
                </a:lnTo>
                <a:lnTo>
                  <a:pt x="811195" y="80395"/>
                </a:lnTo>
                <a:lnTo>
                  <a:pt x="811195" y="57359"/>
                </a:lnTo>
                <a:lnTo>
                  <a:pt x="806586" y="57359"/>
                </a:lnTo>
                <a:lnTo>
                  <a:pt x="806586" y="37087"/>
                </a:lnTo>
                <a:lnTo>
                  <a:pt x="811195" y="37087"/>
                </a:lnTo>
                <a:lnTo>
                  <a:pt x="811195" y="13360"/>
                </a:lnTo>
                <a:close/>
              </a:path>
              <a:path w="1118870" h="212090">
                <a:moveTo>
                  <a:pt x="698549" y="37087"/>
                </a:moveTo>
                <a:lnTo>
                  <a:pt x="677817" y="37087"/>
                </a:lnTo>
                <a:lnTo>
                  <a:pt x="677817" y="57359"/>
                </a:lnTo>
                <a:lnTo>
                  <a:pt x="698549" y="57359"/>
                </a:lnTo>
                <a:lnTo>
                  <a:pt x="698549" y="37087"/>
                </a:lnTo>
                <a:close/>
              </a:path>
              <a:path w="1118870" h="212090">
                <a:moveTo>
                  <a:pt x="785855" y="37087"/>
                </a:moveTo>
                <a:lnTo>
                  <a:pt x="698549" y="37087"/>
                </a:lnTo>
                <a:lnTo>
                  <a:pt x="698549" y="57359"/>
                </a:lnTo>
                <a:lnTo>
                  <a:pt x="785855" y="57359"/>
                </a:lnTo>
                <a:lnTo>
                  <a:pt x="785855" y="37087"/>
                </a:lnTo>
                <a:close/>
              </a:path>
              <a:path w="1118870" h="212090">
                <a:moveTo>
                  <a:pt x="811195" y="37087"/>
                </a:moveTo>
                <a:lnTo>
                  <a:pt x="806586" y="37087"/>
                </a:lnTo>
                <a:lnTo>
                  <a:pt x="806586" y="57359"/>
                </a:lnTo>
                <a:lnTo>
                  <a:pt x="811195" y="57359"/>
                </a:lnTo>
                <a:lnTo>
                  <a:pt x="811195" y="37087"/>
                </a:lnTo>
                <a:close/>
              </a:path>
              <a:path w="1118870" h="212090">
                <a:moveTo>
                  <a:pt x="1012652" y="0"/>
                </a:moveTo>
                <a:lnTo>
                  <a:pt x="968654" y="7832"/>
                </a:lnTo>
                <a:lnTo>
                  <a:pt x="935252" y="30177"/>
                </a:lnTo>
                <a:lnTo>
                  <a:pt x="914059" y="63809"/>
                </a:lnTo>
                <a:lnTo>
                  <a:pt x="906744" y="104583"/>
                </a:lnTo>
                <a:lnTo>
                  <a:pt x="906820" y="109190"/>
                </a:lnTo>
                <a:lnTo>
                  <a:pt x="907105" y="116101"/>
                </a:lnTo>
                <a:lnTo>
                  <a:pt x="907148" y="117152"/>
                </a:lnTo>
                <a:lnTo>
                  <a:pt x="908530" y="127907"/>
                </a:lnTo>
                <a:lnTo>
                  <a:pt x="910834" y="138230"/>
                </a:lnTo>
                <a:lnTo>
                  <a:pt x="913965" y="147833"/>
                </a:lnTo>
                <a:lnTo>
                  <a:pt x="914059" y="148121"/>
                </a:lnTo>
                <a:lnTo>
                  <a:pt x="935252" y="181753"/>
                </a:lnTo>
                <a:lnTo>
                  <a:pt x="968654" y="203868"/>
                </a:lnTo>
                <a:lnTo>
                  <a:pt x="1012652" y="211930"/>
                </a:lnTo>
                <a:lnTo>
                  <a:pt x="1024660" y="211426"/>
                </a:lnTo>
                <a:lnTo>
                  <a:pt x="1066310" y="199548"/>
                </a:lnTo>
                <a:lnTo>
                  <a:pt x="1068757" y="198109"/>
                </a:lnTo>
                <a:lnTo>
                  <a:pt x="1012652" y="198109"/>
                </a:lnTo>
                <a:lnTo>
                  <a:pt x="999243" y="197389"/>
                </a:lnTo>
                <a:lnTo>
                  <a:pt x="999058" y="197389"/>
                </a:lnTo>
                <a:lnTo>
                  <a:pt x="986608" y="195229"/>
                </a:lnTo>
                <a:lnTo>
                  <a:pt x="986460" y="195229"/>
                </a:lnTo>
                <a:lnTo>
                  <a:pt x="945676" y="172366"/>
                </a:lnTo>
                <a:lnTo>
                  <a:pt x="924016" y="131708"/>
                </a:lnTo>
                <a:lnTo>
                  <a:pt x="921272" y="104583"/>
                </a:lnTo>
                <a:lnTo>
                  <a:pt x="921711" y="96213"/>
                </a:lnTo>
                <a:lnTo>
                  <a:pt x="921816" y="94217"/>
                </a:lnTo>
                <a:lnTo>
                  <a:pt x="921891" y="92791"/>
                </a:lnTo>
                <a:lnTo>
                  <a:pt x="938376" y="48476"/>
                </a:lnTo>
                <a:lnTo>
                  <a:pt x="974643" y="20660"/>
                </a:lnTo>
                <a:lnTo>
                  <a:pt x="1012652" y="14051"/>
                </a:lnTo>
                <a:lnTo>
                  <a:pt x="1069258" y="14051"/>
                </a:lnTo>
                <a:lnTo>
                  <a:pt x="1066080" y="12166"/>
                </a:lnTo>
                <a:lnTo>
                  <a:pt x="1056648" y="7832"/>
                </a:lnTo>
                <a:lnTo>
                  <a:pt x="1046559" y="4405"/>
                </a:lnTo>
                <a:lnTo>
                  <a:pt x="1035862" y="1957"/>
                </a:lnTo>
                <a:lnTo>
                  <a:pt x="1024560" y="489"/>
                </a:lnTo>
                <a:lnTo>
                  <a:pt x="1012652" y="0"/>
                </a:lnTo>
                <a:close/>
              </a:path>
              <a:path w="1118870" h="212090">
                <a:moveTo>
                  <a:pt x="1069258" y="14051"/>
                </a:moveTo>
                <a:lnTo>
                  <a:pt x="1012652" y="14051"/>
                </a:lnTo>
                <a:lnTo>
                  <a:pt x="1026330" y="14786"/>
                </a:lnTo>
                <a:lnTo>
                  <a:pt x="1039028" y="16989"/>
                </a:lnTo>
                <a:lnTo>
                  <a:pt x="1079629" y="39621"/>
                </a:lnTo>
                <a:lnTo>
                  <a:pt x="1101338" y="80280"/>
                </a:lnTo>
                <a:lnTo>
                  <a:pt x="1103204" y="91452"/>
                </a:lnTo>
                <a:lnTo>
                  <a:pt x="1103307" y="92067"/>
                </a:lnTo>
                <a:lnTo>
                  <a:pt x="1103416" y="92791"/>
                </a:lnTo>
                <a:lnTo>
                  <a:pt x="1104030" y="104583"/>
                </a:lnTo>
                <a:lnTo>
                  <a:pt x="1103934" y="109190"/>
                </a:lnTo>
                <a:lnTo>
                  <a:pt x="1103575" y="116101"/>
                </a:lnTo>
                <a:lnTo>
                  <a:pt x="1103520" y="117152"/>
                </a:lnTo>
                <a:lnTo>
                  <a:pt x="1103411" y="119254"/>
                </a:lnTo>
                <a:lnTo>
                  <a:pt x="1093251" y="153649"/>
                </a:lnTo>
                <a:lnTo>
                  <a:pt x="1093148" y="153880"/>
                </a:lnTo>
                <a:lnTo>
                  <a:pt x="1061486" y="186591"/>
                </a:lnTo>
                <a:lnTo>
                  <a:pt x="1012652" y="198109"/>
                </a:lnTo>
                <a:lnTo>
                  <a:pt x="1068757" y="198109"/>
                </a:lnTo>
                <a:lnTo>
                  <a:pt x="1102435" y="166204"/>
                </a:lnTo>
                <a:lnTo>
                  <a:pt x="1116774" y="127907"/>
                </a:lnTo>
                <a:lnTo>
                  <a:pt x="1118558" y="104583"/>
                </a:lnTo>
                <a:lnTo>
                  <a:pt x="1118334" y="99131"/>
                </a:lnTo>
                <a:lnTo>
                  <a:pt x="1118214" y="96213"/>
                </a:lnTo>
                <a:lnTo>
                  <a:pt x="1118155" y="94778"/>
                </a:lnTo>
                <a:lnTo>
                  <a:pt x="1107156" y="54451"/>
                </a:lnTo>
                <a:lnTo>
                  <a:pt x="1082780" y="23338"/>
                </a:lnTo>
                <a:lnTo>
                  <a:pt x="1074790" y="17334"/>
                </a:lnTo>
                <a:lnTo>
                  <a:pt x="1069258" y="14051"/>
                </a:lnTo>
                <a:close/>
              </a:path>
              <a:path w="1118870" h="212090">
                <a:moveTo>
                  <a:pt x="989156" y="134760"/>
                </a:moveTo>
                <a:lnTo>
                  <a:pt x="967272" y="134760"/>
                </a:lnTo>
                <a:lnTo>
                  <a:pt x="968107" y="142650"/>
                </a:lnTo>
                <a:lnTo>
                  <a:pt x="1002315" y="170984"/>
                </a:lnTo>
                <a:lnTo>
                  <a:pt x="1012422" y="171617"/>
                </a:lnTo>
                <a:lnTo>
                  <a:pt x="1021466" y="170984"/>
                </a:lnTo>
                <a:lnTo>
                  <a:pt x="1021898" y="170984"/>
                </a:lnTo>
                <a:lnTo>
                  <a:pt x="1051552" y="153649"/>
                </a:lnTo>
                <a:lnTo>
                  <a:pt x="1004053" y="153649"/>
                </a:lnTo>
                <a:lnTo>
                  <a:pt x="998063" y="152037"/>
                </a:lnTo>
                <a:lnTo>
                  <a:pt x="991305" y="145587"/>
                </a:lnTo>
                <a:lnTo>
                  <a:pt x="989464" y="140903"/>
                </a:lnTo>
                <a:lnTo>
                  <a:pt x="989156" y="134760"/>
                </a:lnTo>
                <a:close/>
              </a:path>
              <a:path w="1118870" h="212090">
                <a:moveTo>
                  <a:pt x="1040065" y="46993"/>
                </a:moveTo>
                <a:lnTo>
                  <a:pt x="993993" y="94217"/>
                </a:lnTo>
                <a:lnTo>
                  <a:pt x="993993" y="109190"/>
                </a:lnTo>
                <a:lnTo>
                  <a:pt x="1019870" y="109190"/>
                </a:lnTo>
                <a:lnTo>
                  <a:pt x="1025783" y="110956"/>
                </a:lnTo>
                <a:lnTo>
                  <a:pt x="1034076" y="118020"/>
                </a:lnTo>
                <a:lnTo>
                  <a:pt x="1036149" y="123549"/>
                </a:lnTo>
                <a:lnTo>
                  <a:pt x="1036149" y="138446"/>
                </a:lnTo>
                <a:lnTo>
                  <a:pt x="1034230" y="144051"/>
                </a:lnTo>
                <a:lnTo>
                  <a:pt x="1026550" y="151730"/>
                </a:lnTo>
                <a:lnTo>
                  <a:pt x="1020639" y="153649"/>
                </a:lnTo>
                <a:lnTo>
                  <a:pt x="1051552" y="153649"/>
                </a:lnTo>
                <a:lnTo>
                  <a:pt x="1054864" y="147833"/>
                </a:lnTo>
                <a:lnTo>
                  <a:pt x="1057239" y="139929"/>
                </a:lnTo>
                <a:lnTo>
                  <a:pt x="1057973" y="131708"/>
                </a:lnTo>
                <a:lnTo>
                  <a:pt x="1058030" y="125853"/>
                </a:lnTo>
                <a:lnTo>
                  <a:pt x="1057192" y="120862"/>
                </a:lnTo>
                <a:lnTo>
                  <a:pt x="1055496" y="116101"/>
                </a:lnTo>
                <a:lnTo>
                  <a:pt x="1053810" y="111186"/>
                </a:lnTo>
                <a:lnTo>
                  <a:pt x="1051046" y="106810"/>
                </a:lnTo>
                <a:lnTo>
                  <a:pt x="1048820" y="104583"/>
                </a:lnTo>
                <a:lnTo>
                  <a:pt x="1009658" y="104583"/>
                </a:lnTo>
                <a:lnTo>
                  <a:pt x="1009070" y="96213"/>
                </a:lnTo>
                <a:lnTo>
                  <a:pt x="1008970" y="94778"/>
                </a:lnTo>
                <a:lnTo>
                  <a:pt x="1008930" y="94217"/>
                </a:lnTo>
                <a:lnTo>
                  <a:pt x="1008830" y="92791"/>
                </a:lnTo>
                <a:lnTo>
                  <a:pt x="1008736" y="91452"/>
                </a:lnTo>
                <a:lnTo>
                  <a:pt x="1017951" y="91145"/>
                </a:lnTo>
                <a:lnTo>
                  <a:pt x="1022626" y="91145"/>
                </a:lnTo>
                <a:lnTo>
                  <a:pt x="1051232" y="61505"/>
                </a:lnTo>
                <a:lnTo>
                  <a:pt x="1041217" y="61505"/>
                </a:lnTo>
                <a:lnTo>
                  <a:pt x="1040183" y="48476"/>
                </a:lnTo>
                <a:lnTo>
                  <a:pt x="1040065" y="46993"/>
                </a:lnTo>
                <a:close/>
              </a:path>
              <a:path w="1118870" h="212090">
                <a:moveTo>
                  <a:pt x="1017951" y="91145"/>
                </a:moveTo>
                <a:lnTo>
                  <a:pt x="1008736" y="91452"/>
                </a:lnTo>
                <a:lnTo>
                  <a:pt x="1009658" y="104583"/>
                </a:lnTo>
                <a:lnTo>
                  <a:pt x="1022145" y="91644"/>
                </a:lnTo>
                <a:lnTo>
                  <a:pt x="1017951" y="91145"/>
                </a:lnTo>
                <a:close/>
              </a:path>
              <a:path w="1118870" h="212090">
                <a:moveTo>
                  <a:pt x="1022145" y="91644"/>
                </a:moveTo>
                <a:lnTo>
                  <a:pt x="1009658" y="104583"/>
                </a:lnTo>
                <a:lnTo>
                  <a:pt x="1048820" y="104583"/>
                </a:lnTo>
                <a:lnTo>
                  <a:pt x="1043371" y="99131"/>
                </a:lnTo>
                <a:lnTo>
                  <a:pt x="1038299" y="96213"/>
                </a:lnTo>
                <a:lnTo>
                  <a:pt x="1032003" y="94217"/>
                </a:lnTo>
                <a:lnTo>
                  <a:pt x="1025706" y="92067"/>
                </a:lnTo>
                <a:lnTo>
                  <a:pt x="1022145" y="91644"/>
                </a:lnTo>
                <a:close/>
              </a:path>
              <a:path w="1118870" h="212090">
                <a:moveTo>
                  <a:pt x="1022626" y="91145"/>
                </a:moveTo>
                <a:lnTo>
                  <a:pt x="1017951" y="91145"/>
                </a:lnTo>
                <a:lnTo>
                  <a:pt x="1022145" y="91644"/>
                </a:lnTo>
                <a:lnTo>
                  <a:pt x="1022626" y="91145"/>
                </a:lnTo>
                <a:close/>
              </a:path>
              <a:path w="1118870" h="212090">
                <a:moveTo>
                  <a:pt x="1054344" y="43768"/>
                </a:moveTo>
                <a:lnTo>
                  <a:pt x="972800" y="43768"/>
                </a:lnTo>
                <a:lnTo>
                  <a:pt x="972800" y="61505"/>
                </a:lnTo>
                <a:lnTo>
                  <a:pt x="1025907" y="61505"/>
                </a:lnTo>
                <a:lnTo>
                  <a:pt x="1040065" y="46993"/>
                </a:lnTo>
                <a:lnTo>
                  <a:pt x="1054344" y="46993"/>
                </a:lnTo>
                <a:lnTo>
                  <a:pt x="1054344" y="43768"/>
                </a:lnTo>
                <a:close/>
              </a:path>
              <a:path w="1118870" h="212090">
                <a:moveTo>
                  <a:pt x="1054344" y="46993"/>
                </a:moveTo>
                <a:lnTo>
                  <a:pt x="1040065" y="46993"/>
                </a:lnTo>
                <a:lnTo>
                  <a:pt x="1041217" y="61505"/>
                </a:lnTo>
                <a:lnTo>
                  <a:pt x="1051232" y="61505"/>
                </a:lnTo>
                <a:lnTo>
                  <a:pt x="1054344" y="58280"/>
                </a:lnTo>
                <a:lnTo>
                  <a:pt x="1054344" y="46993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2986" y="1382952"/>
            <a:ext cx="12263249" cy="47969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56506" y="2136060"/>
            <a:ext cx="838200" cy="52705"/>
          </a:xfrm>
          <a:custGeom>
            <a:avLst/>
            <a:gdLst/>
            <a:ahLst/>
            <a:cxnLst/>
            <a:rect l="l" t="t" r="r" b="b"/>
            <a:pathLst>
              <a:path w="838200" h="52705">
                <a:moveTo>
                  <a:pt x="811493" y="0"/>
                </a:moveTo>
                <a:lnTo>
                  <a:pt x="26177" y="0"/>
                </a:lnTo>
                <a:lnTo>
                  <a:pt x="15987" y="2057"/>
                </a:lnTo>
                <a:lnTo>
                  <a:pt x="7667" y="7667"/>
                </a:lnTo>
                <a:lnTo>
                  <a:pt x="2057" y="15987"/>
                </a:lnTo>
                <a:lnTo>
                  <a:pt x="0" y="26177"/>
                </a:lnTo>
                <a:lnTo>
                  <a:pt x="2057" y="36366"/>
                </a:lnTo>
                <a:lnTo>
                  <a:pt x="7667" y="44687"/>
                </a:lnTo>
                <a:lnTo>
                  <a:pt x="15987" y="50297"/>
                </a:lnTo>
                <a:lnTo>
                  <a:pt x="26177" y="52354"/>
                </a:lnTo>
                <a:lnTo>
                  <a:pt x="811493" y="52354"/>
                </a:lnTo>
                <a:lnTo>
                  <a:pt x="821682" y="50297"/>
                </a:lnTo>
                <a:lnTo>
                  <a:pt x="830003" y="44687"/>
                </a:lnTo>
                <a:lnTo>
                  <a:pt x="835613" y="36366"/>
                </a:lnTo>
                <a:lnTo>
                  <a:pt x="837670" y="26177"/>
                </a:lnTo>
                <a:lnTo>
                  <a:pt x="835613" y="15987"/>
                </a:lnTo>
                <a:lnTo>
                  <a:pt x="830003" y="7667"/>
                </a:lnTo>
                <a:lnTo>
                  <a:pt x="821682" y="2057"/>
                </a:lnTo>
                <a:lnTo>
                  <a:pt x="811493" y="0"/>
                </a:lnTo>
                <a:close/>
              </a:path>
            </a:pathLst>
          </a:custGeom>
          <a:solidFill>
            <a:srgbClr val="1BAF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1106090" y="2787768"/>
            <a:ext cx="948055" cy="194310"/>
          </a:xfrm>
          <a:custGeom>
            <a:avLst/>
            <a:gdLst/>
            <a:ahLst/>
            <a:cxnLst/>
            <a:rect l="l" t="t" r="r" b="b"/>
            <a:pathLst>
              <a:path w="948054" h="194310">
                <a:moveTo>
                  <a:pt x="54448" y="30784"/>
                </a:moveTo>
                <a:lnTo>
                  <a:pt x="48375" y="30784"/>
                </a:lnTo>
                <a:lnTo>
                  <a:pt x="48345" y="60900"/>
                </a:lnTo>
                <a:lnTo>
                  <a:pt x="47434" y="68060"/>
                </a:lnTo>
                <a:lnTo>
                  <a:pt x="47375" y="68531"/>
                </a:lnTo>
                <a:lnTo>
                  <a:pt x="47263" y="69159"/>
                </a:lnTo>
                <a:lnTo>
                  <a:pt x="45218" y="77340"/>
                </a:lnTo>
                <a:lnTo>
                  <a:pt x="43279" y="85511"/>
                </a:lnTo>
                <a:lnTo>
                  <a:pt x="40277" y="93399"/>
                </a:lnTo>
                <a:lnTo>
                  <a:pt x="36163" y="101063"/>
                </a:lnTo>
                <a:lnTo>
                  <a:pt x="32320" y="108338"/>
                </a:lnTo>
                <a:lnTo>
                  <a:pt x="0" y="135702"/>
                </a:lnTo>
                <a:lnTo>
                  <a:pt x="15915" y="157691"/>
                </a:lnTo>
                <a:lnTo>
                  <a:pt x="49044" y="129210"/>
                </a:lnTo>
                <a:lnTo>
                  <a:pt x="49160" y="129053"/>
                </a:lnTo>
                <a:lnTo>
                  <a:pt x="53179" y="122626"/>
                </a:lnTo>
                <a:lnTo>
                  <a:pt x="56752" y="115807"/>
                </a:lnTo>
                <a:lnTo>
                  <a:pt x="59985" y="108569"/>
                </a:lnTo>
                <a:lnTo>
                  <a:pt x="62854" y="101063"/>
                </a:lnTo>
                <a:lnTo>
                  <a:pt x="62040" y="99001"/>
                </a:lnTo>
                <a:lnTo>
                  <a:pt x="59697" y="91711"/>
                </a:lnTo>
                <a:lnTo>
                  <a:pt x="54448" y="52563"/>
                </a:lnTo>
                <a:lnTo>
                  <a:pt x="54448" y="30784"/>
                </a:lnTo>
                <a:close/>
              </a:path>
              <a:path w="948054" h="194310">
                <a:moveTo>
                  <a:pt x="76437" y="30784"/>
                </a:moveTo>
                <a:lnTo>
                  <a:pt x="70573" y="30784"/>
                </a:lnTo>
                <a:lnTo>
                  <a:pt x="70573" y="52563"/>
                </a:lnTo>
                <a:lnTo>
                  <a:pt x="70368" y="60242"/>
                </a:lnTo>
                <a:lnTo>
                  <a:pt x="70351" y="60900"/>
                </a:lnTo>
                <a:lnTo>
                  <a:pt x="69772" y="68060"/>
                </a:lnTo>
                <a:lnTo>
                  <a:pt x="69683" y="69159"/>
                </a:lnTo>
                <a:lnTo>
                  <a:pt x="68571" y="77340"/>
                </a:lnTo>
                <a:lnTo>
                  <a:pt x="66997" y="85511"/>
                </a:lnTo>
                <a:lnTo>
                  <a:pt x="65111" y="93399"/>
                </a:lnTo>
                <a:lnTo>
                  <a:pt x="62854" y="101063"/>
                </a:lnTo>
                <a:lnTo>
                  <a:pt x="64827" y="106056"/>
                </a:lnTo>
                <a:lnTo>
                  <a:pt x="90586" y="141408"/>
                </a:lnTo>
                <a:lnTo>
                  <a:pt x="109315" y="152874"/>
                </a:lnTo>
                <a:lnTo>
                  <a:pt x="124603" y="130676"/>
                </a:lnTo>
                <a:lnTo>
                  <a:pt x="116366" y="127325"/>
                </a:lnTo>
                <a:lnTo>
                  <a:pt x="109245" y="122857"/>
                </a:lnTo>
                <a:lnTo>
                  <a:pt x="84465" y="91305"/>
                </a:lnTo>
                <a:lnTo>
                  <a:pt x="76519" y="60900"/>
                </a:lnTo>
                <a:lnTo>
                  <a:pt x="76437" y="30784"/>
                </a:lnTo>
                <a:close/>
              </a:path>
              <a:path w="948054" h="194310">
                <a:moveTo>
                  <a:pt x="70573" y="30784"/>
                </a:moveTo>
                <a:lnTo>
                  <a:pt x="54448" y="30784"/>
                </a:lnTo>
                <a:lnTo>
                  <a:pt x="54448" y="52563"/>
                </a:lnTo>
                <a:lnTo>
                  <a:pt x="56282" y="76018"/>
                </a:lnTo>
                <a:lnTo>
                  <a:pt x="56333" y="76397"/>
                </a:lnTo>
                <a:lnTo>
                  <a:pt x="57733" y="83836"/>
                </a:lnTo>
                <a:lnTo>
                  <a:pt x="57799" y="84185"/>
                </a:lnTo>
                <a:lnTo>
                  <a:pt x="59594" y="91305"/>
                </a:lnTo>
                <a:lnTo>
                  <a:pt x="59697" y="91711"/>
                </a:lnTo>
                <a:lnTo>
                  <a:pt x="62040" y="99001"/>
                </a:lnTo>
                <a:lnTo>
                  <a:pt x="62854" y="101063"/>
                </a:lnTo>
                <a:lnTo>
                  <a:pt x="65111" y="93399"/>
                </a:lnTo>
                <a:lnTo>
                  <a:pt x="70573" y="52563"/>
                </a:lnTo>
                <a:lnTo>
                  <a:pt x="70573" y="30784"/>
                </a:lnTo>
                <a:close/>
              </a:path>
              <a:path w="948054" h="194310">
                <a:moveTo>
                  <a:pt x="116645" y="18638"/>
                </a:moveTo>
                <a:lnTo>
                  <a:pt x="7748" y="18638"/>
                </a:lnTo>
                <a:lnTo>
                  <a:pt x="7748" y="41674"/>
                </a:lnTo>
                <a:lnTo>
                  <a:pt x="48375" y="41674"/>
                </a:lnTo>
                <a:lnTo>
                  <a:pt x="48375" y="30784"/>
                </a:lnTo>
                <a:lnTo>
                  <a:pt x="116645" y="30784"/>
                </a:lnTo>
                <a:lnTo>
                  <a:pt x="116645" y="18638"/>
                </a:lnTo>
                <a:close/>
              </a:path>
              <a:path w="948054" h="194310">
                <a:moveTo>
                  <a:pt x="116645" y="30784"/>
                </a:moveTo>
                <a:lnTo>
                  <a:pt x="76437" y="30784"/>
                </a:lnTo>
                <a:lnTo>
                  <a:pt x="76437" y="41674"/>
                </a:lnTo>
                <a:lnTo>
                  <a:pt x="116645" y="41674"/>
                </a:lnTo>
                <a:lnTo>
                  <a:pt x="116645" y="30784"/>
                </a:lnTo>
                <a:close/>
              </a:path>
              <a:path w="948054" h="194310">
                <a:moveTo>
                  <a:pt x="162508" y="209"/>
                </a:moveTo>
                <a:lnTo>
                  <a:pt x="134655" y="209"/>
                </a:lnTo>
                <a:lnTo>
                  <a:pt x="134655" y="194129"/>
                </a:lnTo>
                <a:lnTo>
                  <a:pt x="162508" y="194129"/>
                </a:lnTo>
                <a:lnTo>
                  <a:pt x="162508" y="209"/>
                </a:lnTo>
                <a:close/>
              </a:path>
              <a:path w="948054" h="194310">
                <a:moveTo>
                  <a:pt x="256310" y="128163"/>
                </a:moveTo>
                <a:lnTo>
                  <a:pt x="228457" y="128163"/>
                </a:lnTo>
                <a:lnTo>
                  <a:pt x="228457" y="190779"/>
                </a:lnTo>
                <a:lnTo>
                  <a:pt x="361019" y="190779"/>
                </a:lnTo>
                <a:lnTo>
                  <a:pt x="361019" y="180098"/>
                </a:lnTo>
                <a:lnTo>
                  <a:pt x="256310" y="180098"/>
                </a:lnTo>
                <a:lnTo>
                  <a:pt x="256310" y="128163"/>
                </a:lnTo>
                <a:close/>
              </a:path>
              <a:path w="948054" h="194310">
                <a:moveTo>
                  <a:pt x="361019" y="168371"/>
                </a:moveTo>
                <a:lnTo>
                  <a:pt x="256310" y="168371"/>
                </a:lnTo>
                <a:lnTo>
                  <a:pt x="256310" y="180098"/>
                </a:lnTo>
                <a:lnTo>
                  <a:pt x="361019" y="180098"/>
                </a:lnTo>
                <a:lnTo>
                  <a:pt x="361019" y="168371"/>
                </a:lnTo>
                <a:close/>
              </a:path>
              <a:path w="948054" h="194310">
                <a:moveTo>
                  <a:pt x="356621" y="209"/>
                </a:moveTo>
                <a:lnTo>
                  <a:pt x="328559" y="209"/>
                </a:lnTo>
                <a:lnTo>
                  <a:pt x="328559" y="141984"/>
                </a:lnTo>
                <a:lnTo>
                  <a:pt x="356621" y="141984"/>
                </a:lnTo>
                <a:lnTo>
                  <a:pt x="356621" y="96541"/>
                </a:lnTo>
                <a:lnTo>
                  <a:pt x="339030" y="96541"/>
                </a:lnTo>
                <a:lnTo>
                  <a:pt x="339030" y="74133"/>
                </a:lnTo>
                <a:lnTo>
                  <a:pt x="356621" y="74133"/>
                </a:lnTo>
                <a:lnTo>
                  <a:pt x="356621" y="49422"/>
                </a:lnTo>
                <a:lnTo>
                  <a:pt x="339030" y="49422"/>
                </a:lnTo>
                <a:lnTo>
                  <a:pt x="339030" y="27014"/>
                </a:lnTo>
                <a:lnTo>
                  <a:pt x="356621" y="27014"/>
                </a:lnTo>
                <a:lnTo>
                  <a:pt x="356621" y="209"/>
                </a:lnTo>
                <a:close/>
              </a:path>
              <a:path w="948054" h="194310">
                <a:moveTo>
                  <a:pt x="247724" y="11727"/>
                </a:moveTo>
                <a:lnTo>
                  <a:pt x="211390" y="25758"/>
                </a:lnTo>
                <a:lnTo>
                  <a:pt x="196626" y="61777"/>
                </a:lnTo>
                <a:lnTo>
                  <a:pt x="196950" y="67222"/>
                </a:lnTo>
                <a:lnTo>
                  <a:pt x="216285" y="101999"/>
                </a:lnTo>
                <a:lnTo>
                  <a:pt x="247724" y="112038"/>
                </a:lnTo>
                <a:lnTo>
                  <a:pt x="254766" y="111632"/>
                </a:lnTo>
                <a:lnTo>
                  <a:pt x="285346" y="96541"/>
                </a:lnTo>
                <a:lnTo>
                  <a:pt x="281859" y="96541"/>
                </a:lnTo>
                <a:lnTo>
                  <a:pt x="281859" y="87536"/>
                </a:lnTo>
                <a:lnTo>
                  <a:pt x="243117" y="87536"/>
                </a:lnTo>
                <a:lnTo>
                  <a:pt x="238928" y="86558"/>
                </a:lnTo>
                <a:lnTo>
                  <a:pt x="223013" y="67222"/>
                </a:lnTo>
                <a:lnTo>
                  <a:pt x="223013" y="56472"/>
                </a:lnTo>
                <a:lnTo>
                  <a:pt x="243117" y="36019"/>
                </a:lnTo>
                <a:lnTo>
                  <a:pt x="281859" y="36019"/>
                </a:lnTo>
                <a:lnTo>
                  <a:pt x="281859" y="27014"/>
                </a:lnTo>
                <a:lnTo>
                  <a:pt x="285308" y="27014"/>
                </a:lnTo>
                <a:lnTo>
                  <a:pt x="284163" y="25758"/>
                </a:lnTo>
                <a:lnTo>
                  <a:pt x="254766" y="12133"/>
                </a:lnTo>
                <a:lnTo>
                  <a:pt x="247724" y="11727"/>
                </a:lnTo>
                <a:close/>
              </a:path>
              <a:path w="948054" h="194310">
                <a:moveTo>
                  <a:pt x="297568" y="74133"/>
                </a:moveTo>
                <a:lnTo>
                  <a:pt x="281859" y="74133"/>
                </a:lnTo>
                <a:lnTo>
                  <a:pt x="281859" y="96541"/>
                </a:lnTo>
                <a:lnTo>
                  <a:pt x="285346" y="96541"/>
                </a:lnTo>
                <a:lnTo>
                  <a:pt x="288456" y="93098"/>
                </a:lnTo>
                <a:lnTo>
                  <a:pt x="292120" y="87745"/>
                </a:lnTo>
                <a:lnTo>
                  <a:pt x="295144" y="81803"/>
                </a:lnTo>
                <a:lnTo>
                  <a:pt x="297196" y="75808"/>
                </a:lnTo>
                <a:lnTo>
                  <a:pt x="297303" y="75494"/>
                </a:lnTo>
                <a:lnTo>
                  <a:pt x="297568" y="74133"/>
                </a:lnTo>
                <a:close/>
              </a:path>
              <a:path w="948054" h="194310">
                <a:moveTo>
                  <a:pt x="328559" y="74133"/>
                </a:moveTo>
                <a:lnTo>
                  <a:pt x="297568" y="74133"/>
                </a:lnTo>
                <a:lnTo>
                  <a:pt x="297303" y="75494"/>
                </a:lnTo>
                <a:lnTo>
                  <a:pt x="295144" y="81803"/>
                </a:lnTo>
                <a:lnTo>
                  <a:pt x="292227" y="87536"/>
                </a:lnTo>
                <a:lnTo>
                  <a:pt x="292120" y="87745"/>
                </a:lnTo>
                <a:lnTo>
                  <a:pt x="288456" y="93098"/>
                </a:lnTo>
                <a:lnTo>
                  <a:pt x="285346" y="96541"/>
                </a:lnTo>
                <a:lnTo>
                  <a:pt x="328559" y="96541"/>
                </a:lnTo>
                <a:lnTo>
                  <a:pt x="328559" y="74133"/>
                </a:lnTo>
                <a:close/>
              </a:path>
              <a:path w="948054" h="194310">
                <a:moveTo>
                  <a:pt x="356621" y="74133"/>
                </a:moveTo>
                <a:lnTo>
                  <a:pt x="339030" y="74133"/>
                </a:lnTo>
                <a:lnTo>
                  <a:pt x="339030" y="96541"/>
                </a:lnTo>
                <a:lnTo>
                  <a:pt x="356621" y="96541"/>
                </a:lnTo>
                <a:lnTo>
                  <a:pt x="356621" y="74133"/>
                </a:lnTo>
                <a:close/>
              </a:path>
              <a:path w="948054" h="194310">
                <a:moveTo>
                  <a:pt x="281859" y="36019"/>
                </a:moveTo>
                <a:lnTo>
                  <a:pt x="252471" y="36019"/>
                </a:lnTo>
                <a:lnTo>
                  <a:pt x="256660" y="37066"/>
                </a:lnTo>
                <a:lnTo>
                  <a:pt x="260289" y="39161"/>
                </a:lnTo>
                <a:lnTo>
                  <a:pt x="264058" y="41255"/>
                </a:lnTo>
                <a:lnTo>
                  <a:pt x="266990" y="44256"/>
                </a:lnTo>
                <a:lnTo>
                  <a:pt x="268972" y="47956"/>
                </a:lnTo>
                <a:lnTo>
                  <a:pt x="271319" y="51935"/>
                </a:lnTo>
                <a:lnTo>
                  <a:pt x="272435" y="56472"/>
                </a:lnTo>
                <a:lnTo>
                  <a:pt x="272435" y="67222"/>
                </a:lnTo>
                <a:lnTo>
                  <a:pt x="271319" y="71899"/>
                </a:lnTo>
                <a:lnTo>
                  <a:pt x="269084" y="75808"/>
                </a:lnTo>
                <a:lnTo>
                  <a:pt x="266990" y="79578"/>
                </a:lnTo>
                <a:lnTo>
                  <a:pt x="264058" y="82510"/>
                </a:lnTo>
                <a:lnTo>
                  <a:pt x="260289" y="84604"/>
                </a:lnTo>
                <a:lnTo>
                  <a:pt x="256660" y="86558"/>
                </a:lnTo>
                <a:lnTo>
                  <a:pt x="252471" y="87536"/>
                </a:lnTo>
                <a:lnTo>
                  <a:pt x="281859" y="87536"/>
                </a:lnTo>
                <a:lnTo>
                  <a:pt x="281859" y="74133"/>
                </a:lnTo>
                <a:lnTo>
                  <a:pt x="297568" y="74133"/>
                </a:lnTo>
                <a:lnTo>
                  <a:pt x="298599" y="68819"/>
                </a:lnTo>
                <a:lnTo>
                  <a:pt x="299031" y="61777"/>
                </a:lnTo>
                <a:lnTo>
                  <a:pt x="298709" y="56472"/>
                </a:lnTo>
                <a:lnTo>
                  <a:pt x="298599" y="54657"/>
                </a:lnTo>
                <a:lnTo>
                  <a:pt x="297587" y="49422"/>
                </a:lnTo>
                <a:lnTo>
                  <a:pt x="281859" y="49422"/>
                </a:lnTo>
                <a:lnTo>
                  <a:pt x="281859" y="36019"/>
                </a:lnTo>
                <a:close/>
              </a:path>
              <a:path w="948054" h="194310">
                <a:moveTo>
                  <a:pt x="285308" y="27014"/>
                </a:moveTo>
                <a:lnTo>
                  <a:pt x="281859" y="27014"/>
                </a:lnTo>
                <a:lnTo>
                  <a:pt x="281859" y="49422"/>
                </a:lnTo>
                <a:lnTo>
                  <a:pt x="297587" y="49422"/>
                </a:lnTo>
                <a:lnTo>
                  <a:pt x="297344" y="48165"/>
                </a:lnTo>
                <a:lnTo>
                  <a:pt x="297303" y="47956"/>
                </a:lnTo>
                <a:lnTo>
                  <a:pt x="295144" y="41674"/>
                </a:lnTo>
                <a:lnTo>
                  <a:pt x="292228" y="36019"/>
                </a:lnTo>
                <a:lnTo>
                  <a:pt x="292120" y="35810"/>
                </a:lnTo>
                <a:lnTo>
                  <a:pt x="288456" y="30470"/>
                </a:lnTo>
                <a:lnTo>
                  <a:pt x="285308" y="27014"/>
                </a:lnTo>
                <a:close/>
              </a:path>
              <a:path w="948054" h="194310">
                <a:moveTo>
                  <a:pt x="328559" y="27014"/>
                </a:moveTo>
                <a:lnTo>
                  <a:pt x="285308" y="27014"/>
                </a:lnTo>
                <a:lnTo>
                  <a:pt x="288456" y="30470"/>
                </a:lnTo>
                <a:lnTo>
                  <a:pt x="292120" y="35810"/>
                </a:lnTo>
                <a:lnTo>
                  <a:pt x="295144" y="41674"/>
                </a:lnTo>
                <a:lnTo>
                  <a:pt x="297303" y="47956"/>
                </a:lnTo>
                <a:lnTo>
                  <a:pt x="297587" y="49422"/>
                </a:lnTo>
                <a:lnTo>
                  <a:pt x="328559" y="49422"/>
                </a:lnTo>
                <a:lnTo>
                  <a:pt x="328559" y="27014"/>
                </a:lnTo>
                <a:close/>
              </a:path>
              <a:path w="948054" h="194310">
                <a:moveTo>
                  <a:pt x="356621" y="27014"/>
                </a:moveTo>
                <a:lnTo>
                  <a:pt x="339030" y="27014"/>
                </a:lnTo>
                <a:lnTo>
                  <a:pt x="339030" y="49422"/>
                </a:lnTo>
                <a:lnTo>
                  <a:pt x="356621" y="49422"/>
                </a:lnTo>
                <a:lnTo>
                  <a:pt x="356621" y="27014"/>
                </a:lnTo>
                <a:close/>
              </a:path>
              <a:path w="948054" h="194310">
                <a:moveTo>
                  <a:pt x="490633" y="15287"/>
                </a:moveTo>
                <a:lnTo>
                  <a:pt x="396604" y="15287"/>
                </a:lnTo>
                <a:lnTo>
                  <a:pt x="396604" y="109315"/>
                </a:lnTo>
                <a:lnTo>
                  <a:pt x="490633" y="109315"/>
                </a:lnTo>
                <a:lnTo>
                  <a:pt x="490633" y="87117"/>
                </a:lnTo>
                <a:lnTo>
                  <a:pt x="424038" y="87117"/>
                </a:lnTo>
                <a:lnTo>
                  <a:pt x="424038" y="37485"/>
                </a:lnTo>
                <a:lnTo>
                  <a:pt x="490633" y="37485"/>
                </a:lnTo>
                <a:lnTo>
                  <a:pt x="490633" y="15287"/>
                </a:lnTo>
                <a:close/>
              </a:path>
              <a:path w="948054" h="194310">
                <a:moveTo>
                  <a:pt x="490633" y="37485"/>
                </a:moveTo>
                <a:lnTo>
                  <a:pt x="463408" y="37485"/>
                </a:lnTo>
                <a:lnTo>
                  <a:pt x="463408" y="87117"/>
                </a:lnTo>
                <a:lnTo>
                  <a:pt x="490633" y="87117"/>
                </a:lnTo>
                <a:lnTo>
                  <a:pt x="490633" y="37485"/>
                </a:lnTo>
                <a:close/>
              </a:path>
              <a:path w="948054" h="194310">
                <a:moveTo>
                  <a:pt x="548013" y="209"/>
                </a:moveTo>
                <a:lnTo>
                  <a:pt x="520161" y="209"/>
                </a:lnTo>
                <a:lnTo>
                  <a:pt x="520161" y="138005"/>
                </a:lnTo>
                <a:lnTo>
                  <a:pt x="548013" y="138005"/>
                </a:lnTo>
                <a:lnTo>
                  <a:pt x="548013" y="209"/>
                </a:lnTo>
                <a:close/>
              </a:path>
              <a:path w="948054" h="194310">
                <a:moveTo>
                  <a:pt x="446655" y="125650"/>
                </a:moveTo>
                <a:lnTo>
                  <a:pt x="418802" y="125650"/>
                </a:lnTo>
                <a:lnTo>
                  <a:pt x="418802" y="189941"/>
                </a:lnTo>
                <a:lnTo>
                  <a:pt x="553039" y="189941"/>
                </a:lnTo>
                <a:lnTo>
                  <a:pt x="553039" y="177585"/>
                </a:lnTo>
                <a:lnTo>
                  <a:pt x="446655" y="177585"/>
                </a:lnTo>
                <a:lnTo>
                  <a:pt x="446655" y="125650"/>
                </a:lnTo>
                <a:close/>
              </a:path>
              <a:path w="948054" h="194310">
                <a:moveTo>
                  <a:pt x="553039" y="167743"/>
                </a:moveTo>
                <a:lnTo>
                  <a:pt x="446655" y="167743"/>
                </a:lnTo>
                <a:lnTo>
                  <a:pt x="446655" y="177585"/>
                </a:lnTo>
                <a:lnTo>
                  <a:pt x="553039" y="177585"/>
                </a:lnTo>
                <a:lnTo>
                  <a:pt x="553039" y="167743"/>
                </a:lnTo>
                <a:close/>
              </a:path>
              <a:path w="948054" h="194310">
                <a:moveTo>
                  <a:pt x="732075" y="0"/>
                </a:moveTo>
                <a:lnTo>
                  <a:pt x="704222" y="0"/>
                </a:lnTo>
                <a:lnTo>
                  <a:pt x="704222" y="108268"/>
                </a:lnTo>
                <a:lnTo>
                  <a:pt x="732075" y="108268"/>
                </a:lnTo>
                <a:lnTo>
                  <a:pt x="732075" y="64919"/>
                </a:lnTo>
                <a:lnTo>
                  <a:pt x="724535" y="64919"/>
                </a:lnTo>
                <a:lnTo>
                  <a:pt x="724535" y="42302"/>
                </a:lnTo>
                <a:lnTo>
                  <a:pt x="732075" y="42302"/>
                </a:lnTo>
                <a:lnTo>
                  <a:pt x="732075" y="0"/>
                </a:lnTo>
                <a:close/>
              </a:path>
              <a:path w="948054" h="194310">
                <a:moveTo>
                  <a:pt x="732075" y="42302"/>
                </a:moveTo>
                <a:lnTo>
                  <a:pt x="724535" y="42302"/>
                </a:lnTo>
                <a:lnTo>
                  <a:pt x="724535" y="64919"/>
                </a:lnTo>
                <a:lnTo>
                  <a:pt x="732075" y="64919"/>
                </a:lnTo>
                <a:lnTo>
                  <a:pt x="732075" y="42302"/>
                </a:lnTo>
                <a:close/>
              </a:path>
              <a:path w="948054" h="194310">
                <a:moveTo>
                  <a:pt x="757833" y="42302"/>
                </a:moveTo>
                <a:lnTo>
                  <a:pt x="732075" y="42302"/>
                </a:lnTo>
                <a:lnTo>
                  <a:pt x="732075" y="64919"/>
                </a:lnTo>
                <a:lnTo>
                  <a:pt x="757833" y="64919"/>
                </a:lnTo>
                <a:lnTo>
                  <a:pt x="757833" y="42302"/>
                </a:lnTo>
                <a:close/>
              </a:path>
              <a:path w="948054" h="194310">
                <a:moveTo>
                  <a:pt x="665270" y="11099"/>
                </a:moveTo>
                <a:lnTo>
                  <a:pt x="648726" y="11099"/>
                </a:lnTo>
                <a:lnTo>
                  <a:pt x="648726" y="25130"/>
                </a:lnTo>
                <a:lnTo>
                  <a:pt x="648229" y="32250"/>
                </a:lnTo>
                <a:lnTo>
                  <a:pt x="624473" y="69866"/>
                </a:lnTo>
                <a:lnTo>
                  <a:pt x="588951" y="87614"/>
                </a:lnTo>
                <a:lnTo>
                  <a:pt x="577524" y="90886"/>
                </a:lnTo>
                <a:lnTo>
                  <a:pt x="588414" y="112666"/>
                </a:lnTo>
                <a:lnTo>
                  <a:pt x="626816" y="97823"/>
                </a:lnTo>
                <a:lnTo>
                  <a:pt x="662038" y="66843"/>
                </a:lnTo>
                <a:lnTo>
                  <a:pt x="676001" y="33297"/>
                </a:lnTo>
                <a:lnTo>
                  <a:pt x="665270" y="33297"/>
                </a:lnTo>
                <a:lnTo>
                  <a:pt x="665270" y="11099"/>
                </a:lnTo>
                <a:close/>
              </a:path>
              <a:path w="948054" h="194310">
                <a:moveTo>
                  <a:pt x="648726" y="11099"/>
                </a:moveTo>
                <a:lnTo>
                  <a:pt x="586739" y="11099"/>
                </a:lnTo>
                <a:lnTo>
                  <a:pt x="586739" y="33297"/>
                </a:lnTo>
                <a:lnTo>
                  <a:pt x="648003" y="33297"/>
                </a:lnTo>
                <a:lnTo>
                  <a:pt x="648229" y="32250"/>
                </a:lnTo>
                <a:lnTo>
                  <a:pt x="648726" y="25130"/>
                </a:lnTo>
                <a:lnTo>
                  <a:pt x="648726" y="11099"/>
                </a:lnTo>
                <a:close/>
              </a:path>
              <a:path w="948054" h="194310">
                <a:moveTo>
                  <a:pt x="678254" y="11099"/>
                </a:moveTo>
                <a:lnTo>
                  <a:pt x="665270" y="11099"/>
                </a:lnTo>
                <a:lnTo>
                  <a:pt x="665270" y="33297"/>
                </a:lnTo>
                <a:lnTo>
                  <a:pt x="676001" y="33297"/>
                </a:lnTo>
                <a:lnTo>
                  <a:pt x="677600" y="23637"/>
                </a:lnTo>
                <a:lnTo>
                  <a:pt x="678254" y="11099"/>
                </a:lnTo>
                <a:close/>
              </a:path>
              <a:path w="948054" h="194310">
                <a:moveTo>
                  <a:pt x="732075" y="115807"/>
                </a:moveTo>
                <a:lnTo>
                  <a:pt x="606424" y="115807"/>
                </a:lnTo>
                <a:lnTo>
                  <a:pt x="606424" y="192035"/>
                </a:lnTo>
                <a:lnTo>
                  <a:pt x="732075" y="192035"/>
                </a:lnTo>
                <a:lnTo>
                  <a:pt x="732075" y="170046"/>
                </a:lnTo>
                <a:lnTo>
                  <a:pt x="633858" y="170046"/>
                </a:lnTo>
                <a:lnTo>
                  <a:pt x="633858" y="137796"/>
                </a:lnTo>
                <a:lnTo>
                  <a:pt x="732075" y="137796"/>
                </a:lnTo>
                <a:lnTo>
                  <a:pt x="732075" y="115807"/>
                </a:lnTo>
                <a:close/>
              </a:path>
              <a:path w="948054" h="194310">
                <a:moveTo>
                  <a:pt x="732075" y="137796"/>
                </a:moveTo>
                <a:lnTo>
                  <a:pt x="704850" y="137796"/>
                </a:lnTo>
                <a:lnTo>
                  <a:pt x="704850" y="170046"/>
                </a:lnTo>
                <a:lnTo>
                  <a:pt x="732075" y="170046"/>
                </a:lnTo>
                <a:lnTo>
                  <a:pt x="732075" y="137796"/>
                </a:lnTo>
                <a:close/>
              </a:path>
              <a:path w="948054" h="194310">
                <a:moveTo>
                  <a:pt x="845982" y="149523"/>
                </a:moveTo>
                <a:lnTo>
                  <a:pt x="772267" y="149523"/>
                </a:lnTo>
                <a:lnTo>
                  <a:pt x="772267" y="172350"/>
                </a:lnTo>
                <a:lnTo>
                  <a:pt x="947968" y="172350"/>
                </a:lnTo>
                <a:lnTo>
                  <a:pt x="947968" y="156853"/>
                </a:lnTo>
                <a:lnTo>
                  <a:pt x="845982" y="156853"/>
                </a:lnTo>
                <a:lnTo>
                  <a:pt x="845982" y="149523"/>
                </a:lnTo>
                <a:close/>
              </a:path>
              <a:path w="948054" h="194310">
                <a:moveTo>
                  <a:pt x="873625" y="96750"/>
                </a:moveTo>
                <a:lnTo>
                  <a:pt x="845982" y="96750"/>
                </a:lnTo>
                <a:lnTo>
                  <a:pt x="845982" y="156853"/>
                </a:lnTo>
                <a:lnTo>
                  <a:pt x="873625" y="156853"/>
                </a:lnTo>
                <a:lnTo>
                  <a:pt x="873625" y="96750"/>
                </a:lnTo>
                <a:close/>
              </a:path>
              <a:path w="948054" h="194310">
                <a:moveTo>
                  <a:pt x="947968" y="149523"/>
                </a:moveTo>
                <a:lnTo>
                  <a:pt x="873625" y="149523"/>
                </a:lnTo>
                <a:lnTo>
                  <a:pt x="873625" y="156853"/>
                </a:lnTo>
                <a:lnTo>
                  <a:pt x="947968" y="156853"/>
                </a:lnTo>
                <a:lnTo>
                  <a:pt x="947968" y="149523"/>
                </a:lnTo>
                <a:close/>
              </a:path>
              <a:path w="948054" h="194310">
                <a:moveTo>
                  <a:pt x="927655" y="13402"/>
                </a:moveTo>
                <a:lnTo>
                  <a:pt x="792790" y="13402"/>
                </a:lnTo>
                <a:lnTo>
                  <a:pt x="792790" y="108896"/>
                </a:lnTo>
                <a:lnTo>
                  <a:pt x="845982" y="108896"/>
                </a:lnTo>
                <a:lnTo>
                  <a:pt x="845982" y="96750"/>
                </a:lnTo>
                <a:lnTo>
                  <a:pt x="929121" y="96750"/>
                </a:lnTo>
                <a:lnTo>
                  <a:pt x="929121" y="96122"/>
                </a:lnTo>
                <a:lnTo>
                  <a:pt x="820433" y="96122"/>
                </a:lnTo>
                <a:lnTo>
                  <a:pt x="820433" y="35601"/>
                </a:lnTo>
                <a:lnTo>
                  <a:pt x="927655" y="35601"/>
                </a:lnTo>
                <a:lnTo>
                  <a:pt x="927655" y="13402"/>
                </a:lnTo>
                <a:close/>
              </a:path>
              <a:path w="948054" h="194310">
                <a:moveTo>
                  <a:pt x="929121" y="96750"/>
                </a:moveTo>
                <a:lnTo>
                  <a:pt x="873625" y="96750"/>
                </a:lnTo>
                <a:lnTo>
                  <a:pt x="873625" y="108896"/>
                </a:lnTo>
                <a:lnTo>
                  <a:pt x="929121" y="108896"/>
                </a:lnTo>
                <a:lnTo>
                  <a:pt x="929121" y="96750"/>
                </a:lnTo>
                <a:close/>
              </a:path>
              <a:path w="948054" h="194310">
                <a:moveTo>
                  <a:pt x="929121" y="86489"/>
                </a:moveTo>
                <a:lnTo>
                  <a:pt x="820433" y="86489"/>
                </a:lnTo>
                <a:lnTo>
                  <a:pt x="820433" y="96122"/>
                </a:lnTo>
                <a:lnTo>
                  <a:pt x="929121" y="96122"/>
                </a:lnTo>
                <a:lnTo>
                  <a:pt x="929121" y="86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object 5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73733" y="2807244"/>
            <a:ext cx="792271" cy="195595"/>
          </a:xfrm>
          <a:prstGeom prst="rect">
            <a:avLst/>
          </a:prstGeom>
        </p:spPr>
      </p:pic>
      <p:sp>
        <p:nvSpPr>
          <p:cNvPr id="60" name="object 60"/>
          <p:cNvSpPr/>
          <p:nvPr/>
        </p:nvSpPr>
        <p:spPr>
          <a:xfrm>
            <a:off x="14847949" y="2808500"/>
            <a:ext cx="548640" cy="194945"/>
          </a:xfrm>
          <a:custGeom>
            <a:avLst/>
            <a:gdLst/>
            <a:ahLst/>
            <a:cxnLst/>
            <a:rect l="l" t="t" r="r" b="b"/>
            <a:pathLst>
              <a:path w="548640" h="194944">
                <a:moveTo>
                  <a:pt x="153921" y="0"/>
                </a:moveTo>
                <a:lnTo>
                  <a:pt x="125859" y="0"/>
                </a:lnTo>
                <a:lnTo>
                  <a:pt x="125859" y="193920"/>
                </a:lnTo>
                <a:lnTo>
                  <a:pt x="153921" y="193920"/>
                </a:lnTo>
                <a:lnTo>
                  <a:pt x="153921" y="97169"/>
                </a:lnTo>
                <a:lnTo>
                  <a:pt x="146801" y="97169"/>
                </a:lnTo>
                <a:lnTo>
                  <a:pt x="146801" y="74342"/>
                </a:lnTo>
                <a:lnTo>
                  <a:pt x="153921" y="74342"/>
                </a:lnTo>
                <a:lnTo>
                  <a:pt x="153921" y="0"/>
                </a:lnTo>
                <a:close/>
              </a:path>
              <a:path w="548640" h="194944">
                <a:moveTo>
                  <a:pt x="153921" y="74342"/>
                </a:moveTo>
                <a:lnTo>
                  <a:pt x="146801" y="74342"/>
                </a:lnTo>
                <a:lnTo>
                  <a:pt x="146801" y="97169"/>
                </a:lnTo>
                <a:lnTo>
                  <a:pt x="153921" y="97169"/>
                </a:lnTo>
                <a:lnTo>
                  <a:pt x="153921" y="74342"/>
                </a:lnTo>
                <a:close/>
              </a:path>
              <a:path w="548640" h="194944">
                <a:moveTo>
                  <a:pt x="180936" y="74342"/>
                </a:moveTo>
                <a:lnTo>
                  <a:pt x="153921" y="74342"/>
                </a:lnTo>
                <a:lnTo>
                  <a:pt x="153921" y="97169"/>
                </a:lnTo>
                <a:lnTo>
                  <a:pt x="180936" y="97169"/>
                </a:lnTo>
                <a:lnTo>
                  <a:pt x="180936" y="74342"/>
                </a:lnTo>
                <a:close/>
              </a:path>
              <a:path w="548640" h="194944">
                <a:moveTo>
                  <a:pt x="89421" y="20104"/>
                </a:moveTo>
                <a:lnTo>
                  <a:pt x="74971" y="20104"/>
                </a:lnTo>
                <a:lnTo>
                  <a:pt x="74971" y="25130"/>
                </a:lnTo>
                <a:lnTo>
                  <a:pt x="74461" y="37812"/>
                </a:lnTo>
                <a:lnTo>
                  <a:pt x="62275" y="82444"/>
                </a:lnTo>
                <a:lnTo>
                  <a:pt x="33258" y="117797"/>
                </a:lnTo>
                <a:lnTo>
                  <a:pt x="0" y="139471"/>
                </a:lnTo>
                <a:lnTo>
                  <a:pt x="15706" y="160623"/>
                </a:lnTo>
                <a:lnTo>
                  <a:pt x="56542" y="133372"/>
                </a:lnTo>
                <a:lnTo>
                  <a:pt x="83138" y="100101"/>
                </a:lnTo>
                <a:lnTo>
                  <a:pt x="97693" y="62000"/>
                </a:lnTo>
                <a:lnTo>
                  <a:pt x="100976" y="42511"/>
                </a:lnTo>
                <a:lnTo>
                  <a:pt x="89421" y="42511"/>
                </a:lnTo>
                <a:lnTo>
                  <a:pt x="89421" y="20104"/>
                </a:lnTo>
                <a:close/>
              </a:path>
              <a:path w="548640" h="194944">
                <a:moveTo>
                  <a:pt x="74971" y="20104"/>
                </a:moveTo>
                <a:lnTo>
                  <a:pt x="10680" y="20104"/>
                </a:lnTo>
                <a:lnTo>
                  <a:pt x="10680" y="42511"/>
                </a:lnTo>
                <a:lnTo>
                  <a:pt x="73865" y="42511"/>
                </a:lnTo>
                <a:lnTo>
                  <a:pt x="74461" y="37812"/>
                </a:lnTo>
                <a:lnTo>
                  <a:pt x="74971" y="25130"/>
                </a:lnTo>
                <a:lnTo>
                  <a:pt x="74971" y="20104"/>
                </a:lnTo>
                <a:close/>
              </a:path>
              <a:path w="548640" h="194944">
                <a:moveTo>
                  <a:pt x="102404" y="20104"/>
                </a:moveTo>
                <a:lnTo>
                  <a:pt x="89421" y="20104"/>
                </a:lnTo>
                <a:lnTo>
                  <a:pt x="89421" y="42511"/>
                </a:lnTo>
                <a:lnTo>
                  <a:pt x="100976" y="42511"/>
                </a:lnTo>
                <a:lnTo>
                  <a:pt x="101881" y="34462"/>
                </a:lnTo>
                <a:lnTo>
                  <a:pt x="102404" y="20104"/>
                </a:lnTo>
                <a:close/>
              </a:path>
              <a:path w="548640" h="194944">
                <a:moveTo>
                  <a:pt x="281860" y="124184"/>
                </a:moveTo>
                <a:lnTo>
                  <a:pt x="242279" y="129367"/>
                </a:lnTo>
                <a:lnTo>
                  <a:pt x="214637" y="159366"/>
                </a:lnTo>
                <a:lnTo>
                  <a:pt x="215749" y="167180"/>
                </a:lnTo>
                <a:lnTo>
                  <a:pt x="253797" y="192035"/>
                </a:lnTo>
                <a:lnTo>
                  <a:pt x="281860" y="194339"/>
                </a:lnTo>
                <a:lnTo>
                  <a:pt x="296728" y="193763"/>
                </a:lnTo>
                <a:lnTo>
                  <a:pt x="339161" y="180059"/>
                </a:lnTo>
                <a:lnTo>
                  <a:pt x="345225" y="173188"/>
                </a:lnTo>
                <a:lnTo>
                  <a:pt x="273203" y="173188"/>
                </a:lnTo>
                <a:lnTo>
                  <a:pt x="265944" y="172699"/>
                </a:lnTo>
                <a:lnTo>
                  <a:pt x="254356" y="170744"/>
                </a:lnTo>
                <a:lnTo>
                  <a:pt x="250028" y="169209"/>
                </a:lnTo>
                <a:lnTo>
                  <a:pt x="244164" y="165020"/>
                </a:lnTo>
                <a:lnTo>
                  <a:pt x="242698" y="162438"/>
                </a:lnTo>
                <a:lnTo>
                  <a:pt x="242698" y="156015"/>
                </a:lnTo>
                <a:lnTo>
                  <a:pt x="244164" y="153363"/>
                </a:lnTo>
                <a:lnTo>
                  <a:pt x="247096" y="151408"/>
                </a:lnTo>
                <a:lnTo>
                  <a:pt x="250028" y="149314"/>
                </a:lnTo>
                <a:lnTo>
                  <a:pt x="254356" y="147778"/>
                </a:lnTo>
                <a:lnTo>
                  <a:pt x="265944" y="145824"/>
                </a:lnTo>
                <a:lnTo>
                  <a:pt x="273203" y="145335"/>
                </a:lnTo>
                <a:lnTo>
                  <a:pt x="345245" y="145335"/>
                </a:lnTo>
                <a:lnTo>
                  <a:pt x="344789" y="144393"/>
                </a:lnTo>
                <a:lnTo>
                  <a:pt x="339161" y="138398"/>
                </a:lnTo>
                <a:lnTo>
                  <a:pt x="331282" y="133398"/>
                </a:lnTo>
                <a:lnTo>
                  <a:pt x="327703" y="131932"/>
                </a:lnTo>
                <a:lnTo>
                  <a:pt x="268457" y="131932"/>
                </a:lnTo>
                <a:lnTo>
                  <a:pt x="268457" y="124760"/>
                </a:lnTo>
                <a:lnTo>
                  <a:pt x="296728" y="124760"/>
                </a:lnTo>
                <a:lnTo>
                  <a:pt x="281860" y="124184"/>
                </a:lnTo>
                <a:close/>
              </a:path>
              <a:path w="548640" h="194944">
                <a:moveTo>
                  <a:pt x="345245" y="145335"/>
                </a:moveTo>
                <a:lnTo>
                  <a:pt x="290515" y="145335"/>
                </a:lnTo>
                <a:lnTo>
                  <a:pt x="297705" y="145824"/>
                </a:lnTo>
                <a:lnTo>
                  <a:pt x="309293" y="147778"/>
                </a:lnTo>
                <a:lnTo>
                  <a:pt x="313691" y="149314"/>
                </a:lnTo>
                <a:lnTo>
                  <a:pt x="316623" y="151408"/>
                </a:lnTo>
                <a:lnTo>
                  <a:pt x="319555" y="153363"/>
                </a:lnTo>
                <a:lnTo>
                  <a:pt x="321021" y="156015"/>
                </a:lnTo>
                <a:lnTo>
                  <a:pt x="321021" y="162438"/>
                </a:lnTo>
                <a:lnTo>
                  <a:pt x="290515" y="173188"/>
                </a:lnTo>
                <a:lnTo>
                  <a:pt x="345225" y="173188"/>
                </a:lnTo>
                <a:lnTo>
                  <a:pt x="348166" y="167180"/>
                </a:lnTo>
                <a:lnTo>
                  <a:pt x="349292" y="159366"/>
                </a:lnTo>
                <a:lnTo>
                  <a:pt x="348170" y="151408"/>
                </a:lnTo>
                <a:lnTo>
                  <a:pt x="345245" y="145335"/>
                </a:lnTo>
                <a:close/>
              </a:path>
              <a:path w="548640" h="194944">
                <a:moveTo>
                  <a:pt x="296100" y="97797"/>
                </a:moveTo>
                <a:lnTo>
                  <a:pt x="268457" y="97797"/>
                </a:lnTo>
                <a:lnTo>
                  <a:pt x="268457" y="131932"/>
                </a:lnTo>
                <a:lnTo>
                  <a:pt x="296100" y="131932"/>
                </a:lnTo>
                <a:lnTo>
                  <a:pt x="296100" y="124760"/>
                </a:lnTo>
                <a:lnTo>
                  <a:pt x="266991" y="124760"/>
                </a:lnTo>
                <a:lnTo>
                  <a:pt x="281860" y="124184"/>
                </a:lnTo>
                <a:lnTo>
                  <a:pt x="296100" y="124184"/>
                </a:lnTo>
                <a:lnTo>
                  <a:pt x="296100" y="97797"/>
                </a:lnTo>
                <a:close/>
              </a:path>
              <a:path w="548640" h="194944">
                <a:moveTo>
                  <a:pt x="296728" y="124760"/>
                </a:moveTo>
                <a:lnTo>
                  <a:pt x="296100" y="124760"/>
                </a:lnTo>
                <a:lnTo>
                  <a:pt x="296100" y="131932"/>
                </a:lnTo>
                <a:lnTo>
                  <a:pt x="327703" y="131932"/>
                </a:lnTo>
                <a:lnTo>
                  <a:pt x="321439" y="129367"/>
                </a:lnTo>
                <a:lnTo>
                  <a:pt x="309921" y="126488"/>
                </a:lnTo>
                <a:lnTo>
                  <a:pt x="296728" y="124760"/>
                </a:lnTo>
                <a:close/>
              </a:path>
              <a:path w="548640" h="194944">
                <a:moveTo>
                  <a:pt x="296100" y="124184"/>
                </a:moveTo>
                <a:lnTo>
                  <a:pt x="281860" y="124184"/>
                </a:lnTo>
                <a:lnTo>
                  <a:pt x="296728" y="124760"/>
                </a:lnTo>
                <a:lnTo>
                  <a:pt x="296100" y="124760"/>
                </a:lnTo>
                <a:lnTo>
                  <a:pt x="296100" y="124184"/>
                </a:lnTo>
                <a:close/>
              </a:path>
              <a:path w="548640" h="194944">
                <a:moveTo>
                  <a:pt x="370024" y="88373"/>
                </a:moveTo>
                <a:lnTo>
                  <a:pt x="194532" y="88373"/>
                </a:lnTo>
                <a:lnTo>
                  <a:pt x="194532" y="110572"/>
                </a:lnTo>
                <a:lnTo>
                  <a:pt x="268457" y="110572"/>
                </a:lnTo>
                <a:lnTo>
                  <a:pt x="268457" y="97797"/>
                </a:lnTo>
                <a:lnTo>
                  <a:pt x="370024" y="97797"/>
                </a:lnTo>
                <a:lnTo>
                  <a:pt x="370024" y="88373"/>
                </a:lnTo>
                <a:close/>
              </a:path>
              <a:path w="548640" h="194944">
                <a:moveTo>
                  <a:pt x="370024" y="97797"/>
                </a:moveTo>
                <a:lnTo>
                  <a:pt x="296100" y="97797"/>
                </a:lnTo>
                <a:lnTo>
                  <a:pt x="296100" y="110572"/>
                </a:lnTo>
                <a:lnTo>
                  <a:pt x="370024" y="110572"/>
                </a:lnTo>
                <a:lnTo>
                  <a:pt x="370024" y="97797"/>
                </a:lnTo>
                <a:close/>
              </a:path>
              <a:path w="548640" h="194944">
                <a:moveTo>
                  <a:pt x="276834" y="18638"/>
                </a:moveTo>
                <a:lnTo>
                  <a:pt x="263221" y="18638"/>
                </a:lnTo>
                <a:lnTo>
                  <a:pt x="263221" y="26316"/>
                </a:lnTo>
                <a:lnTo>
                  <a:pt x="262523" y="29109"/>
                </a:lnTo>
                <a:lnTo>
                  <a:pt x="231390" y="53820"/>
                </a:lnTo>
                <a:lnTo>
                  <a:pt x="202071" y="59055"/>
                </a:lnTo>
                <a:lnTo>
                  <a:pt x="211705" y="81044"/>
                </a:lnTo>
                <a:lnTo>
                  <a:pt x="253771" y="70713"/>
                </a:lnTo>
                <a:lnTo>
                  <a:pt x="282314" y="45908"/>
                </a:lnTo>
                <a:lnTo>
                  <a:pt x="282069" y="45513"/>
                </a:lnTo>
                <a:lnTo>
                  <a:pt x="279384" y="38672"/>
                </a:lnTo>
                <a:lnTo>
                  <a:pt x="277881" y="34763"/>
                </a:lnTo>
                <a:lnTo>
                  <a:pt x="276898" y="29457"/>
                </a:lnTo>
                <a:lnTo>
                  <a:pt x="276834" y="18638"/>
                </a:lnTo>
                <a:close/>
              </a:path>
              <a:path w="548640" h="194944">
                <a:moveTo>
                  <a:pt x="301335" y="18638"/>
                </a:moveTo>
                <a:lnTo>
                  <a:pt x="287933" y="18638"/>
                </a:lnTo>
                <a:lnTo>
                  <a:pt x="287867" y="29457"/>
                </a:lnTo>
                <a:lnTo>
                  <a:pt x="286858" y="34763"/>
                </a:lnTo>
                <a:lnTo>
                  <a:pt x="282697" y="45303"/>
                </a:lnTo>
                <a:lnTo>
                  <a:pt x="282314" y="45908"/>
                </a:lnTo>
                <a:lnTo>
                  <a:pt x="285140" y="50469"/>
                </a:lnTo>
                <a:lnTo>
                  <a:pt x="317739" y="73644"/>
                </a:lnTo>
                <a:lnTo>
                  <a:pt x="352852" y="81044"/>
                </a:lnTo>
                <a:lnTo>
                  <a:pt x="362271" y="59544"/>
                </a:lnTo>
                <a:lnTo>
                  <a:pt x="362363" y="59334"/>
                </a:lnTo>
                <a:lnTo>
                  <a:pt x="362485" y="59055"/>
                </a:lnTo>
                <a:lnTo>
                  <a:pt x="322487" y="49422"/>
                </a:lnTo>
                <a:lnTo>
                  <a:pt x="301335" y="26316"/>
                </a:lnTo>
                <a:lnTo>
                  <a:pt x="301335" y="18638"/>
                </a:lnTo>
                <a:close/>
              </a:path>
              <a:path w="548640" h="194944">
                <a:moveTo>
                  <a:pt x="287933" y="18638"/>
                </a:moveTo>
                <a:lnTo>
                  <a:pt x="276834" y="18638"/>
                </a:lnTo>
                <a:lnTo>
                  <a:pt x="276898" y="29457"/>
                </a:lnTo>
                <a:lnTo>
                  <a:pt x="282314" y="45908"/>
                </a:lnTo>
                <a:lnTo>
                  <a:pt x="282697" y="45303"/>
                </a:lnTo>
                <a:lnTo>
                  <a:pt x="286858" y="34763"/>
                </a:lnTo>
                <a:lnTo>
                  <a:pt x="287867" y="29457"/>
                </a:lnTo>
                <a:lnTo>
                  <a:pt x="287933" y="18638"/>
                </a:lnTo>
                <a:close/>
              </a:path>
              <a:path w="548640" h="194944">
                <a:moveTo>
                  <a:pt x="354318" y="8376"/>
                </a:moveTo>
                <a:lnTo>
                  <a:pt x="210658" y="8376"/>
                </a:lnTo>
                <a:lnTo>
                  <a:pt x="210658" y="30365"/>
                </a:lnTo>
                <a:lnTo>
                  <a:pt x="261964" y="30365"/>
                </a:lnTo>
                <a:lnTo>
                  <a:pt x="262418" y="29457"/>
                </a:lnTo>
                <a:lnTo>
                  <a:pt x="262523" y="29109"/>
                </a:lnTo>
                <a:lnTo>
                  <a:pt x="263221" y="26316"/>
                </a:lnTo>
                <a:lnTo>
                  <a:pt x="263221" y="18638"/>
                </a:lnTo>
                <a:lnTo>
                  <a:pt x="354318" y="18638"/>
                </a:lnTo>
                <a:lnTo>
                  <a:pt x="354318" y="8376"/>
                </a:lnTo>
                <a:close/>
              </a:path>
              <a:path w="548640" h="194944">
                <a:moveTo>
                  <a:pt x="354318" y="18638"/>
                </a:moveTo>
                <a:lnTo>
                  <a:pt x="301335" y="18638"/>
                </a:lnTo>
                <a:lnTo>
                  <a:pt x="301335" y="26316"/>
                </a:lnTo>
                <a:lnTo>
                  <a:pt x="302018" y="29109"/>
                </a:lnTo>
                <a:lnTo>
                  <a:pt x="302103" y="29457"/>
                </a:lnTo>
                <a:lnTo>
                  <a:pt x="302537" y="30365"/>
                </a:lnTo>
                <a:lnTo>
                  <a:pt x="354318" y="30365"/>
                </a:lnTo>
                <a:lnTo>
                  <a:pt x="354318" y="18638"/>
                </a:lnTo>
                <a:close/>
              </a:path>
              <a:path w="548640" h="194944">
                <a:moveTo>
                  <a:pt x="548432" y="209"/>
                </a:moveTo>
                <a:lnTo>
                  <a:pt x="520370" y="209"/>
                </a:lnTo>
                <a:lnTo>
                  <a:pt x="520370" y="194129"/>
                </a:lnTo>
                <a:lnTo>
                  <a:pt x="548432" y="194129"/>
                </a:lnTo>
                <a:lnTo>
                  <a:pt x="548432" y="209"/>
                </a:lnTo>
                <a:close/>
              </a:path>
              <a:path w="548640" h="194944">
                <a:moveTo>
                  <a:pt x="441210" y="50678"/>
                </a:moveTo>
                <a:lnTo>
                  <a:pt x="434927" y="50678"/>
                </a:lnTo>
                <a:lnTo>
                  <a:pt x="434878" y="68361"/>
                </a:lnTo>
                <a:lnTo>
                  <a:pt x="433923" y="75494"/>
                </a:lnTo>
                <a:lnTo>
                  <a:pt x="432029" y="82798"/>
                </a:lnTo>
                <a:lnTo>
                  <a:pt x="430282" y="90049"/>
                </a:lnTo>
                <a:lnTo>
                  <a:pt x="430181" y="90468"/>
                </a:lnTo>
                <a:lnTo>
                  <a:pt x="427319" y="97658"/>
                </a:lnTo>
                <a:lnTo>
                  <a:pt x="403027" y="128931"/>
                </a:lnTo>
                <a:lnTo>
                  <a:pt x="388227" y="136958"/>
                </a:lnTo>
                <a:lnTo>
                  <a:pt x="403096" y="158528"/>
                </a:lnTo>
                <a:lnTo>
                  <a:pt x="435713" y="131618"/>
                </a:lnTo>
                <a:lnTo>
                  <a:pt x="449325" y="105546"/>
                </a:lnTo>
                <a:lnTo>
                  <a:pt x="448801" y="104080"/>
                </a:lnTo>
                <a:lnTo>
                  <a:pt x="446459" y="97169"/>
                </a:lnTo>
                <a:lnTo>
                  <a:pt x="444672" y="90468"/>
                </a:lnTo>
                <a:lnTo>
                  <a:pt x="444560" y="90049"/>
                </a:lnTo>
                <a:lnTo>
                  <a:pt x="443245" y="83544"/>
                </a:lnTo>
                <a:lnTo>
                  <a:pt x="441210" y="60730"/>
                </a:lnTo>
                <a:lnTo>
                  <a:pt x="441210" y="50678"/>
                </a:lnTo>
                <a:close/>
              </a:path>
              <a:path w="548640" h="194944">
                <a:moveTo>
                  <a:pt x="462780" y="50678"/>
                </a:moveTo>
                <a:lnTo>
                  <a:pt x="457125" y="50678"/>
                </a:lnTo>
                <a:lnTo>
                  <a:pt x="457125" y="60730"/>
                </a:lnTo>
                <a:lnTo>
                  <a:pt x="456926" y="67571"/>
                </a:lnTo>
                <a:lnTo>
                  <a:pt x="456903" y="68361"/>
                </a:lnTo>
                <a:lnTo>
                  <a:pt x="456354" y="74622"/>
                </a:lnTo>
                <a:lnTo>
                  <a:pt x="456236" y="75965"/>
                </a:lnTo>
                <a:lnTo>
                  <a:pt x="455233" y="82798"/>
                </a:lnTo>
                <a:lnTo>
                  <a:pt x="455123" y="83544"/>
                </a:lnTo>
                <a:lnTo>
                  <a:pt x="453565" y="91096"/>
                </a:lnTo>
                <a:lnTo>
                  <a:pt x="451668" y="98426"/>
                </a:lnTo>
                <a:lnTo>
                  <a:pt x="449807" y="104080"/>
                </a:lnTo>
                <a:lnTo>
                  <a:pt x="449411" y="105546"/>
                </a:lnTo>
                <a:lnTo>
                  <a:pt x="471785" y="139890"/>
                </a:lnTo>
                <a:lnTo>
                  <a:pt x="495449" y="155178"/>
                </a:lnTo>
                <a:lnTo>
                  <a:pt x="510108" y="134027"/>
                </a:lnTo>
                <a:lnTo>
                  <a:pt x="502150" y="130536"/>
                </a:lnTo>
                <a:lnTo>
                  <a:pt x="495170" y="126138"/>
                </a:lnTo>
                <a:lnTo>
                  <a:pt x="470598" y="96122"/>
                </a:lnTo>
                <a:lnTo>
                  <a:pt x="462889" y="68361"/>
                </a:lnTo>
                <a:lnTo>
                  <a:pt x="462780" y="50678"/>
                </a:lnTo>
                <a:close/>
              </a:path>
              <a:path w="548640" h="194944">
                <a:moveTo>
                  <a:pt x="457125" y="50678"/>
                </a:moveTo>
                <a:lnTo>
                  <a:pt x="441210" y="50678"/>
                </a:lnTo>
                <a:lnTo>
                  <a:pt x="441210" y="60730"/>
                </a:lnTo>
                <a:lnTo>
                  <a:pt x="441403" y="67571"/>
                </a:lnTo>
                <a:lnTo>
                  <a:pt x="441438" y="68361"/>
                </a:lnTo>
                <a:lnTo>
                  <a:pt x="441973" y="74622"/>
                </a:lnTo>
                <a:lnTo>
                  <a:pt x="442048" y="75494"/>
                </a:lnTo>
                <a:lnTo>
                  <a:pt x="449411" y="105546"/>
                </a:lnTo>
                <a:lnTo>
                  <a:pt x="449807" y="104080"/>
                </a:lnTo>
                <a:lnTo>
                  <a:pt x="451668" y="98426"/>
                </a:lnTo>
                <a:lnTo>
                  <a:pt x="457125" y="60730"/>
                </a:lnTo>
                <a:lnTo>
                  <a:pt x="457125" y="50678"/>
                </a:lnTo>
                <a:close/>
              </a:path>
              <a:path w="548640" h="194944">
                <a:moveTo>
                  <a:pt x="434927" y="31831"/>
                </a:moveTo>
                <a:lnTo>
                  <a:pt x="394719" y="31831"/>
                </a:lnTo>
                <a:lnTo>
                  <a:pt x="394719" y="53820"/>
                </a:lnTo>
                <a:lnTo>
                  <a:pt x="434927" y="53820"/>
                </a:lnTo>
                <a:lnTo>
                  <a:pt x="434927" y="50678"/>
                </a:lnTo>
                <a:lnTo>
                  <a:pt x="502360" y="50678"/>
                </a:lnTo>
                <a:lnTo>
                  <a:pt x="502360" y="43349"/>
                </a:lnTo>
                <a:lnTo>
                  <a:pt x="434927" y="43349"/>
                </a:lnTo>
                <a:lnTo>
                  <a:pt x="434927" y="31831"/>
                </a:lnTo>
                <a:close/>
              </a:path>
              <a:path w="548640" h="194944">
                <a:moveTo>
                  <a:pt x="502360" y="50678"/>
                </a:moveTo>
                <a:lnTo>
                  <a:pt x="462780" y="50678"/>
                </a:lnTo>
                <a:lnTo>
                  <a:pt x="462780" y="53820"/>
                </a:lnTo>
                <a:lnTo>
                  <a:pt x="502360" y="53820"/>
                </a:lnTo>
                <a:lnTo>
                  <a:pt x="502360" y="50678"/>
                </a:lnTo>
                <a:close/>
              </a:path>
              <a:path w="548640" h="194944">
                <a:moveTo>
                  <a:pt x="462989" y="4816"/>
                </a:moveTo>
                <a:lnTo>
                  <a:pt x="434927" y="4816"/>
                </a:lnTo>
                <a:lnTo>
                  <a:pt x="434927" y="43349"/>
                </a:lnTo>
                <a:lnTo>
                  <a:pt x="462989" y="43349"/>
                </a:lnTo>
                <a:lnTo>
                  <a:pt x="462989" y="4816"/>
                </a:lnTo>
                <a:close/>
              </a:path>
              <a:path w="548640" h="194944">
                <a:moveTo>
                  <a:pt x="502360" y="31831"/>
                </a:moveTo>
                <a:lnTo>
                  <a:pt x="462989" y="31831"/>
                </a:lnTo>
                <a:lnTo>
                  <a:pt x="462989" y="43349"/>
                </a:lnTo>
                <a:lnTo>
                  <a:pt x="502360" y="43349"/>
                </a:lnTo>
                <a:lnTo>
                  <a:pt x="502360" y="318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76260" y="2808506"/>
            <a:ext cx="2056108" cy="208794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1652" y="3008767"/>
            <a:ext cx="83390" cy="65882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256506" y="3000369"/>
            <a:ext cx="191770" cy="200660"/>
            <a:chOff x="1256506" y="3000369"/>
            <a:chExt cx="191770" cy="20066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6506" y="3021886"/>
              <a:ext cx="80886" cy="17904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2303" y="3000369"/>
              <a:ext cx="75502" cy="80997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1571501" y="3100219"/>
            <a:ext cx="191770" cy="62865"/>
          </a:xfrm>
          <a:custGeom>
            <a:avLst/>
            <a:gdLst/>
            <a:ahLst/>
            <a:cxnLst/>
            <a:rect l="l" t="t" r="r" b="b"/>
            <a:pathLst>
              <a:path w="191769" h="62864">
                <a:moveTo>
                  <a:pt x="96142" y="10657"/>
                </a:moveTo>
                <a:lnTo>
                  <a:pt x="4605" y="10657"/>
                </a:lnTo>
                <a:lnTo>
                  <a:pt x="1535" y="9769"/>
                </a:lnTo>
                <a:lnTo>
                  <a:pt x="0" y="7992"/>
                </a:lnTo>
                <a:lnTo>
                  <a:pt x="0" y="3019"/>
                </a:lnTo>
                <a:lnTo>
                  <a:pt x="1343" y="1243"/>
                </a:lnTo>
                <a:lnTo>
                  <a:pt x="4029" y="0"/>
                </a:lnTo>
                <a:lnTo>
                  <a:pt x="187391" y="0"/>
                </a:lnTo>
                <a:lnTo>
                  <a:pt x="190269" y="1420"/>
                </a:lnTo>
                <a:lnTo>
                  <a:pt x="191709" y="3197"/>
                </a:lnTo>
                <a:lnTo>
                  <a:pt x="191709" y="7282"/>
                </a:lnTo>
                <a:lnTo>
                  <a:pt x="190365" y="8969"/>
                </a:lnTo>
                <a:lnTo>
                  <a:pt x="187679" y="10390"/>
                </a:lnTo>
                <a:lnTo>
                  <a:pt x="96142" y="10657"/>
                </a:lnTo>
                <a:close/>
              </a:path>
              <a:path w="191769" h="62864">
                <a:moveTo>
                  <a:pt x="187391" y="62344"/>
                </a:moveTo>
                <a:lnTo>
                  <a:pt x="4029" y="62344"/>
                </a:lnTo>
                <a:lnTo>
                  <a:pt x="1343" y="61101"/>
                </a:lnTo>
                <a:lnTo>
                  <a:pt x="0" y="59325"/>
                </a:lnTo>
                <a:lnTo>
                  <a:pt x="0" y="54351"/>
                </a:lnTo>
                <a:lnTo>
                  <a:pt x="1535" y="52575"/>
                </a:lnTo>
                <a:lnTo>
                  <a:pt x="4605" y="51687"/>
                </a:lnTo>
                <a:lnTo>
                  <a:pt x="187679" y="51687"/>
                </a:lnTo>
                <a:lnTo>
                  <a:pt x="190365" y="53463"/>
                </a:lnTo>
                <a:lnTo>
                  <a:pt x="191709" y="55239"/>
                </a:lnTo>
                <a:lnTo>
                  <a:pt x="191709" y="59325"/>
                </a:lnTo>
                <a:lnTo>
                  <a:pt x="190269" y="61101"/>
                </a:lnTo>
                <a:lnTo>
                  <a:pt x="187391" y="623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69073" y="3019761"/>
            <a:ext cx="914712" cy="404217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2941701" y="2998183"/>
            <a:ext cx="40005" cy="266700"/>
          </a:xfrm>
          <a:custGeom>
            <a:avLst/>
            <a:gdLst/>
            <a:ahLst/>
            <a:cxnLst/>
            <a:rect l="l" t="t" r="r" b="b"/>
            <a:pathLst>
              <a:path w="40005" h="266700">
                <a:moveTo>
                  <a:pt x="39433" y="0"/>
                </a:moveTo>
                <a:lnTo>
                  <a:pt x="0" y="0"/>
                </a:lnTo>
                <a:lnTo>
                  <a:pt x="0" y="10160"/>
                </a:lnTo>
                <a:lnTo>
                  <a:pt x="0" y="255270"/>
                </a:lnTo>
                <a:lnTo>
                  <a:pt x="0" y="266700"/>
                </a:lnTo>
                <a:lnTo>
                  <a:pt x="39433" y="266700"/>
                </a:lnTo>
                <a:lnTo>
                  <a:pt x="39433" y="255270"/>
                </a:lnTo>
                <a:lnTo>
                  <a:pt x="11506" y="255270"/>
                </a:lnTo>
                <a:lnTo>
                  <a:pt x="11506" y="10160"/>
                </a:lnTo>
                <a:lnTo>
                  <a:pt x="39433" y="10160"/>
                </a:lnTo>
                <a:lnTo>
                  <a:pt x="394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66356" y="3010170"/>
            <a:ext cx="158317" cy="239520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3309061" y="3115402"/>
            <a:ext cx="34925" cy="32384"/>
          </a:xfrm>
          <a:custGeom>
            <a:avLst/>
            <a:gdLst/>
            <a:ahLst/>
            <a:cxnLst/>
            <a:rect l="l" t="t" r="r" b="b"/>
            <a:pathLst>
              <a:path w="34925" h="32385">
                <a:moveTo>
                  <a:pt x="22548" y="31971"/>
                </a:moveTo>
                <a:lnTo>
                  <a:pt x="12569" y="31971"/>
                </a:lnTo>
                <a:lnTo>
                  <a:pt x="8443" y="30461"/>
                </a:lnTo>
                <a:lnTo>
                  <a:pt x="1919" y="24422"/>
                </a:lnTo>
                <a:lnTo>
                  <a:pt x="191" y="20603"/>
                </a:lnTo>
                <a:lnTo>
                  <a:pt x="0" y="15985"/>
                </a:lnTo>
                <a:lnTo>
                  <a:pt x="0" y="11722"/>
                </a:lnTo>
                <a:lnTo>
                  <a:pt x="1631" y="7992"/>
                </a:lnTo>
                <a:lnTo>
                  <a:pt x="8155" y="1598"/>
                </a:lnTo>
                <a:lnTo>
                  <a:pt x="12281" y="0"/>
                </a:lnTo>
                <a:lnTo>
                  <a:pt x="21876" y="0"/>
                </a:lnTo>
                <a:lnTo>
                  <a:pt x="25906" y="1420"/>
                </a:lnTo>
                <a:lnTo>
                  <a:pt x="32815" y="7104"/>
                </a:lnTo>
                <a:lnTo>
                  <a:pt x="34638" y="10923"/>
                </a:lnTo>
                <a:lnTo>
                  <a:pt x="34830" y="15719"/>
                </a:lnTo>
                <a:lnTo>
                  <a:pt x="34830" y="20159"/>
                </a:lnTo>
                <a:lnTo>
                  <a:pt x="33198" y="23978"/>
                </a:lnTo>
                <a:lnTo>
                  <a:pt x="26674" y="30373"/>
                </a:lnTo>
                <a:lnTo>
                  <a:pt x="22548" y="319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39287" y="3033275"/>
            <a:ext cx="174609" cy="20294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729435" y="3046175"/>
            <a:ext cx="183363" cy="18497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13836" y="3033275"/>
            <a:ext cx="190273" cy="19902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385614" y="3033275"/>
            <a:ext cx="178295" cy="19764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664967" y="3046636"/>
            <a:ext cx="183363" cy="16700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963429" y="3033275"/>
            <a:ext cx="158254" cy="19902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240657" y="3036730"/>
            <a:ext cx="183363" cy="199487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5544564" y="2998180"/>
            <a:ext cx="269240" cy="266700"/>
            <a:chOff x="5544564" y="2998180"/>
            <a:chExt cx="269240" cy="266700"/>
          </a:xfrm>
        </p:grpSpPr>
        <p:sp>
          <p:nvSpPr>
            <p:cNvPr id="34" name="object 34"/>
            <p:cNvSpPr/>
            <p:nvPr/>
          </p:nvSpPr>
          <p:spPr>
            <a:xfrm>
              <a:off x="5544564" y="2998180"/>
              <a:ext cx="69215" cy="266700"/>
            </a:xfrm>
            <a:custGeom>
              <a:avLst/>
              <a:gdLst/>
              <a:ahLst/>
              <a:cxnLst/>
              <a:rect l="l" t="t" r="r" b="b"/>
              <a:pathLst>
                <a:path w="69214" h="266700">
                  <a:moveTo>
                    <a:pt x="67357" y="266429"/>
                  </a:moveTo>
                  <a:lnTo>
                    <a:pt x="59873" y="266429"/>
                  </a:lnTo>
                  <a:lnTo>
                    <a:pt x="51813" y="260035"/>
                  </a:lnTo>
                  <a:lnTo>
                    <a:pt x="19483" y="219771"/>
                  </a:lnTo>
                  <a:lnTo>
                    <a:pt x="3094" y="169049"/>
                  </a:lnTo>
                  <a:lnTo>
                    <a:pt x="0" y="133215"/>
                  </a:lnTo>
                  <a:lnTo>
                    <a:pt x="179" y="124139"/>
                  </a:lnTo>
                  <a:lnTo>
                    <a:pt x="5972" y="82926"/>
                  </a:lnTo>
                  <a:lnTo>
                    <a:pt x="20149" y="46358"/>
                  </a:lnTo>
                  <a:lnTo>
                    <a:pt x="51717" y="6660"/>
                  </a:lnTo>
                  <a:lnTo>
                    <a:pt x="53636" y="4529"/>
                  </a:lnTo>
                  <a:lnTo>
                    <a:pt x="59873" y="0"/>
                  </a:lnTo>
                  <a:lnTo>
                    <a:pt x="67453" y="0"/>
                  </a:lnTo>
                  <a:lnTo>
                    <a:pt x="68796" y="799"/>
                  </a:lnTo>
                  <a:lnTo>
                    <a:pt x="68796" y="2930"/>
                  </a:lnTo>
                  <a:lnTo>
                    <a:pt x="67165" y="4795"/>
                  </a:lnTo>
                  <a:lnTo>
                    <a:pt x="60640" y="11190"/>
                  </a:lnTo>
                  <a:lnTo>
                    <a:pt x="56706" y="15896"/>
                  </a:lnTo>
                  <a:lnTo>
                    <a:pt x="34542" y="52420"/>
                  </a:lnTo>
                  <a:lnTo>
                    <a:pt x="23765" y="93700"/>
                  </a:lnTo>
                  <a:lnTo>
                    <a:pt x="21013" y="133215"/>
                  </a:lnTo>
                  <a:lnTo>
                    <a:pt x="21319" y="147002"/>
                  </a:lnTo>
                  <a:lnTo>
                    <a:pt x="28479" y="195276"/>
                  </a:lnTo>
                  <a:lnTo>
                    <a:pt x="44688" y="234191"/>
                  </a:lnTo>
                  <a:lnTo>
                    <a:pt x="68796" y="263855"/>
                  </a:lnTo>
                  <a:lnTo>
                    <a:pt x="68796" y="265630"/>
                  </a:lnTo>
                  <a:lnTo>
                    <a:pt x="67357" y="2664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35545" y="3021887"/>
              <a:ext cx="80886" cy="17904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744610" y="2998180"/>
              <a:ext cx="69215" cy="266700"/>
            </a:xfrm>
            <a:custGeom>
              <a:avLst/>
              <a:gdLst/>
              <a:ahLst/>
              <a:cxnLst/>
              <a:rect l="l" t="t" r="r" b="b"/>
              <a:pathLst>
                <a:path w="69214" h="266700">
                  <a:moveTo>
                    <a:pt x="8923" y="266429"/>
                  </a:moveTo>
                  <a:lnTo>
                    <a:pt x="1727" y="266429"/>
                  </a:lnTo>
                  <a:lnTo>
                    <a:pt x="1247" y="266163"/>
                  </a:lnTo>
                  <a:lnTo>
                    <a:pt x="479" y="265097"/>
                  </a:lnTo>
                  <a:lnTo>
                    <a:pt x="0" y="263233"/>
                  </a:lnTo>
                  <a:lnTo>
                    <a:pt x="3166" y="259769"/>
                  </a:lnTo>
                  <a:lnTo>
                    <a:pt x="22686" y="235773"/>
                  </a:lnTo>
                  <a:lnTo>
                    <a:pt x="36629" y="206683"/>
                  </a:lnTo>
                  <a:lnTo>
                    <a:pt x="44994" y="172497"/>
                  </a:lnTo>
                  <a:lnTo>
                    <a:pt x="47783" y="133215"/>
                  </a:lnTo>
                  <a:lnTo>
                    <a:pt x="44994" y="93933"/>
                  </a:lnTo>
                  <a:lnTo>
                    <a:pt x="36629" y="59746"/>
                  </a:lnTo>
                  <a:lnTo>
                    <a:pt x="22686" y="30656"/>
                  </a:lnTo>
                  <a:lnTo>
                    <a:pt x="3166" y="6660"/>
                  </a:lnTo>
                  <a:lnTo>
                    <a:pt x="0" y="3197"/>
                  </a:lnTo>
                  <a:lnTo>
                    <a:pt x="0" y="1776"/>
                  </a:lnTo>
                  <a:lnTo>
                    <a:pt x="479" y="799"/>
                  </a:lnTo>
                  <a:lnTo>
                    <a:pt x="1439" y="266"/>
                  </a:lnTo>
                  <a:lnTo>
                    <a:pt x="2590" y="0"/>
                  </a:lnTo>
                  <a:lnTo>
                    <a:pt x="8923" y="0"/>
                  </a:lnTo>
                  <a:lnTo>
                    <a:pt x="40371" y="31838"/>
                  </a:lnTo>
                  <a:lnTo>
                    <a:pt x="61834" y="79962"/>
                  </a:lnTo>
                  <a:lnTo>
                    <a:pt x="68796" y="133215"/>
                  </a:lnTo>
                  <a:lnTo>
                    <a:pt x="68616" y="142190"/>
                  </a:lnTo>
                  <a:lnTo>
                    <a:pt x="62823" y="183637"/>
                  </a:lnTo>
                  <a:lnTo>
                    <a:pt x="44041" y="227886"/>
                  </a:lnTo>
                  <a:lnTo>
                    <a:pt x="15735" y="261190"/>
                  </a:lnTo>
                  <a:lnTo>
                    <a:pt x="8923" y="2664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7" name="object 3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920877" y="3042671"/>
            <a:ext cx="191709" cy="177175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6219726" y="2998180"/>
            <a:ext cx="208279" cy="266700"/>
            <a:chOff x="6219726" y="2998180"/>
            <a:chExt cx="208279" cy="266700"/>
          </a:xfrm>
        </p:grpSpPr>
        <p:sp>
          <p:nvSpPr>
            <p:cNvPr id="39" name="object 39"/>
            <p:cNvSpPr/>
            <p:nvPr/>
          </p:nvSpPr>
          <p:spPr>
            <a:xfrm>
              <a:off x="6219726" y="2998180"/>
              <a:ext cx="69215" cy="266700"/>
            </a:xfrm>
            <a:custGeom>
              <a:avLst/>
              <a:gdLst/>
              <a:ahLst/>
              <a:cxnLst/>
              <a:rect l="l" t="t" r="r" b="b"/>
              <a:pathLst>
                <a:path w="69214" h="266700">
                  <a:moveTo>
                    <a:pt x="67357" y="266429"/>
                  </a:moveTo>
                  <a:lnTo>
                    <a:pt x="59873" y="266429"/>
                  </a:lnTo>
                  <a:lnTo>
                    <a:pt x="51813" y="260035"/>
                  </a:lnTo>
                  <a:lnTo>
                    <a:pt x="19483" y="219771"/>
                  </a:lnTo>
                  <a:lnTo>
                    <a:pt x="3094" y="169049"/>
                  </a:lnTo>
                  <a:lnTo>
                    <a:pt x="0" y="133215"/>
                  </a:lnTo>
                  <a:lnTo>
                    <a:pt x="179" y="124139"/>
                  </a:lnTo>
                  <a:lnTo>
                    <a:pt x="5972" y="82926"/>
                  </a:lnTo>
                  <a:lnTo>
                    <a:pt x="20149" y="46358"/>
                  </a:lnTo>
                  <a:lnTo>
                    <a:pt x="51717" y="6660"/>
                  </a:lnTo>
                  <a:lnTo>
                    <a:pt x="53636" y="4529"/>
                  </a:lnTo>
                  <a:lnTo>
                    <a:pt x="59873" y="0"/>
                  </a:lnTo>
                  <a:lnTo>
                    <a:pt x="67453" y="0"/>
                  </a:lnTo>
                  <a:lnTo>
                    <a:pt x="68796" y="799"/>
                  </a:lnTo>
                  <a:lnTo>
                    <a:pt x="68796" y="2930"/>
                  </a:lnTo>
                  <a:lnTo>
                    <a:pt x="67165" y="4795"/>
                  </a:lnTo>
                  <a:lnTo>
                    <a:pt x="60640" y="11190"/>
                  </a:lnTo>
                  <a:lnTo>
                    <a:pt x="56706" y="15896"/>
                  </a:lnTo>
                  <a:lnTo>
                    <a:pt x="34542" y="52420"/>
                  </a:lnTo>
                  <a:lnTo>
                    <a:pt x="23765" y="93700"/>
                  </a:lnTo>
                  <a:lnTo>
                    <a:pt x="21013" y="133215"/>
                  </a:lnTo>
                  <a:lnTo>
                    <a:pt x="21319" y="147002"/>
                  </a:lnTo>
                  <a:lnTo>
                    <a:pt x="28479" y="195276"/>
                  </a:lnTo>
                  <a:lnTo>
                    <a:pt x="44688" y="234191"/>
                  </a:lnTo>
                  <a:lnTo>
                    <a:pt x="68796" y="263855"/>
                  </a:lnTo>
                  <a:lnTo>
                    <a:pt x="68796" y="265630"/>
                  </a:lnTo>
                  <a:lnTo>
                    <a:pt x="67357" y="2664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28529" y="3020557"/>
              <a:ext cx="99020" cy="177442"/>
            </a:xfrm>
            <a:prstGeom prst="rect">
              <a:avLst/>
            </a:prstGeom>
          </p:spPr>
        </p:pic>
      </p:grpSp>
      <p:sp>
        <p:nvSpPr>
          <p:cNvPr id="41" name="object 41"/>
          <p:cNvSpPr/>
          <p:nvPr/>
        </p:nvSpPr>
        <p:spPr>
          <a:xfrm>
            <a:off x="6536711" y="3126062"/>
            <a:ext cx="175895" cy="10795"/>
          </a:xfrm>
          <a:custGeom>
            <a:avLst/>
            <a:gdLst/>
            <a:ahLst/>
            <a:cxnLst/>
            <a:rect l="l" t="t" r="r" b="b"/>
            <a:pathLst>
              <a:path w="175895" h="10794">
                <a:moveTo>
                  <a:pt x="171271" y="10657"/>
                </a:moveTo>
                <a:lnTo>
                  <a:pt x="4029" y="10657"/>
                </a:lnTo>
                <a:lnTo>
                  <a:pt x="1343" y="9413"/>
                </a:lnTo>
                <a:lnTo>
                  <a:pt x="0" y="7637"/>
                </a:lnTo>
                <a:lnTo>
                  <a:pt x="0" y="3019"/>
                </a:lnTo>
                <a:lnTo>
                  <a:pt x="1343" y="1243"/>
                </a:lnTo>
                <a:lnTo>
                  <a:pt x="4029" y="0"/>
                </a:lnTo>
                <a:lnTo>
                  <a:pt x="171271" y="0"/>
                </a:lnTo>
                <a:lnTo>
                  <a:pt x="174149" y="1420"/>
                </a:lnTo>
                <a:lnTo>
                  <a:pt x="175589" y="3197"/>
                </a:lnTo>
                <a:lnTo>
                  <a:pt x="175589" y="7460"/>
                </a:lnTo>
                <a:lnTo>
                  <a:pt x="174149" y="9236"/>
                </a:lnTo>
                <a:lnTo>
                  <a:pt x="171271" y="106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6807049" y="2998180"/>
            <a:ext cx="241300" cy="266700"/>
            <a:chOff x="6807049" y="2998180"/>
            <a:chExt cx="241300" cy="266700"/>
          </a:xfrm>
        </p:grpSpPr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07049" y="3010170"/>
              <a:ext cx="158317" cy="23952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979190" y="2998180"/>
              <a:ext cx="69215" cy="266700"/>
            </a:xfrm>
            <a:custGeom>
              <a:avLst/>
              <a:gdLst/>
              <a:ahLst/>
              <a:cxnLst/>
              <a:rect l="l" t="t" r="r" b="b"/>
              <a:pathLst>
                <a:path w="69215" h="266700">
                  <a:moveTo>
                    <a:pt x="8923" y="266429"/>
                  </a:moveTo>
                  <a:lnTo>
                    <a:pt x="1727" y="266429"/>
                  </a:lnTo>
                  <a:lnTo>
                    <a:pt x="1247" y="266163"/>
                  </a:lnTo>
                  <a:lnTo>
                    <a:pt x="479" y="265097"/>
                  </a:lnTo>
                  <a:lnTo>
                    <a:pt x="0" y="263233"/>
                  </a:lnTo>
                  <a:lnTo>
                    <a:pt x="3166" y="259769"/>
                  </a:lnTo>
                  <a:lnTo>
                    <a:pt x="22686" y="235773"/>
                  </a:lnTo>
                  <a:lnTo>
                    <a:pt x="36629" y="206683"/>
                  </a:lnTo>
                  <a:lnTo>
                    <a:pt x="44994" y="172497"/>
                  </a:lnTo>
                  <a:lnTo>
                    <a:pt x="47783" y="133215"/>
                  </a:lnTo>
                  <a:lnTo>
                    <a:pt x="44994" y="93933"/>
                  </a:lnTo>
                  <a:lnTo>
                    <a:pt x="36629" y="59746"/>
                  </a:lnTo>
                  <a:lnTo>
                    <a:pt x="22686" y="30656"/>
                  </a:lnTo>
                  <a:lnTo>
                    <a:pt x="3166" y="6660"/>
                  </a:lnTo>
                  <a:lnTo>
                    <a:pt x="0" y="3197"/>
                  </a:lnTo>
                  <a:lnTo>
                    <a:pt x="0" y="1776"/>
                  </a:lnTo>
                  <a:lnTo>
                    <a:pt x="479" y="799"/>
                  </a:lnTo>
                  <a:lnTo>
                    <a:pt x="1439" y="266"/>
                  </a:lnTo>
                  <a:lnTo>
                    <a:pt x="2590" y="0"/>
                  </a:lnTo>
                  <a:lnTo>
                    <a:pt x="8923" y="0"/>
                  </a:lnTo>
                  <a:lnTo>
                    <a:pt x="40371" y="31838"/>
                  </a:lnTo>
                  <a:lnTo>
                    <a:pt x="61834" y="79962"/>
                  </a:lnTo>
                  <a:lnTo>
                    <a:pt x="68796" y="133215"/>
                  </a:lnTo>
                  <a:lnTo>
                    <a:pt x="68616" y="142190"/>
                  </a:lnTo>
                  <a:lnTo>
                    <a:pt x="62823" y="183637"/>
                  </a:lnTo>
                  <a:lnTo>
                    <a:pt x="44041" y="227886"/>
                  </a:lnTo>
                  <a:lnTo>
                    <a:pt x="15735" y="261190"/>
                  </a:lnTo>
                  <a:lnTo>
                    <a:pt x="8923" y="2664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7161771" y="3115402"/>
            <a:ext cx="34925" cy="32384"/>
          </a:xfrm>
          <a:custGeom>
            <a:avLst/>
            <a:gdLst/>
            <a:ahLst/>
            <a:cxnLst/>
            <a:rect l="l" t="t" r="r" b="b"/>
            <a:pathLst>
              <a:path w="34925" h="32385">
                <a:moveTo>
                  <a:pt x="22548" y="31971"/>
                </a:moveTo>
                <a:lnTo>
                  <a:pt x="12569" y="31971"/>
                </a:lnTo>
                <a:lnTo>
                  <a:pt x="8443" y="30461"/>
                </a:lnTo>
                <a:lnTo>
                  <a:pt x="1919" y="24422"/>
                </a:lnTo>
                <a:lnTo>
                  <a:pt x="191" y="20603"/>
                </a:lnTo>
                <a:lnTo>
                  <a:pt x="0" y="15985"/>
                </a:lnTo>
                <a:lnTo>
                  <a:pt x="0" y="11722"/>
                </a:lnTo>
                <a:lnTo>
                  <a:pt x="1631" y="7992"/>
                </a:lnTo>
                <a:lnTo>
                  <a:pt x="8155" y="1598"/>
                </a:lnTo>
                <a:lnTo>
                  <a:pt x="12281" y="0"/>
                </a:lnTo>
                <a:lnTo>
                  <a:pt x="21876" y="0"/>
                </a:lnTo>
                <a:lnTo>
                  <a:pt x="25906" y="1420"/>
                </a:lnTo>
                <a:lnTo>
                  <a:pt x="32815" y="7104"/>
                </a:lnTo>
                <a:lnTo>
                  <a:pt x="34638" y="10923"/>
                </a:lnTo>
                <a:lnTo>
                  <a:pt x="34830" y="15719"/>
                </a:lnTo>
                <a:lnTo>
                  <a:pt x="34830" y="20159"/>
                </a:lnTo>
                <a:lnTo>
                  <a:pt x="33198" y="23978"/>
                </a:lnTo>
                <a:lnTo>
                  <a:pt x="26674" y="30373"/>
                </a:lnTo>
                <a:lnTo>
                  <a:pt x="22548" y="319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287778" y="3033275"/>
            <a:ext cx="174609" cy="20294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77936" y="3046175"/>
            <a:ext cx="183363" cy="184975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862336" y="3033275"/>
            <a:ext cx="190273" cy="199027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225156" y="3033275"/>
            <a:ext cx="169056" cy="199027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516222" y="3033275"/>
            <a:ext cx="171154" cy="197645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811899" y="3033275"/>
            <a:ext cx="158254" cy="199027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089168" y="3036730"/>
            <a:ext cx="183363" cy="199487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9397295" y="2998180"/>
            <a:ext cx="269240" cy="266700"/>
            <a:chOff x="9397295" y="2998180"/>
            <a:chExt cx="269240" cy="266700"/>
          </a:xfrm>
        </p:grpSpPr>
        <p:sp>
          <p:nvSpPr>
            <p:cNvPr id="54" name="object 54"/>
            <p:cNvSpPr/>
            <p:nvPr/>
          </p:nvSpPr>
          <p:spPr>
            <a:xfrm>
              <a:off x="9397295" y="2998180"/>
              <a:ext cx="69215" cy="266700"/>
            </a:xfrm>
            <a:custGeom>
              <a:avLst/>
              <a:gdLst/>
              <a:ahLst/>
              <a:cxnLst/>
              <a:rect l="l" t="t" r="r" b="b"/>
              <a:pathLst>
                <a:path w="69215" h="266700">
                  <a:moveTo>
                    <a:pt x="67357" y="266429"/>
                  </a:moveTo>
                  <a:lnTo>
                    <a:pt x="59873" y="266429"/>
                  </a:lnTo>
                  <a:lnTo>
                    <a:pt x="51813" y="260035"/>
                  </a:lnTo>
                  <a:lnTo>
                    <a:pt x="19483" y="219771"/>
                  </a:lnTo>
                  <a:lnTo>
                    <a:pt x="3094" y="169049"/>
                  </a:lnTo>
                  <a:lnTo>
                    <a:pt x="0" y="133215"/>
                  </a:lnTo>
                  <a:lnTo>
                    <a:pt x="179" y="124139"/>
                  </a:lnTo>
                  <a:lnTo>
                    <a:pt x="5972" y="82926"/>
                  </a:lnTo>
                  <a:lnTo>
                    <a:pt x="20149" y="46358"/>
                  </a:lnTo>
                  <a:lnTo>
                    <a:pt x="51717" y="6660"/>
                  </a:lnTo>
                  <a:lnTo>
                    <a:pt x="53636" y="4529"/>
                  </a:lnTo>
                  <a:lnTo>
                    <a:pt x="59873" y="0"/>
                  </a:lnTo>
                  <a:lnTo>
                    <a:pt x="67453" y="0"/>
                  </a:lnTo>
                  <a:lnTo>
                    <a:pt x="68796" y="799"/>
                  </a:lnTo>
                  <a:lnTo>
                    <a:pt x="68796" y="2930"/>
                  </a:lnTo>
                  <a:lnTo>
                    <a:pt x="67165" y="4795"/>
                  </a:lnTo>
                  <a:lnTo>
                    <a:pt x="60640" y="11190"/>
                  </a:lnTo>
                  <a:lnTo>
                    <a:pt x="56706" y="15896"/>
                  </a:lnTo>
                  <a:lnTo>
                    <a:pt x="34542" y="52420"/>
                  </a:lnTo>
                  <a:lnTo>
                    <a:pt x="23765" y="93700"/>
                  </a:lnTo>
                  <a:lnTo>
                    <a:pt x="21013" y="133215"/>
                  </a:lnTo>
                  <a:lnTo>
                    <a:pt x="21319" y="147002"/>
                  </a:lnTo>
                  <a:lnTo>
                    <a:pt x="28479" y="195276"/>
                  </a:lnTo>
                  <a:lnTo>
                    <a:pt x="44688" y="234191"/>
                  </a:lnTo>
                  <a:lnTo>
                    <a:pt x="68796" y="263855"/>
                  </a:lnTo>
                  <a:lnTo>
                    <a:pt x="68796" y="265630"/>
                  </a:lnTo>
                  <a:lnTo>
                    <a:pt x="67357" y="2664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488255" y="3021887"/>
              <a:ext cx="80886" cy="17904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9597341" y="2998180"/>
              <a:ext cx="69215" cy="266700"/>
            </a:xfrm>
            <a:custGeom>
              <a:avLst/>
              <a:gdLst/>
              <a:ahLst/>
              <a:cxnLst/>
              <a:rect l="l" t="t" r="r" b="b"/>
              <a:pathLst>
                <a:path w="69215" h="266700">
                  <a:moveTo>
                    <a:pt x="8923" y="266429"/>
                  </a:moveTo>
                  <a:lnTo>
                    <a:pt x="1727" y="266429"/>
                  </a:lnTo>
                  <a:lnTo>
                    <a:pt x="1247" y="266163"/>
                  </a:lnTo>
                  <a:lnTo>
                    <a:pt x="479" y="265097"/>
                  </a:lnTo>
                  <a:lnTo>
                    <a:pt x="0" y="263233"/>
                  </a:lnTo>
                  <a:lnTo>
                    <a:pt x="3166" y="259769"/>
                  </a:lnTo>
                  <a:lnTo>
                    <a:pt x="22686" y="235773"/>
                  </a:lnTo>
                  <a:lnTo>
                    <a:pt x="36629" y="206683"/>
                  </a:lnTo>
                  <a:lnTo>
                    <a:pt x="44994" y="172497"/>
                  </a:lnTo>
                  <a:lnTo>
                    <a:pt x="47783" y="133215"/>
                  </a:lnTo>
                  <a:lnTo>
                    <a:pt x="44994" y="93933"/>
                  </a:lnTo>
                  <a:lnTo>
                    <a:pt x="36629" y="59746"/>
                  </a:lnTo>
                  <a:lnTo>
                    <a:pt x="22686" y="30656"/>
                  </a:lnTo>
                  <a:lnTo>
                    <a:pt x="3166" y="6660"/>
                  </a:lnTo>
                  <a:lnTo>
                    <a:pt x="0" y="3197"/>
                  </a:lnTo>
                  <a:lnTo>
                    <a:pt x="0" y="1776"/>
                  </a:lnTo>
                  <a:lnTo>
                    <a:pt x="479" y="799"/>
                  </a:lnTo>
                  <a:lnTo>
                    <a:pt x="1439" y="266"/>
                  </a:lnTo>
                  <a:lnTo>
                    <a:pt x="2590" y="0"/>
                  </a:lnTo>
                  <a:lnTo>
                    <a:pt x="8923" y="0"/>
                  </a:lnTo>
                  <a:lnTo>
                    <a:pt x="40371" y="31838"/>
                  </a:lnTo>
                  <a:lnTo>
                    <a:pt x="61834" y="79962"/>
                  </a:lnTo>
                  <a:lnTo>
                    <a:pt x="68796" y="133215"/>
                  </a:lnTo>
                  <a:lnTo>
                    <a:pt x="68616" y="142190"/>
                  </a:lnTo>
                  <a:lnTo>
                    <a:pt x="62823" y="183637"/>
                  </a:lnTo>
                  <a:lnTo>
                    <a:pt x="44041" y="227886"/>
                  </a:lnTo>
                  <a:lnTo>
                    <a:pt x="15735" y="261190"/>
                  </a:lnTo>
                  <a:lnTo>
                    <a:pt x="8923" y="2664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9771774" y="2998183"/>
            <a:ext cx="40005" cy="266700"/>
          </a:xfrm>
          <a:custGeom>
            <a:avLst/>
            <a:gdLst/>
            <a:ahLst/>
            <a:cxnLst/>
            <a:rect l="l" t="t" r="r" b="b"/>
            <a:pathLst>
              <a:path w="40004" h="266700">
                <a:moveTo>
                  <a:pt x="39433" y="0"/>
                </a:moveTo>
                <a:lnTo>
                  <a:pt x="0" y="0"/>
                </a:lnTo>
                <a:lnTo>
                  <a:pt x="0" y="10160"/>
                </a:lnTo>
                <a:lnTo>
                  <a:pt x="27914" y="10160"/>
                </a:lnTo>
                <a:lnTo>
                  <a:pt x="27914" y="255270"/>
                </a:lnTo>
                <a:lnTo>
                  <a:pt x="0" y="255270"/>
                </a:lnTo>
                <a:lnTo>
                  <a:pt x="0" y="266700"/>
                </a:lnTo>
                <a:lnTo>
                  <a:pt x="39433" y="266700"/>
                </a:lnTo>
                <a:lnTo>
                  <a:pt x="39433" y="255270"/>
                </a:lnTo>
                <a:lnTo>
                  <a:pt x="39433" y="10160"/>
                </a:lnTo>
                <a:lnTo>
                  <a:pt x="394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3" name="object 6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65312" y="3008767"/>
            <a:ext cx="83390" cy="6588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099138" y="3162207"/>
            <a:ext cx="7748455" cy="54448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40273" y="3842815"/>
            <a:ext cx="104708" cy="1047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686367" y="3768042"/>
            <a:ext cx="5593348" cy="24426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099138" y="3811402"/>
            <a:ext cx="7748455" cy="54448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40273" y="4533893"/>
            <a:ext cx="104708" cy="1047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684105" y="4457707"/>
            <a:ext cx="7582303" cy="26603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1099138" y="4460597"/>
            <a:ext cx="7748455" cy="54448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340273" y="5214501"/>
            <a:ext cx="104708" cy="1047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696828" y="5180198"/>
            <a:ext cx="5969095" cy="26603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1099138" y="5109791"/>
            <a:ext cx="7748455" cy="54448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1099138" y="5769457"/>
            <a:ext cx="7748455" cy="544486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5998817" y="8367284"/>
            <a:ext cx="446405" cy="178435"/>
          </a:xfrm>
          <a:custGeom>
            <a:avLst/>
            <a:gdLst/>
            <a:ahLst/>
            <a:cxnLst/>
            <a:rect l="l" t="t" r="r" b="b"/>
            <a:pathLst>
              <a:path w="446404" h="178434">
                <a:moveTo>
                  <a:pt x="82301" y="14449"/>
                </a:moveTo>
                <a:lnTo>
                  <a:pt x="10470" y="156015"/>
                </a:lnTo>
                <a:lnTo>
                  <a:pt x="29946" y="156015"/>
                </a:lnTo>
                <a:lnTo>
                  <a:pt x="96537" y="23245"/>
                </a:lnTo>
                <a:lnTo>
                  <a:pt x="86070" y="23245"/>
                </a:lnTo>
                <a:lnTo>
                  <a:pt x="82301" y="14449"/>
                </a:lnTo>
                <a:close/>
              </a:path>
              <a:path w="446404" h="178434">
                <a:moveTo>
                  <a:pt x="97588" y="7957"/>
                </a:moveTo>
                <a:lnTo>
                  <a:pt x="0" y="7957"/>
                </a:lnTo>
                <a:lnTo>
                  <a:pt x="0" y="23245"/>
                </a:lnTo>
                <a:lnTo>
                  <a:pt x="77838" y="23245"/>
                </a:lnTo>
                <a:lnTo>
                  <a:pt x="82301" y="14449"/>
                </a:lnTo>
                <a:lnTo>
                  <a:pt x="97588" y="14449"/>
                </a:lnTo>
                <a:lnTo>
                  <a:pt x="97588" y="7957"/>
                </a:lnTo>
                <a:close/>
              </a:path>
              <a:path w="446404" h="178434">
                <a:moveTo>
                  <a:pt x="97588" y="14449"/>
                </a:moveTo>
                <a:lnTo>
                  <a:pt x="82301" y="14449"/>
                </a:lnTo>
                <a:lnTo>
                  <a:pt x="86070" y="23245"/>
                </a:lnTo>
                <a:lnTo>
                  <a:pt x="96537" y="23245"/>
                </a:lnTo>
                <a:lnTo>
                  <a:pt x="97588" y="21151"/>
                </a:lnTo>
                <a:lnTo>
                  <a:pt x="97588" y="14449"/>
                </a:lnTo>
                <a:close/>
              </a:path>
              <a:path w="446404" h="178434">
                <a:moveTo>
                  <a:pt x="223101" y="0"/>
                </a:moveTo>
                <a:lnTo>
                  <a:pt x="206557" y="0"/>
                </a:lnTo>
                <a:lnTo>
                  <a:pt x="158391" y="178214"/>
                </a:lnTo>
                <a:lnTo>
                  <a:pt x="174935" y="178214"/>
                </a:lnTo>
                <a:lnTo>
                  <a:pt x="223101" y="0"/>
                </a:lnTo>
                <a:close/>
              </a:path>
              <a:path w="446404" h="178434">
                <a:moveTo>
                  <a:pt x="343907" y="18428"/>
                </a:moveTo>
                <a:lnTo>
                  <a:pt x="326108" y="18428"/>
                </a:lnTo>
                <a:lnTo>
                  <a:pt x="335531" y="19894"/>
                </a:lnTo>
                <a:lnTo>
                  <a:pt x="326108" y="26162"/>
                </a:lnTo>
                <a:lnTo>
                  <a:pt x="326108" y="156015"/>
                </a:lnTo>
                <a:lnTo>
                  <a:pt x="343907" y="156015"/>
                </a:lnTo>
                <a:lnTo>
                  <a:pt x="343907" y="18428"/>
                </a:lnTo>
                <a:close/>
              </a:path>
              <a:path w="446404" h="178434">
                <a:moveTo>
                  <a:pt x="343907" y="7957"/>
                </a:moveTo>
                <a:lnTo>
                  <a:pt x="325898" y="7957"/>
                </a:lnTo>
                <a:lnTo>
                  <a:pt x="289249" y="32668"/>
                </a:lnTo>
                <a:lnTo>
                  <a:pt x="289249" y="50678"/>
                </a:lnTo>
                <a:lnTo>
                  <a:pt x="326108" y="26162"/>
                </a:lnTo>
                <a:lnTo>
                  <a:pt x="326108" y="18428"/>
                </a:lnTo>
                <a:lnTo>
                  <a:pt x="343907" y="18428"/>
                </a:lnTo>
                <a:lnTo>
                  <a:pt x="343907" y="7957"/>
                </a:lnTo>
                <a:close/>
              </a:path>
              <a:path w="446404" h="178434">
                <a:moveTo>
                  <a:pt x="326108" y="18428"/>
                </a:moveTo>
                <a:lnTo>
                  <a:pt x="326108" y="26162"/>
                </a:lnTo>
                <a:lnTo>
                  <a:pt x="335531" y="19894"/>
                </a:lnTo>
                <a:lnTo>
                  <a:pt x="326108" y="18428"/>
                </a:lnTo>
                <a:close/>
              </a:path>
              <a:path w="446404" h="178434">
                <a:moveTo>
                  <a:pt x="446163" y="18428"/>
                </a:moveTo>
                <a:lnTo>
                  <a:pt x="428362" y="18428"/>
                </a:lnTo>
                <a:lnTo>
                  <a:pt x="437786" y="19894"/>
                </a:lnTo>
                <a:lnTo>
                  <a:pt x="428362" y="26162"/>
                </a:lnTo>
                <a:lnTo>
                  <a:pt x="428362" y="156015"/>
                </a:lnTo>
                <a:lnTo>
                  <a:pt x="446163" y="156015"/>
                </a:lnTo>
                <a:lnTo>
                  <a:pt x="446163" y="18428"/>
                </a:lnTo>
                <a:close/>
              </a:path>
              <a:path w="446404" h="178434">
                <a:moveTo>
                  <a:pt x="446163" y="7957"/>
                </a:moveTo>
                <a:lnTo>
                  <a:pt x="428153" y="7957"/>
                </a:lnTo>
                <a:lnTo>
                  <a:pt x="391505" y="32668"/>
                </a:lnTo>
                <a:lnTo>
                  <a:pt x="391505" y="50678"/>
                </a:lnTo>
                <a:lnTo>
                  <a:pt x="428362" y="26162"/>
                </a:lnTo>
                <a:lnTo>
                  <a:pt x="428362" y="18428"/>
                </a:lnTo>
                <a:lnTo>
                  <a:pt x="446163" y="18428"/>
                </a:lnTo>
                <a:lnTo>
                  <a:pt x="446163" y="7957"/>
                </a:lnTo>
                <a:close/>
              </a:path>
              <a:path w="446404" h="178434">
                <a:moveTo>
                  <a:pt x="428362" y="18428"/>
                </a:moveTo>
                <a:lnTo>
                  <a:pt x="428362" y="26162"/>
                </a:lnTo>
                <a:lnTo>
                  <a:pt x="437786" y="19894"/>
                </a:lnTo>
                <a:lnTo>
                  <a:pt x="428362" y="18428"/>
                </a:lnTo>
                <a:close/>
              </a:path>
            </a:pathLst>
          </a:custGeom>
          <a:solidFill>
            <a:srgbClr val="C9C8C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136060" y="6900313"/>
            <a:ext cx="15769153" cy="3120323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256499" y="10588123"/>
            <a:ext cx="17591405" cy="16510"/>
          </a:xfrm>
          <a:custGeom>
            <a:avLst/>
            <a:gdLst/>
            <a:ahLst/>
            <a:cxnLst/>
            <a:rect l="l" t="t" r="r" b="b"/>
            <a:pathLst>
              <a:path w="17591405" h="16509">
                <a:moveTo>
                  <a:pt x="17591088" y="0"/>
                </a:moveTo>
                <a:lnTo>
                  <a:pt x="0" y="0"/>
                </a:lnTo>
                <a:lnTo>
                  <a:pt x="0" y="8890"/>
                </a:lnTo>
                <a:lnTo>
                  <a:pt x="0" y="16510"/>
                </a:lnTo>
                <a:lnTo>
                  <a:pt x="17591088" y="16510"/>
                </a:lnTo>
                <a:lnTo>
                  <a:pt x="17591088" y="8890"/>
                </a:lnTo>
                <a:lnTo>
                  <a:pt x="17591088" y="0"/>
                </a:lnTo>
                <a:close/>
              </a:path>
            </a:pathLst>
          </a:custGeom>
          <a:solidFill>
            <a:srgbClr val="EEEDE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1574" y="974986"/>
            <a:ext cx="1118870" cy="212090"/>
          </a:xfrm>
          <a:custGeom>
            <a:avLst/>
            <a:gdLst/>
            <a:ahLst/>
            <a:cxnLst/>
            <a:rect l="l" t="t" r="r" b="b"/>
            <a:pathLst>
              <a:path w="1118870" h="212090">
                <a:moveTo>
                  <a:pt x="176455" y="7141"/>
                </a:moveTo>
                <a:lnTo>
                  <a:pt x="151576" y="7141"/>
                </a:lnTo>
                <a:lnTo>
                  <a:pt x="151576" y="204098"/>
                </a:lnTo>
                <a:lnTo>
                  <a:pt x="176455" y="204098"/>
                </a:lnTo>
                <a:lnTo>
                  <a:pt x="176455" y="104583"/>
                </a:lnTo>
                <a:lnTo>
                  <a:pt x="162633" y="104583"/>
                </a:lnTo>
                <a:lnTo>
                  <a:pt x="162633" y="83390"/>
                </a:lnTo>
                <a:lnTo>
                  <a:pt x="176455" y="83390"/>
                </a:lnTo>
                <a:lnTo>
                  <a:pt x="176455" y="7141"/>
                </a:lnTo>
                <a:close/>
              </a:path>
              <a:path w="1118870" h="212090">
                <a:moveTo>
                  <a:pt x="131765" y="9214"/>
                </a:moveTo>
                <a:lnTo>
                  <a:pt x="107347" y="9214"/>
                </a:lnTo>
                <a:lnTo>
                  <a:pt x="107347" y="196266"/>
                </a:lnTo>
                <a:lnTo>
                  <a:pt x="131765" y="196266"/>
                </a:lnTo>
                <a:lnTo>
                  <a:pt x="131765" y="104583"/>
                </a:lnTo>
                <a:lnTo>
                  <a:pt x="117483" y="104583"/>
                </a:lnTo>
                <a:lnTo>
                  <a:pt x="117483" y="83390"/>
                </a:lnTo>
                <a:lnTo>
                  <a:pt x="131765" y="83390"/>
                </a:lnTo>
                <a:lnTo>
                  <a:pt x="131765" y="9214"/>
                </a:lnTo>
                <a:close/>
              </a:path>
              <a:path w="1118870" h="212090">
                <a:moveTo>
                  <a:pt x="131765" y="83390"/>
                </a:moveTo>
                <a:lnTo>
                  <a:pt x="117483" y="83390"/>
                </a:lnTo>
                <a:lnTo>
                  <a:pt x="117483" y="104583"/>
                </a:lnTo>
                <a:lnTo>
                  <a:pt x="131765" y="104583"/>
                </a:lnTo>
                <a:lnTo>
                  <a:pt x="131765" y="83390"/>
                </a:lnTo>
                <a:close/>
              </a:path>
              <a:path w="1118870" h="212090">
                <a:moveTo>
                  <a:pt x="151576" y="83390"/>
                </a:moveTo>
                <a:lnTo>
                  <a:pt x="131765" y="83390"/>
                </a:lnTo>
                <a:lnTo>
                  <a:pt x="131765" y="104583"/>
                </a:lnTo>
                <a:lnTo>
                  <a:pt x="151576" y="104583"/>
                </a:lnTo>
                <a:lnTo>
                  <a:pt x="151576" y="83390"/>
                </a:lnTo>
                <a:close/>
              </a:path>
              <a:path w="1118870" h="212090">
                <a:moveTo>
                  <a:pt x="176455" y="83390"/>
                </a:moveTo>
                <a:lnTo>
                  <a:pt x="162633" y="83390"/>
                </a:lnTo>
                <a:lnTo>
                  <a:pt x="162633" y="104583"/>
                </a:lnTo>
                <a:lnTo>
                  <a:pt x="176455" y="104583"/>
                </a:lnTo>
                <a:lnTo>
                  <a:pt x="176455" y="83390"/>
                </a:lnTo>
                <a:close/>
              </a:path>
              <a:path w="1118870" h="212090">
                <a:moveTo>
                  <a:pt x="90300" y="30177"/>
                </a:moveTo>
                <a:lnTo>
                  <a:pt x="9214" y="30177"/>
                </a:lnTo>
                <a:lnTo>
                  <a:pt x="9214" y="51600"/>
                </a:lnTo>
                <a:lnTo>
                  <a:pt x="64500" y="51600"/>
                </a:lnTo>
                <a:lnTo>
                  <a:pt x="64500" y="70490"/>
                </a:lnTo>
                <a:lnTo>
                  <a:pt x="63502" y="77170"/>
                </a:lnTo>
                <a:lnTo>
                  <a:pt x="61505" y="83620"/>
                </a:lnTo>
                <a:lnTo>
                  <a:pt x="59663" y="90070"/>
                </a:lnTo>
                <a:lnTo>
                  <a:pt x="31789" y="122781"/>
                </a:lnTo>
                <a:lnTo>
                  <a:pt x="0" y="143514"/>
                </a:lnTo>
                <a:lnTo>
                  <a:pt x="13130" y="163555"/>
                </a:lnTo>
                <a:lnTo>
                  <a:pt x="49152" y="138892"/>
                </a:lnTo>
                <a:lnTo>
                  <a:pt x="78408" y="107059"/>
                </a:lnTo>
                <a:lnTo>
                  <a:pt x="90300" y="61966"/>
                </a:lnTo>
                <a:lnTo>
                  <a:pt x="90300" y="30177"/>
                </a:lnTo>
                <a:close/>
              </a:path>
              <a:path w="1118870" h="212090">
                <a:moveTo>
                  <a:pt x="357620" y="5989"/>
                </a:moveTo>
                <a:lnTo>
                  <a:pt x="332050" y="5989"/>
                </a:lnTo>
                <a:lnTo>
                  <a:pt x="332050" y="109190"/>
                </a:lnTo>
                <a:lnTo>
                  <a:pt x="357620" y="109190"/>
                </a:lnTo>
                <a:lnTo>
                  <a:pt x="357620" y="67956"/>
                </a:lnTo>
                <a:lnTo>
                  <a:pt x="344720" y="67956"/>
                </a:lnTo>
                <a:lnTo>
                  <a:pt x="344720" y="46762"/>
                </a:lnTo>
                <a:lnTo>
                  <a:pt x="357620" y="46762"/>
                </a:lnTo>
                <a:lnTo>
                  <a:pt x="357620" y="5989"/>
                </a:lnTo>
                <a:close/>
              </a:path>
              <a:path w="1118870" h="212090">
                <a:moveTo>
                  <a:pt x="357620" y="46762"/>
                </a:moveTo>
                <a:lnTo>
                  <a:pt x="344720" y="46762"/>
                </a:lnTo>
                <a:lnTo>
                  <a:pt x="344720" y="67956"/>
                </a:lnTo>
                <a:lnTo>
                  <a:pt x="357620" y="67956"/>
                </a:lnTo>
                <a:lnTo>
                  <a:pt x="357620" y="46762"/>
                </a:lnTo>
                <a:close/>
              </a:path>
              <a:path w="1118870" h="212090">
                <a:moveTo>
                  <a:pt x="385954" y="46762"/>
                </a:moveTo>
                <a:lnTo>
                  <a:pt x="357620" y="46762"/>
                </a:lnTo>
                <a:lnTo>
                  <a:pt x="357620" y="67956"/>
                </a:lnTo>
                <a:lnTo>
                  <a:pt x="385954" y="67956"/>
                </a:lnTo>
                <a:lnTo>
                  <a:pt x="385954" y="46762"/>
                </a:lnTo>
                <a:close/>
              </a:path>
              <a:path w="1118870" h="212090">
                <a:moveTo>
                  <a:pt x="357620" y="118635"/>
                </a:moveTo>
                <a:lnTo>
                  <a:pt x="229310" y="118635"/>
                </a:lnTo>
                <a:lnTo>
                  <a:pt x="229310" y="138676"/>
                </a:lnTo>
                <a:lnTo>
                  <a:pt x="332050" y="138676"/>
                </a:lnTo>
                <a:lnTo>
                  <a:pt x="332050" y="151576"/>
                </a:lnTo>
                <a:lnTo>
                  <a:pt x="229079" y="151576"/>
                </a:lnTo>
                <a:lnTo>
                  <a:pt x="229079" y="203868"/>
                </a:lnTo>
                <a:lnTo>
                  <a:pt x="365683" y="203868"/>
                </a:lnTo>
                <a:lnTo>
                  <a:pt x="365683" y="183826"/>
                </a:lnTo>
                <a:lnTo>
                  <a:pt x="255110" y="183826"/>
                </a:lnTo>
                <a:lnTo>
                  <a:pt x="255110" y="170466"/>
                </a:lnTo>
                <a:lnTo>
                  <a:pt x="357620" y="170466"/>
                </a:lnTo>
                <a:lnTo>
                  <a:pt x="357620" y="118635"/>
                </a:lnTo>
                <a:close/>
              </a:path>
              <a:path w="1118870" h="212090">
                <a:moveTo>
                  <a:pt x="233226" y="13130"/>
                </a:moveTo>
                <a:lnTo>
                  <a:pt x="207656" y="13130"/>
                </a:lnTo>
                <a:lnTo>
                  <a:pt x="207656" y="102970"/>
                </a:lnTo>
                <a:lnTo>
                  <a:pt x="302564" y="102970"/>
                </a:lnTo>
                <a:lnTo>
                  <a:pt x="302564" y="82699"/>
                </a:lnTo>
                <a:lnTo>
                  <a:pt x="233226" y="82699"/>
                </a:lnTo>
                <a:lnTo>
                  <a:pt x="233226" y="58050"/>
                </a:lnTo>
                <a:lnTo>
                  <a:pt x="212954" y="58050"/>
                </a:lnTo>
                <a:lnTo>
                  <a:pt x="212954" y="38009"/>
                </a:lnTo>
                <a:lnTo>
                  <a:pt x="233226" y="38009"/>
                </a:lnTo>
                <a:lnTo>
                  <a:pt x="233226" y="13130"/>
                </a:lnTo>
                <a:close/>
              </a:path>
              <a:path w="1118870" h="212090">
                <a:moveTo>
                  <a:pt x="302564" y="13130"/>
                </a:moveTo>
                <a:lnTo>
                  <a:pt x="276994" y="13130"/>
                </a:lnTo>
                <a:lnTo>
                  <a:pt x="276994" y="82699"/>
                </a:lnTo>
                <a:lnTo>
                  <a:pt x="302564" y="82699"/>
                </a:lnTo>
                <a:lnTo>
                  <a:pt x="302564" y="58050"/>
                </a:lnTo>
                <a:lnTo>
                  <a:pt x="297957" y="58050"/>
                </a:lnTo>
                <a:lnTo>
                  <a:pt x="297957" y="38009"/>
                </a:lnTo>
                <a:lnTo>
                  <a:pt x="302564" y="38009"/>
                </a:lnTo>
                <a:lnTo>
                  <a:pt x="302564" y="13130"/>
                </a:lnTo>
                <a:close/>
              </a:path>
              <a:path w="1118870" h="212090">
                <a:moveTo>
                  <a:pt x="233226" y="38009"/>
                </a:moveTo>
                <a:lnTo>
                  <a:pt x="212954" y="38009"/>
                </a:lnTo>
                <a:lnTo>
                  <a:pt x="212954" y="58050"/>
                </a:lnTo>
                <a:lnTo>
                  <a:pt x="233226" y="58050"/>
                </a:lnTo>
                <a:lnTo>
                  <a:pt x="233226" y="38009"/>
                </a:lnTo>
                <a:close/>
              </a:path>
              <a:path w="1118870" h="212090">
                <a:moveTo>
                  <a:pt x="276994" y="38009"/>
                </a:moveTo>
                <a:lnTo>
                  <a:pt x="233226" y="38009"/>
                </a:lnTo>
                <a:lnTo>
                  <a:pt x="233226" y="58050"/>
                </a:lnTo>
                <a:lnTo>
                  <a:pt x="276994" y="58050"/>
                </a:lnTo>
                <a:lnTo>
                  <a:pt x="276994" y="38009"/>
                </a:lnTo>
                <a:close/>
              </a:path>
              <a:path w="1118870" h="212090">
                <a:moveTo>
                  <a:pt x="302564" y="38009"/>
                </a:moveTo>
                <a:lnTo>
                  <a:pt x="297957" y="38009"/>
                </a:lnTo>
                <a:lnTo>
                  <a:pt x="297957" y="58050"/>
                </a:lnTo>
                <a:lnTo>
                  <a:pt x="302564" y="58050"/>
                </a:lnTo>
                <a:lnTo>
                  <a:pt x="302564" y="38009"/>
                </a:lnTo>
                <a:close/>
              </a:path>
              <a:path w="1118870" h="212090">
                <a:moveTo>
                  <a:pt x="585340" y="9214"/>
                </a:moveTo>
                <a:lnTo>
                  <a:pt x="560922" y="9214"/>
                </a:lnTo>
                <a:lnTo>
                  <a:pt x="560922" y="196266"/>
                </a:lnTo>
                <a:lnTo>
                  <a:pt x="585340" y="196266"/>
                </a:lnTo>
                <a:lnTo>
                  <a:pt x="585340" y="94217"/>
                </a:lnTo>
                <a:lnTo>
                  <a:pt x="576125" y="94217"/>
                </a:lnTo>
                <a:lnTo>
                  <a:pt x="576125" y="73254"/>
                </a:lnTo>
                <a:lnTo>
                  <a:pt x="585340" y="73254"/>
                </a:lnTo>
                <a:lnTo>
                  <a:pt x="585340" y="9214"/>
                </a:lnTo>
                <a:close/>
              </a:path>
              <a:path w="1118870" h="212090">
                <a:moveTo>
                  <a:pt x="515541" y="23957"/>
                </a:moveTo>
                <a:lnTo>
                  <a:pt x="489741" y="23957"/>
                </a:lnTo>
                <a:lnTo>
                  <a:pt x="489741" y="58972"/>
                </a:lnTo>
                <a:lnTo>
                  <a:pt x="489525" y="66890"/>
                </a:lnTo>
                <a:lnTo>
                  <a:pt x="488984" y="73254"/>
                </a:lnTo>
                <a:lnTo>
                  <a:pt x="488877" y="74521"/>
                </a:lnTo>
                <a:lnTo>
                  <a:pt x="487848" y="81518"/>
                </a:lnTo>
                <a:lnTo>
                  <a:pt x="487766" y="82008"/>
                </a:lnTo>
                <a:lnTo>
                  <a:pt x="486384" y="88458"/>
                </a:lnTo>
                <a:lnTo>
                  <a:pt x="486285" y="88918"/>
                </a:lnTo>
                <a:lnTo>
                  <a:pt x="469267" y="123400"/>
                </a:lnTo>
                <a:lnTo>
                  <a:pt x="449658" y="146508"/>
                </a:lnTo>
                <a:lnTo>
                  <a:pt x="465323" y="163555"/>
                </a:lnTo>
                <a:lnTo>
                  <a:pt x="489323" y="132831"/>
                </a:lnTo>
                <a:lnTo>
                  <a:pt x="502615" y="103211"/>
                </a:lnTo>
                <a:lnTo>
                  <a:pt x="501028" y="98133"/>
                </a:lnTo>
                <a:lnTo>
                  <a:pt x="499065" y="90718"/>
                </a:lnTo>
                <a:lnTo>
                  <a:pt x="498955" y="90301"/>
                </a:lnTo>
                <a:lnTo>
                  <a:pt x="497112" y="82008"/>
                </a:lnTo>
                <a:lnTo>
                  <a:pt x="517591" y="82008"/>
                </a:lnTo>
                <a:lnTo>
                  <a:pt x="517485" y="81518"/>
                </a:lnTo>
                <a:lnTo>
                  <a:pt x="516439" y="74521"/>
                </a:lnTo>
                <a:lnTo>
                  <a:pt x="515767" y="66890"/>
                </a:lnTo>
                <a:lnTo>
                  <a:pt x="515541" y="58972"/>
                </a:lnTo>
                <a:lnTo>
                  <a:pt x="515541" y="23957"/>
                </a:lnTo>
                <a:close/>
              </a:path>
              <a:path w="1118870" h="212090">
                <a:moveTo>
                  <a:pt x="517591" y="82008"/>
                </a:moveTo>
                <a:lnTo>
                  <a:pt x="507939" y="82008"/>
                </a:lnTo>
                <a:lnTo>
                  <a:pt x="506171" y="90301"/>
                </a:lnTo>
                <a:lnTo>
                  <a:pt x="506082" y="90718"/>
                </a:lnTo>
                <a:lnTo>
                  <a:pt x="503965" y="98881"/>
                </a:lnTo>
                <a:lnTo>
                  <a:pt x="502615" y="103211"/>
                </a:lnTo>
                <a:lnTo>
                  <a:pt x="503332" y="105504"/>
                </a:lnTo>
                <a:lnTo>
                  <a:pt x="505866" y="112415"/>
                </a:lnTo>
                <a:lnTo>
                  <a:pt x="528729" y="149618"/>
                </a:lnTo>
                <a:lnTo>
                  <a:pt x="539959" y="162403"/>
                </a:lnTo>
                <a:lnTo>
                  <a:pt x="555623" y="144896"/>
                </a:lnTo>
                <a:lnTo>
                  <a:pt x="548223" y="137092"/>
                </a:lnTo>
                <a:lnTo>
                  <a:pt x="541686" y="129577"/>
                </a:lnTo>
                <a:lnTo>
                  <a:pt x="521055" y="95152"/>
                </a:lnTo>
                <a:lnTo>
                  <a:pt x="518996" y="88458"/>
                </a:lnTo>
                <a:lnTo>
                  <a:pt x="517591" y="82008"/>
                </a:lnTo>
                <a:close/>
              </a:path>
              <a:path w="1118870" h="212090">
                <a:moveTo>
                  <a:pt x="507939" y="82008"/>
                </a:moveTo>
                <a:lnTo>
                  <a:pt x="497112" y="82008"/>
                </a:lnTo>
                <a:lnTo>
                  <a:pt x="498955" y="90301"/>
                </a:lnTo>
                <a:lnTo>
                  <a:pt x="501028" y="98133"/>
                </a:lnTo>
                <a:lnTo>
                  <a:pt x="502615" y="103211"/>
                </a:lnTo>
                <a:lnTo>
                  <a:pt x="503965" y="98881"/>
                </a:lnTo>
                <a:lnTo>
                  <a:pt x="506082" y="90718"/>
                </a:lnTo>
                <a:lnTo>
                  <a:pt x="507939" y="82008"/>
                </a:lnTo>
                <a:close/>
              </a:path>
              <a:path w="1118870" h="212090">
                <a:moveTo>
                  <a:pt x="560922" y="73254"/>
                </a:moveTo>
                <a:lnTo>
                  <a:pt x="531896" y="73254"/>
                </a:lnTo>
                <a:lnTo>
                  <a:pt x="531896" y="94217"/>
                </a:lnTo>
                <a:lnTo>
                  <a:pt x="560922" y="94217"/>
                </a:lnTo>
                <a:lnTo>
                  <a:pt x="560922" y="73254"/>
                </a:lnTo>
                <a:close/>
              </a:path>
              <a:path w="1118870" h="212090">
                <a:moveTo>
                  <a:pt x="585340" y="73254"/>
                </a:moveTo>
                <a:lnTo>
                  <a:pt x="576125" y="73254"/>
                </a:lnTo>
                <a:lnTo>
                  <a:pt x="576125" y="94217"/>
                </a:lnTo>
                <a:lnTo>
                  <a:pt x="585340" y="94217"/>
                </a:lnTo>
                <a:lnTo>
                  <a:pt x="585340" y="73254"/>
                </a:lnTo>
                <a:close/>
              </a:path>
              <a:path w="1118870" h="212090">
                <a:moveTo>
                  <a:pt x="627726" y="7371"/>
                </a:moveTo>
                <a:lnTo>
                  <a:pt x="602847" y="7371"/>
                </a:lnTo>
                <a:lnTo>
                  <a:pt x="602847" y="204098"/>
                </a:lnTo>
                <a:lnTo>
                  <a:pt x="627726" y="204098"/>
                </a:lnTo>
                <a:lnTo>
                  <a:pt x="627726" y="7371"/>
                </a:lnTo>
                <a:close/>
              </a:path>
              <a:path w="1118870" h="212090">
                <a:moveTo>
                  <a:pt x="754987" y="128771"/>
                </a:moveTo>
                <a:lnTo>
                  <a:pt x="729187" y="128771"/>
                </a:lnTo>
                <a:lnTo>
                  <a:pt x="729187" y="203868"/>
                </a:lnTo>
                <a:lnTo>
                  <a:pt x="754987" y="203868"/>
                </a:lnTo>
                <a:lnTo>
                  <a:pt x="754987" y="128771"/>
                </a:lnTo>
                <a:close/>
              </a:path>
              <a:path w="1118870" h="212090">
                <a:moveTo>
                  <a:pt x="833770" y="119787"/>
                </a:moveTo>
                <a:lnTo>
                  <a:pt x="650404" y="119787"/>
                </a:lnTo>
                <a:lnTo>
                  <a:pt x="650404" y="140980"/>
                </a:lnTo>
                <a:lnTo>
                  <a:pt x="729187" y="140980"/>
                </a:lnTo>
                <a:lnTo>
                  <a:pt x="729187" y="128771"/>
                </a:lnTo>
                <a:lnTo>
                  <a:pt x="833770" y="128771"/>
                </a:lnTo>
                <a:lnTo>
                  <a:pt x="833770" y="119787"/>
                </a:lnTo>
                <a:close/>
              </a:path>
              <a:path w="1118870" h="212090">
                <a:moveTo>
                  <a:pt x="833770" y="128771"/>
                </a:moveTo>
                <a:lnTo>
                  <a:pt x="754987" y="128771"/>
                </a:lnTo>
                <a:lnTo>
                  <a:pt x="754987" y="140980"/>
                </a:lnTo>
                <a:lnTo>
                  <a:pt x="833770" y="140980"/>
                </a:lnTo>
                <a:lnTo>
                  <a:pt x="833770" y="128771"/>
                </a:lnTo>
                <a:close/>
              </a:path>
              <a:path w="1118870" h="212090">
                <a:moveTo>
                  <a:pt x="698549" y="13360"/>
                </a:moveTo>
                <a:lnTo>
                  <a:pt x="672979" y="13360"/>
                </a:lnTo>
                <a:lnTo>
                  <a:pt x="672979" y="100897"/>
                </a:lnTo>
                <a:lnTo>
                  <a:pt x="811195" y="100897"/>
                </a:lnTo>
                <a:lnTo>
                  <a:pt x="811195" y="80395"/>
                </a:lnTo>
                <a:lnTo>
                  <a:pt x="698549" y="80395"/>
                </a:lnTo>
                <a:lnTo>
                  <a:pt x="698549" y="57359"/>
                </a:lnTo>
                <a:lnTo>
                  <a:pt x="677817" y="57359"/>
                </a:lnTo>
                <a:lnTo>
                  <a:pt x="677817" y="37087"/>
                </a:lnTo>
                <a:lnTo>
                  <a:pt x="698549" y="37087"/>
                </a:lnTo>
                <a:lnTo>
                  <a:pt x="698549" y="13360"/>
                </a:lnTo>
                <a:close/>
              </a:path>
              <a:path w="1118870" h="212090">
                <a:moveTo>
                  <a:pt x="811195" y="13360"/>
                </a:moveTo>
                <a:lnTo>
                  <a:pt x="785855" y="13360"/>
                </a:lnTo>
                <a:lnTo>
                  <a:pt x="785855" y="80395"/>
                </a:lnTo>
                <a:lnTo>
                  <a:pt x="811195" y="80395"/>
                </a:lnTo>
                <a:lnTo>
                  <a:pt x="811195" y="57359"/>
                </a:lnTo>
                <a:lnTo>
                  <a:pt x="806586" y="57359"/>
                </a:lnTo>
                <a:lnTo>
                  <a:pt x="806586" y="37087"/>
                </a:lnTo>
                <a:lnTo>
                  <a:pt x="811195" y="37087"/>
                </a:lnTo>
                <a:lnTo>
                  <a:pt x="811195" y="13360"/>
                </a:lnTo>
                <a:close/>
              </a:path>
              <a:path w="1118870" h="212090">
                <a:moveTo>
                  <a:pt x="698549" y="37087"/>
                </a:moveTo>
                <a:lnTo>
                  <a:pt x="677817" y="37087"/>
                </a:lnTo>
                <a:lnTo>
                  <a:pt x="677817" y="57359"/>
                </a:lnTo>
                <a:lnTo>
                  <a:pt x="698549" y="57359"/>
                </a:lnTo>
                <a:lnTo>
                  <a:pt x="698549" y="37087"/>
                </a:lnTo>
                <a:close/>
              </a:path>
              <a:path w="1118870" h="212090">
                <a:moveTo>
                  <a:pt x="785855" y="37087"/>
                </a:moveTo>
                <a:lnTo>
                  <a:pt x="698549" y="37087"/>
                </a:lnTo>
                <a:lnTo>
                  <a:pt x="698549" y="57359"/>
                </a:lnTo>
                <a:lnTo>
                  <a:pt x="785855" y="57359"/>
                </a:lnTo>
                <a:lnTo>
                  <a:pt x="785855" y="37087"/>
                </a:lnTo>
                <a:close/>
              </a:path>
              <a:path w="1118870" h="212090">
                <a:moveTo>
                  <a:pt x="811195" y="37087"/>
                </a:moveTo>
                <a:lnTo>
                  <a:pt x="806586" y="37087"/>
                </a:lnTo>
                <a:lnTo>
                  <a:pt x="806586" y="57359"/>
                </a:lnTo>
                <a:lnTo>
                  <a:pt x="811195" y="57359"/>
                </a:lnTo>
                <a:lnTo>
                  <a:pt x="811195" y="37087"/>
                </a:lnTo>
                <a:close/>
              </a:path>
              <a:path w="1118870" h="212090">
                <a:moveTo>
                  <a:pt x="1012652" y="0"/>
                </a:moveTo>
                <a:lnTo>
                  <a:pt x="968654" y="7832"/>
                </a:lnTo>
                <a:lnTo>
                  <a:pt x="935252" y="30177"/>
                </a:lnTo>
                <a:lnTo>
                  <a:pt x="914059" y="63809"/>
                </a:lnTo>
                <a:lnTo>
                  <a:pt x="906687" y="105965"/>
                </a:lnTo>
                <a:lnTo>
                  <a:pt x="907148" y="117152"/>
                </a:lnTo>
                <a:lnTo>
                  <a:pt x="918148" y="157479"/>
                </a:lnTo>
                <a:lnTo>
                  <a:pt x="942609" y="188491"/>
                </a:lnTo>
                <a:lnTo>
                  <a:pt x="978746" y="207395"/>
                </a:lnTo>
                <a:lnTo>
                  <a:pt x="1012652" y="211930"/>
                </a:lnTo>
                <a:lnTo>
                  <a:pt x="1024660" y="211426"/>
                </a:lnTo>
                <a:lnTo>
                  <a:pt x="1066310" y="199548"/>
                </a:lnTo>
                <a:lnTo>
                  <a:pt x="1068757" y="198109"/>
                </a:lnTo>
                <a:lnTo>
                  <a:pt x="1012652" y="198109"/>
                </a:lnTo>
                <a:lnTo>
                  <a:pt x="999243" y="197389"/>
                </a:lnTo>
                <a:lnTo>
                  <a:pt x="999058" y="197389"/>
                </a:lnTo>
                <a:lnTo>
                  <a:pt x="986608" y="195229"/>
                </a:lnTo>
                <a:lnTo>
                  <a:pt x="986460" y="195229"/>
                </a:lnTo>
                <a:lnTo>
                  <a:pt x="945676" y="172366"/>
                </a:lnTo>
                <a:lnTo>
                  <a:pt x="924016" y="131708"/>
                </a:lnTo>
                <a:lnTo>
                  <a:pt x="921200" y="105965"/>
                </a:lnTo>
                <a:lnTo>
                  <a:pt x="921787" y="94778"/>
                </a:lnTo>
                <a:lnTo>
                  <a:pt x="938376" y="48476"/>
                </a:lnTo>
                <a:lnTo>
                  <a:pt x="974643" y="20660"/>
                </a:lnTo>
                <a:lnTo>
                  <a:pt x="1012652" y="14051"/>
                </a:lnTo>
                <a:lnTo>
                  <a:pt x="1069258" y="14051"/>
                </a:lnTo>
                <a:lnTo>
                  <a:pt x="1066080" y="12166"/>
                </a:lnTo>
                <a:lnTo>
                  <a:pt x="1056648" y="7832"/>
                </a:lnTo>
                <a:lnTo>
                  <a:pt x="1046559" y="4405"/>
                </a:lnTo>
                <a:lnTo>
                  <a:pt x="1035862" y="1957"/>
                </a:lnTo>
                <a:lnTo>
                  <a:pt x="1024560" y="489"/>
                </a:lnTo>
                <a:lnTo>
                  <a:pt x="1012652" y="0"/>
                </a:lnTo>
                <a:close/>
              </a:path>
              <a:path w="1118870" h="212090">
                <a:moveTo>
                  <a:pt x="1069258" y="14051"/>
                </a:moveTo>
                <a:lnTo>
                  <a:pt x="1012652" y="14051"/>
                </a:lnTo>
                <a:lnTo>
                  <a:pt x="1026330" y="14786"/>
                </a:lnTo>
                <a:lnTo>
                  <a:pt x="1039028" y="16989"/>
                </a:lnTo>
                <a:lnTo>
                  <a:pt x="1079629" y="39621"/>
                </a:lnTo>
                <a:lnTo>
                  <a:pt x="1101338" y="80280"/>
                </a:lnTo>
                <a:lnTo>
                  <a:pt x="1104102" y="105965"/>
                </a:lnTo>
                <a:lnTo>
                  <a:pt x="1103520" y="117152"/>
                </a:lnTo>
                <a:lnTo>
                  <a:pt x="1103411" y="119254"/>
                </a:lnTo>
                <a:lnTo>
                  <a:pt x="1087014" y="163915"/>
                </a:lnTo>
                <a:lnTo>
                  <a:pt x="1050747" y="191630"/>
                </a:lnTo>
                <a:lnTo>
                  <a:pt x="1012652" y="198109"/>
                </a:lnTo>
                <a:lnTo>
                  <a:pt x="1068757" y="198109"/>
                </a:lnTo>
                <a:lnTo>
                  <a:pt x="1102435" y="166204"/>
                </a:lnTo>
                <a:lnTo>
                  <a:pt x="1116774" y="127907"/>
                </a:lnTo>
                <a:lnTo>
                  <a:pt x="1118615" y="105965"/>
                </a:lnTo>
                <a:lnTo>
                  <a:pt x="1118155" y="94778"/>
                </a:lnTo>
                <a:lnTo>
                  <a:pt x="1107156" y="54451"/>
                </a:lnTo>
                <a:lnTo>
                  <a:pt x="1082780" y="23338"/>
                </a:lnTo>
                <a:lnTo>
                  <a:pt x="1074790" y="17334"/>
                </a:lnTo>
                <a:lnTo>
                  <a:pt x="1069258" y="14051"/>
                </a:lnTo>
                <a:close/>
              </a:path>
              <a:path w="1118870" h="212090">
                <a:moveTo>
                  <a:pt x="1038222" y="61966"/>
                </a:moveTo>
                <a:lnTo>
                  <a:pt x="1017029" y="61966"/>
                </a:lnTo>
                <a:lnTo>
                  <a:pt x="1024170" y="64039"/>
                </a:lnTo>
                <a:lnTo>
                  <a:pt x="1017029" y="74500"/>
                </a:lnTo>
                <a:lnTo>
                  <a:pt x="1017029" y="169544"/>
                </a:lnTo>
                <a:lnTo>
                  <a:pt x="1038222" y="169544"/>
                </a:lnTo>
                <a:lnTo>
                  <a:pt x="1038222" y="61966"/>
                </a:lnTo>
                <a:close/>
              </a:path>
              <a:path w="1118870" h="212090">
                <a:moveTo>
                  <a:pt x="1038222" y="43537"/>
                </a:moveTo>
                <a:lnTo>
                  <a:pt x="1016108" y="43537"/>
                </a:lnTo>
                <a:lnTo>
                  <a:pt x="955984" y="131305"/>
                </a:lnTo>
                <a:lnTo>
                  <a:pt x="955984" y="145587"/>
                </a:lnTo>
                <a:lnTo>
                  <a:pt x="1017029" y="145587"/>
                </a:lnTo>
                <a:lnTo>
                  <a:pt x="1017029" y="135912"/>
                </a:lnTo>
                <a:lnTo>
                  <a:pt x="975104" y="135912"/>
                </a:lnTo>
                <a:lnTo>
                  <a:pt x="970497" y="127619"/>
                </a:lnTo>
                <a:lnTo>
                  <a:pt x="980765" y="127619"/>
                </a:lnTo>
                <a:lnTo>
                  <a:pt x="1017029" y="74500"/>
                </a:lnTo>
                <a:lnTo>
                  <a:pt x="1017029" y="61966"/>
                </a:lnTo>
                <a:lnTo>
                  <a:pt x="1038222" y="61966"/>
                </a:lnTo>
                <a:lnTo>
                  <a:pt x="1038222" y="43537"/>
                </a:lnTo>
                <a:close/>
              </a:path>
              <a:path w="1118870" h="212090">
                <a:moveTo>
                  <a:pt x="1055727" y="127619"/>
                </a:moveTo>
                <a:lnTo>
                  <a:pt x="1038222" y="127619"/>
                </a:lnTo>
                <a:lnTo>
                  <a:pt x="1038222" y="145587"/>
                </a:lnTo>
                <a:lnTo>
                  <a:pt x="1055727" y="145587"/>
                </a:lnTo>
                <a:lnTo>
                  <a:pt x="1055727" y="127619"/>
                </a:lnTo>
                <a:close/>
              </a:path>
              <a:path w="1118870" h="212090">
                <a:moveTo>
                  <a:pt x="980765" y="127619"/>
                </a:moveTo>
                <a:lnTo>
                  <a:pt x="970497" y="127619"/>
                </a:lnTo>
                <a:lnTo>
                  <a:pt x="975104" y="135912"/>
                </a:lnTo>
                <a:lnTo>
                  <a:pt x="980765" y="127619"/>
                </a:lnTo>
                <a:close/>
              </a:path>
              <a:path w="1118870" h="212090">
                <a:moveTo>
                  <a:pt x="1017029" y="127619"/>
                </a:moveTo>
                <a:lnTo>
                  <a:pt x="980765" y="127619"/>
                </a:lnTo>
                <a:lnTo>
                  <a:pt x="975104" y="135912"/>
                </a:lnTo>
                <a:lnTo>
                  <a:pt x="1017029" y="135912"/>
                </a:lnTo>
                <a:lnTo>
                  <a:pt x="1017029" y="127619"/>
                </a:lnTo>
                <a:close/>
              </a:path>
              <a:path w="1118870" h="212090">
                <a:moveTo>
                  <a:pt x="1017029" y="61966"/>
                </a:moveTo>
                <a:lnTo>
                  <a:pt x="1017029" y="74500"/>
                </a:lnTo>
                <a:lnTo>
                  <a:pt x="1024170" y="64039"/>
                </a:lnTo>
                <a:lnTo>
                  <a:pt x="1017029" y="61966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2840" y="1381319"/>
            <a:ext cx="1974850" cy="481330"/>
          </a:xfrm>
          <a:custGeom>
            <a:avLst/>
            <a:gdLst/>
            <a:ahLst/>
            <a:cxnLst/>
            <a:rect l="l" t="t" r="r" b="b"/>
            <a:pathLst>
              <a:path w="1974850" h="481330">
                <a:moveTo>
                  <a:pt x="186214" y="377328"/>
                </a:moveTo>
                <a:lnTo>
                  <a:pt x="0" y="377328"/>
                </a:lnTo>
                <a:lnTo>
                  <a:pt x="0" y="427966"/>
                </a:lnTo>
                <a:lnTo>
                  <a:pt x="433410" y="427966"/>
                </a:lnTo>
                <a:lnTo>
                  <a:pt x="433410" y="409998"/>
                </a:lnTo>
                <a:lnTo>
                  <a:pt x="186214" y="409998"/>
                </a:lnTo>
                <a:lnTo>
                  <a:pt x="186214" y="377328"/>
                </a:lnTo>
                <a:close/>
              </a:path>
              <a:path w="1974850" h="481330">
                <a:moveTo>
                  <a:pt x="247196" y="234673"/>
                </a:moveTo>
                <a:lnTo>
                  <a:pt x="186214" y="234673"/>
                </a:lnTo>
                <a:lnTo>
                  <a:pt x="186214" y="409998"/>
                </a:lnTo>
                <a:lnTo>
                  <a:pt x="247196" y="409998"/>
                </a:lnTo>
                <a:lnTo>
                  <a:pt x="247196" y="234673"/>
                </a:lnTo>
                <a:close/>
              </a:path>
              <a:path w="1974850" h="481330">
                <a:moveTo>
                  <a:pt x="433410" y="377328"/>
                </a:moveTo>
                <a:lnTo>
                  <a:pt x="247196" y="377328"/>
                </a:lnTo>
                <a:lnTo>
                  <a:pt x="247196" y="409998"/>
                </a:lnTo>
                <a:lnTo>
                  <a:pt x="433410" y="409998"/>
                </a:lnTo>
                <a:lnTo>
                  <a:pt x="433410" y="377328"/>
                </a:lnTo>
                <a:close/>
              </a:path>
              <a:path w="1974850" h="481330">
                <a:moveTo>
                  <a:pt x="380051" y="41380"/>
                </a:moveTo>
                <a:lnTo>
                  <a:pt x="53359" y="41380"/>
                </a:lnTo>
                <a:lnTo>
                  <a:pt x="53359" y="266253"/>
                </a:lnTo>
                <a:lnTo>
                  <a:pt x="186214" y="266253"/>
                </a:lnTo>
                <a:lnTo>
                  <a:pt x="186214" y="234673"/>
                </a:lnTo>
                <a:lnTo>
                  <a:pt x="380051" y="234673"/>
                </a:lnTo>
                <a:lnTo>
                  <a:pt x="380051" y="216160"/>
                </a:lnTo>
                <a:lnTo>
                  <a:pt x="114342" y="216160"/>
                </a:lnTo>
                <a:lnTo>
                  <a:pt x="114342" y="91473"/>
                </a:lnTo>
                <a:lnTo>
                  <a:pt x="380051" y="91473"/>
                </a:lnTo>
                <a:lnTo>
                  <a:pt x="380051" y="41380"/>
                </a:lnTo>
                <a:close/>
              </a:path>
              <a:path w="1974850" h="481330">
                <a:moveTo>
                  <a:pt x="380051" y="234673"/>
                </a:moveTo>
                <a:lnTo>
                  <a:pt x="247196" y="234673"/>
                </a:lnTo>
                <a:lnTo>
                  <a:pt x="247196" y="266253"/>
                </a:lnTo>
                <a:lnTo>
                  <a:pt x="380051" y="266253"/>
                </a:lnTo>
                <a:lnTo>
                  <a:pt x="380051" y="234673"/>
                </a:lnTo>
                <a:close/>
              </a:path>
              <a:path w="1974850" h="481330">
                <a:moveTo>
                  <a:pt x="380051" y="91473"/>
                </a:moveTo>
                <a:lnTo>
                  <a:pt x="319068" y="91473"/>
                </a:lnTo>
                <a:lnTo>
                  <a:pt x="319068" y="216160"/>
                </a:lnTo>
                <a:lnTo>
                  <a:pt x="380051" y="216160"/>
                </a:lnTo>
                <a:lnTo>
                  <a:pt x="380051" y="91473"/>
                </a:lnTo>
                <a:close/>
              </a:path>
              <a:path w="1974850" h="481330">
                <a:moveTo>
                  <a:pt x="574131" y="282588"/>
                </a:moveTo>
                <a:lnTo>
                  <a:pt x="519682" y="282588"/>
                </a:lnTo>
                <a:lnTo>
                  <a:pt x="519682" y="328869"/>
                </a:lnTo>
                <a:lnTo>
                  <a:pt x="786480" y="328869"/>
                </a:lnTo>
                <a:lnTo>
                  <a:pt x="786480" y="354460"/>
                </a:lnTo>
                <a:lnTo>
                  <a:pt x="519138" y="354460"/>
                </a:lnTo>
                <a:lnTo>
                  <a:pt x="519138" y="469347"/>
                </a:lnTo>
                <a:lnTo>
                  <a:pt x="866520" y="469347"/>
                </a:lnTo>
                <a:lnTo>
                  <a:pt x="866520" y="423610"/>
                </a:lnTo>
                <a:lnTo>
                  <a:pt x="580120" y="423610"/>
                </a:lnTo>
                <a:lnTo>
                  <a:pt x="580120" y="396930"/>
                </a:lnTo>
                <a:lnTo>
                  <a:pt x="847463" y="396930"/>
                </a:lnTo>
                <a:lnTo>
                  <a:pt x="847463" y="298378"/>
                </a:lnTo>
                <a:lnTo>
                  <a:pt x="574131" y="298378"/>
                </a:lnTo>
                <a:lnTo>
                  <a:pt x="574131" y="282588"/>
                </a:lnTo>
                <a:close/>
              </a:path>
              <a:path w="1974850" h="481330">
                <a:moveTo>
                  <a:pt x="635658" y="218338"/>
                </a:moveTo>
                <a:lnTo>
                  <a:pt x="574131" y="218338"/>
                </a:lnTo>
                <a:lnTo>
                  <a:pt x="574131" y="298378"/>
                </a:lnTo>
                <a:lnTo>
                  <a:pt x="635658" y="298378"/>
                </a:lnTo>
                <a:lnTo>
                  <a:pt x="635658" y="218338"/>
                </a:lnTo>
                <a:close/>
              </a:path>
              <a:path w="1974850" h="481330">
                <a:moveTo>
                  <a:pt x="730398" y="282588"/>
                </a:moveTo>
                <a:lnTo>
                  <a:pt x="635658" y="282588"/>
                </a:lnTo>
                <a:lnTo>
                  <a:pt x="635658" y="298378"/>
                </a:lnTo>
                <a:lnTo>
                  <a:pt x="730398" y="298378"/>
                </a:lnTo>
                <a:lnTo>
                  <a:pt x="730398" y="282588"/>
                </a:lnTo>
                <a:close/>
              </a:path>
              <a:path w="1974850" h="481330">
                <a:moveTo>
                  <a:pt x="791925" y="218338"/>
                </a:moveTo>
                <a:lnTo>
                  <a:pt x="730398" y="218338"/>
                </a:lnTo>
                <a:lnTo>
                  <a:pt x="730398" y="298378"/>
                </a:lnTo>
                <a:lnTo>
                  <a:pt x="791925" y="298378"/>
                </a:lnTo>
                <a:lnTo>
                  <a:pt x="791925" y="218338"/>
                </a:lnTo>
                <a:close/>
              </a:path>
              <a:path w="1974850" h="481330">
                <a:moveTo>
                  <a:pt x="847463" y="282588"/>
                </a:moveTo>
                <a:lnTo>
                  <a:pt x="791925" y="282588"/>
                </a:lnTo>
                <a:lnTo>
                  <a:pt x="791925" y="298378"/>
                </a:lnTo>
                <a:lnTo>
                  <a:pt x="847463" y="298378"/>
                </a:lnTo>
                <a:lnTo>
                  <a:pt x="847463" y="282588"/>
                </a:lnTo>
                <a:close/>
              </a:path>
              <a:path w="1974850" h="481330">
                <a:moveTo>
                  <a:pt x="899733" y="196014"/>
                </a:moveTo>
                <a:lnTo>
                  <a:pt x="466322" y="196014"/>
                </a:lnTo>
                <a:lnTo>
                  <a:pt x="466322" y="245018"/>
                </a:lnTo>
                <a:lnTo>
                  <a:pt x="574131" y="245018"/>
                </a:lnTo>
                <a:lnTo>
                  <a:pt x="574131" y="218338"/>
                </a:lnTo>
                <a:lnTo>
                  <a:pt x="899733" y="218338"/>
                </a:lnTo>
                <a:lnTo>
                  <a:pt x="899733" y="196014"/>
                </a:lnTo>
                <a:close/>
              </a:path>
              <a:path w="1974850" h="481330">
                <a:moveTo>
                  <a:pt x="730398" y="218338"/>
                </a:moveTo>
                <a:lnTo>
                  <a:pt x="635658" y="218338"/>
                </a:lnTo>
                <a:lnTo>
                  <a:pt x="635658" y="245018"/>
                </a:lnTo>
                <a:lnTo>
                  <a:pt x="730398" y="245018"/>
                </a:lnTo>
                <a:lnTo>
                  <a:pt x="730398" y="218338"/>
                </a:lnTo>
                <a:close/>
              </a:path>
              <a:path w="1974850" h="481330">
                <a:moveTo>
                  <a:pt x="899733" y="218338"/>
                </a:moveTo>
                <a:lnTo>
                  <a:pt x="791925" y="218338"/>
                </a:lnTo>
                <a:lnTo>
                  <a:pt x="791925" y="245018"/>
                </a:lnTo>
                <a:lnTo>
                  <a:pt x="899733" y="245018"/>
                </a:lnTo>
                <a:lnTo>
                  <a:pt x="899733" y="218338"/>
                </a:lnTo>
                <a:close/>
              </a:path>
              <a:path w="1974850" h="481330">
                <a:moveTo>
                  <a:pt x="839840" y="14156"/>
                </a:moveTo>
                <a:lnTo>
                  <a:pt x="520227" y="14156"/>
                </a:lnTo>
                <a:lnTo>
                  <a:pt x="520227" y="161712"/>
                </a:lnTo>
                <a:lnTo>
                  <a:pt x="848552" y="161712"/>
                </a:lnTo>
                <a:lnTo>
                  <a:pt x="848552" y="113253"/>
                </a:lnTo>
                <a:lnTo>
                  <a:pt x="580665" y="113253"/>
                </a:lnTo>
                <a:lnTo>
                  <a:pt x="580665" y="63160"/>
                </a:lnTo>
                <a:lnTo>
                  <a:pt x="839840" y="63160"/>
                </a:lnTo>
                <a:lnTo>
                  <a:pt x="839840" y="14156"/>
                </a:lnTo>
                <a:close/>
              </a:path>
              <a:path w="1974850" h="481330">
                <a:moveTo>
                  <a:pt x="1252851" y="241207"/>
                </a:moveTo>
                <a:lnTo>
                  <a:pt x="1066637" y="241207"/>
                </a:lnTo>
                <a:lnTo>
                  <a:pt x="1066637" y="291300"/>
                </a:lnTo>
                <a:lnTo>
                  <a:pt x="1500048" y="291300"/>
                </a:lnTo>
                <a:lnTo>
                  <a:pt x="1500048" y="269520"/>
                </a:lnTo>
                <a:lnTo>
                  <a:pt x="1252851" y="269520"/>
                </a:lnTo>
                <a:lnTo>
                  <a:pt x="1252851" y="241207"/>
                </a:lnTo>
                <a:close/>
              </a:path>
              <a:path w="1974850" h="481330">
                <a:moveTo>
                  <a:pt x="1313834" y="186758"/>
                </a:moveTo>
                <a:lnTo>
                  <a:pt x="1252851" y="186758"/>
                </a:lnTo>
                <a:lnTo>
                  <a:pt x="1252851" y="269520"/>
                </a:lnTo>
                <a:lnTo>
                  <a:pt x="1313834" y="269520"/>
                </a:lnTo>
                <a:lnTo>
                  <a:pt x="1313834" y="186758"/>
                </a:lnTo>
                <a:close/>
              </a:path>
              <a:path w="1974850" h="481330">
                <a:moveTo>
                  <a:pt x="1500048" y="241207"/>
                </a:moveTo>
                <a:lnTo>
                  <a:pt x="1313834" y="241207"/>
                </a:lnTo>
                <a:lnTo>
                  <a:pt x="1313834" y="269520"/>
                </a:lnTo>
                <a:lnTo>
                  <a:pt x="1500048" y="269520"/>
                </a:lnTo>
                <a:lnTo>
                  <a:pt x="1500048" y="241207"/>
                </a:lnTo>
                <a:close/>
              </a:path>
              <a:path w="1974850" h="481330">
                <a:moveTo>
                  <a:pt x="1446688" y="14701"/>
                </a:moveTo>
                <a:lnTo>
                  <a:pt x="1121630" y="14701"/>
                </a:lnTo>
                <a:lnTo>
                  <a:pt x="1121630" y="206904"/>
                </a:lnTo>
                <a:lnTo>
                  <a:pt x="1252851" y="206904"/>
                </a:lnTo>
                <a:lnTo>
                  <a:pt x="1252851" y="186758"/>
                </a:lnTo>
                <a:lnTo>
                  <a:pt x="1454856" y="186758"/>
                </a:lnTo>
                <a:lnTo>
                  <a:pt x="1454856" y="158989"/>
                </a:lnTo>
                <a:lnTo>
                  <a:pt x="1182613" y="158989"/>
                </a:lnTo>
                <a:lnTo>
                  <a:pt x="1182613" y="131221"/>
                </a:lnTo>
                <a:lnTo>
                  <a:pt x="1135242" y="131221"/>
                </a:lnTo>
                <a:lnTo>
                  <a:pt x="1135242" y="88206"/>
                </a:lnTo>
                <a:lnTo>
                  <a:pt x="1182613" y="88206"/>
                </a:lnTo>
                <a:lnTo>
                  <a:pt x="1182613" y="63160"/>
                </a:lnTo>
                <a:lnTo>
                  <a:pt x="1446688" y="63160"/>
                </a:lnTo>
                <a:lnTo>
                  <a:pt x="1446688" y="14701"/>
                </a:lnTo>
                <a:close/>
              </a:path>
              <a:path w="1974850" h="481330">
                <a:moveTo>
                  <a:pt x="1454856" y="186758"/>
                </a:moveTo>
                <a:lnTo>
                  <a:pt x="1313834" y="186758"/>
                </a:lnTo>
                <a:lnTo>
                  <a:pt x="1313834" y="206904"/>
                </a:lnTo>
                <a:lnTo>
                  <a:pt x="1454856" y="206904"/>
                </a:lnTo>
                <a:lnTo>
                  <a:pt x="1454856" y="186758"/>
                </a:lnTo>
                <a:close/>
              </a:path>
              <a:path w="1974850" h="481330">
                <a:moveTo>
                  <a:pt x="1182613" y="88206"/>
                </a:moveTo>
                <a:lnTo>
                  <a:pt x="1135242" y="88206"/>
                </a:lnTo>
                <a:lnTo>
                  <a:pt x="1135242" y="131221"/>
                </a:lnTo>
                <a:lnTo>
                  <a:pt x="1182613" y="131221"/>
                </a:lnTo>
                <a:lnTo>
                  <a:pt x="1182613" y="88206"/>
                </a:lnTo>
                <a:close/>
              </a:path>
              <a:path w="1974850" h="481330">
                <a:moveTo>
                  <a:pt x="1437977" y="88206"/>
                </a:moveTo>
                <a:lnTo>
                  <a:pt x="1182613" y="88206"/>
                </a:lnTo>
                <a:lnTo>
                  <a:pt x="1182613" y="131221"/>
                </a:lnTo>
                <a:lnTo>
                  <a:pt x="1437977" y="131221"/>
                </a:lnTo>
                <a:lnTo>
                  <a:pt x="1437977" y="88206"/>
                </a:lnTo>
                <a:close/>
              </a:path>
              <a:path w="1974850" h="481330">
                <a:moveTo>
                  <a:pt x="1283343" y="312535"/>
                </a:moveTo>
                <a:lnTo>
                  <a:pt x="1243123" y="313828"/>
                </a:lnTo>
                <a:lnTo>
                  <a:pt x="1177784" y="324173"/>
                </a:lnTo>
                <a:lnTo>
                  <a:pt x="1133135" y="344966"/>
                </a:lnTo>
                <a:lnTo>
                  <a:pt x="1110810" y="376818"/>
                </a:lnTo>
                <a:lnTo>
                  <a:pt x="1108018" y="396930"/>
                </a:lnTo>
                <a:lnTo>
                  <a:pt x="1110810" y="417042"/>
                </a:lnTo>
                <a:lnTo>
                  <a:pt x="1133135" y="448894"/>
                </a:lnTo>
                <a:lnTo>
                  <a:pt x="1177784" y="469687"/>
                </a:lnTo>
                <a:lnTo>
                  <a:pt x="1243123" y="480032"/>
                </a:lnTo>
                <a:lnTo>
                  <a:pt x="1283343" y="481325"/>
                </a:lnTo>
                <a:lnTo>
                  <a:pt x="1323535" y="480032"/>
                </a:lnTo>
                <a:lnTo>
                  <a:pt x="1388602" y="469687"/>
                </a:lnTo>
                <a:lnTo>
                  <a:pt x="1433249" y="448894"/>
                </a:lnTo>
                <a:lnTo>
                  <a:pt x="1448370" y="432322"/>
                </a:lnTo>
                <a:lnTo>
                  <a:pt x="1283343" y="432322"/>
                </a:lnTo>
                <a:lnTo>
                  <a:pt x="1255440" y="431845"/>
                </a:lnTo>
                <a:lnTo>
                  <a:pt x="1211882" y="428034"/>
                </a:lnTo>
                <a:lnTo>
                  <a:pt x="1175808" y="413945"/>
                </a:lnTo>
                <a:lnTo>
                  <a:pt x="1169001" y="396930"/>
                </a:lnTo>
                <a:lnTo>
                  <a:pt x="1170665" y="387878"/>
                </a:lnTo>
                <a:lnTo>
                  <a:pt x="1170703" y="387674"/>
                </a:lnTo>
                <a:lnTo>
                  <a:pt x="1211882" y="366371"/>
                </a:lnTo>
                <a:lnTo>
                  <a:pt x="1255440" y="362559"/>
                </a:lnTo>
                <a:lnTo>
                  <a:pt x="1283343" y="362083"/>
                </a:lnTo>
                <a:lnTo>
                  <a:pt x="1448637" y="362083"/>
                </a:lnTo>
                <a:lnTo>
                  <a:pt x="1447372" y="359497"/>
                </a:lnTo>
                <a:lnTo>
                  <a:pt x="1413475" y="333225"/>
                </a:lnTo>
                <a:lnTo>
                  <a:pt x="1358622" y="317707"/>
                </a:lnTo>
                <a:lnTo>
                  <a:pt x="1323535" y="313828"/>
                </a:lnTo>
                <a:lnTo>
                  <a:pt x="1283343" y="312535"/>
                </a:lnTo>
                <a:close/>
              </a:path>
              <a:path w="1974850" h="481330">
                <a:moveTo>
                  <a:pt x="1448637" y="362083"/>
                </a:moveTo>
                <a:lnTo>
                  <a:pt x="1283343" y="362083"/>
                </a:lnTo>
                <a:lnTo>
                  <a:pt x="1311251" y="362559"/>
                </a:lnTo>
                <a:lnTo>
                  <a:pt x="1335073" y="363989"/>
                </a:lnTo>
                <a:lnTo>
                  <a:pt x="1382374" y="374266"/>
                </a:lnTo>
                <a:lnTo>
                  <a:pt x="1397685" y="396930"/>
                </a:lnTo>
                <a:lnTo>
                  <a:pt x="1395984" y="406016"/>
                </a:lnTo>
                <a:lnTo>
                  <a:pt x="1354809" y="428034"/>
                </a:lnTo>
                <a:lnTo>
                  <a:pt x="1311251" y="431845"/>
                </a:lnTo>
                <a:lnTo>
                  <a:pt x="1283343" y="432322"/>
                </a:lnTo>
                <a:lnTo>
                  <a:pt x="1448370" y="432322"/>
                </a:lnTo>
                <a:lnTo>
                  <a:pt x="1455844" y="417042"/>
                </a:lnTo>
                <a:lnTo>
                  <a:pt x="1458667" y="396930"/>
                </a:lnTo>
                <a:lnTo>
                  <a:pt x="1455844" y="376818"/>
                </a:lnTo>
                <a:lnTo>
                  <a:pt x="1448637" y="362083"/>
                </a:lnTo>
                <a:close/>
              </a:path>
              <a:path w="1974850" h="481330">
                <a:moveTo>
                  <a:pt x="1907564" y="1633"/>
                </a:moveTo>
                <a:lnTo>
                  <a:pt x="1846582" y="1633"/>
                </a:lnTo>
                <a:lnTo>
                  <a:pt x="1846582" y="268431"/>
                </a:lnTo>
                <a:lnTo>
                  <a:pt x="1907564" y="268431"/>
                </a:lnTo>
                <a:lnTo>
                  <a:pt x="1907564" y="167157"/>
                </a:lnTo>
                <a:lnTo>
                  <a:pt x="1877073" y="167157"/>
                </a:lnTo>
                <a:lnTo>
                  <a:pt x="1877073" y="117064"/>
                </a:lnTo>
                <a:lnTo>
                  <a:pt x="1907564" y="117064"/>
                </a:lnTo>
                <a:lnTo>
                  <a:pt x="1907564" y="1633"/>
                </a:lnTo>
                <a:close/>
              </a:path>
              <a:path w="1974850" h="481330">
                <a:moveTo>
                  <a:pt x="1907564" y="117064"/>
                </a:moveTo>
                <a:lnTo>
                  <a:pt x="1877073" y="117064"/>
                </a:lnTo>
                <a:lnTo>
                  <a:pt x="1877073" y="167157"/>
                </a:lnTo>
                <a:lnTo>
                  <a:pt x="1907564" y="167157"/>
                </a:lnTo>
                <a:lnTo>
                  <a:pt x="1907564" y="117064"/>
                </a:lnTo>
                <a:close/>
              </a:path>
              <a:path w="1974850" h="481330">
                <a:moveTo>
                  <a:pt x="1974536" y="117064"/>
                </a:moveTo>
                <a:lnTo>
                  <a:pt x="1907564" y="117064"/>
                </a:lnTo>
                <a:lnTo>
                  <a:pt x="1907564" y="167157"/>
                </a:lnTo>
                <a:lnTo>
                  <a:pt x="1974536" y="167157"/>
                </a:lnTo>
                <a:lnTo>
                  <a:pt x="1974536" y="117064"/>
                </a:lnTo>
                <a:close/>
              </a:path>
              <a:path w="1974850" h="481330">
                <a:moveTo>
                  <a:pt x="1665268" y="294022"/>
                </a:moveTo>
                <a:lnTo>
                  <a:pt x="1604286" y="294022"/>
                </a:lnTo>
                <a:lnTo>
                  <a:pt x="1604286" y="468258"/>
                </a:lnTo>
                <a:lnTo>
                  <a:pt x="1907564" y="468258"/>
                </a:lnTo>
                <a:lnTo>
                  <a:pt x="1907564" y="419254"/>
                </a:lnTo>
                <a:lnTo>
                  <a:pt x="1665268" y="419254"/>
                </a:lnTo>
                <a:lnTo>
                  <a:pt x="1665268" y="382229"/>
                </a:lnTo>
                <a:lnTo>
                  <a:pt x="1616809" y="382229"/>
                </a:lnTo>
                <a:lnTo>
                  <a:pt x="1616809" y="333225"/>
                </a:lnTo>
                <a:lnTo>
                  <a:pt x="1665268" y="333225"/>
                </a:lnTo>
                <a:lnTo>
                  <a:pt x="1665268" y="294022"/>
                </a:lnTo>
                <a:close/>
              </a:path>
              <a:path w="1974850" h="481330">
                <a:moveTo>
                  <a:pt x="1907564" y="294022"/>
                </a:moveTo>
                <a:lnTo>
                  <a:pt x="1847127" y="294022"/>
                </a:lnTo>
                <a:lnTo>
                  <a:pt x="1847127" y="419254"/>
                </a:lnTo>
                <a:lnTo>
                  <a:pt x="1907564" y="419254"/>
                </a:lnTo>
                <a:lnTo>
                  <a:pt x="1907564" y="382229"/>
                </a:lnTo>
                <a:lnTo>
                  <a:pt x="1897219" y="382229"/>
                </a:lnTo>
                <a:lnTo>
                  <a:pt x="1897219" y="333225"/>
                </a:lnTo>
                <a:lnTo>
                  <a:pt x="1907564" y="333225"/>
                </a:lnTo>
                <a:lnTo>
                  <a:pt x="1907564" y="294022"/>
                </a:lnTo>
                <a:close/>
              </a:path>
              <a:path w="1974850" h="481330">
                <a:moveTo>
                  <a:pt x="1665268" y="333225"/>
                </a:moveTo>
                <a:lnTo>
                  <a:pt x="1616809" y="333225"/>
                </a:lnTo>
                <a:lnTo>
                  <a:pt x="1616809" y="382229"/>
                </a:lnTo>
                <a:lnTo>
                  <a:pt x="1665268" y="382229"/>
                </a:lnTo>
                <a:lnTo>
                  <a:pt x="1665268" y="333225"/>
                </a:lnTo>
                <a:close/>
              </a:path>
              <a:path w="1974850" h="481330">
                <a:moveTo>
                  <a:pt x="1847127" y="333225"/>
                </a:moveTo>
                <a:lnTo>
                  <a:pt x="1665268" y="333225"/>
                </a:lnTo>
                <a:lnTo>
                  <a:pt x="1665268" y="382229"/>
                </a:lnTo>
                <a:lnTo>
                  <a:pt x="1847127" y="382229"/>
                </a:lnTo>
                <a:lnTo>
                  <a:pt x="1847127" y="333225"/>
                </a:lnTo>
                <a:close/>
              </a:path>
              <a:path w="1974850" h="481330">
                <a:moveTo>
                  <a:pt x="1907564" y="333225"/>
                </a:moveTo>
                <a:lnTo>
                  <a:pt x="1897219" y="333225"/>
                </a:lnTo>
                <a:lnTo>
                  <a:pt x="1897219" y="382229"/>
                </a:lnTo>
                <a:lnTo>
                  <a:pt x="1907564" y="382229"/>
                </a:lnTo>
                <a:lnTo>
                  <a:pt x="1907564" y="333225"/>
                </a:lnTo>
                <a:close/>
              </a:path>
              <a:path w="1974850" h="481330">
                <a:moveTo>
                  <a:pt x="1811190" y="66427"/>
                </a:moveTo>
                <a:lnTo>
                  <a:pt x="1535680" y="66427"/>
                </a:lnTo>
                <a:lnTo>
                  <a:pt x="1535680" y="109441"/>
                </a:lnTo>
                <a:lnTo>
                  <a:pt x="1811190" y="109441"/>
                </a:lnTo>
                <a:lnTo>
                  <a:pt x="1811190" y="66427"/>
                </a:lnTo>
                <a:close/>
              </a:path>
              <a:path w="1974850" h="481330">
                <a:moveTo>
                  <a:pt x="1746941" y="0"/>
                </a:moveTo>
                <a:lnTo>
                  <a:pt x="1599930" y="0"/>
                </a:lnTo>
                <a:lnTo>
                  <a:pt x="1599930" y="42469"/>
                </a:lnTo>
                <a:lnTo>
                  <a:pt x="1746941" y="42469"/>
                </a:lnTo>
                <a:lnTo>
                  <a:pt x="1746941" y="0"/>
                </a:lnTo>
                <a:close/>
              </a:path>
              <a:path w="1974850" h="481330">
                <a:moveTo>
                  <a:pt x="1673980" y="130676"/>
                </a:moveTo>
                <a:lnTo>
                  <a:pt x="1627973" y="135168"/>
                </a:lnTo>
                <a:lnTo>
                  <a:pt x="1591218" y="148644"/>
                </a:lnTo>
                <a:lnTo>
                  <a:pt x="1561102" y="185193"/>
                </a:lnTo>
                <a:lnTo>
                  <a:pt x="1559093" y="202004"/>
                </a:lnTo>
                <a:lnTo>
                  <a:pt x="1561102" y="218849"/>
                </a:lnTo>
                <a:lnTo>
                  <a:pt x="1591218" y="255908"/>
                </a:lnTo>
                <a:lnTo>
                  <a:pt x="1627973" y="268975"/>
                </a:lnTo>
                <a:lnTo>
                  <a:pt x="1673980" y="273331"/>
                </a:lnTo>
                <a:lnTo>
                  <a:pt x="1698621" y="272242"/>
                </a:lnTo>
                <a:lnTo>
                  <a:pt x="1740546" y="263531"/>
                </a:lnTo>
                <a:lnTo>
                  <a:pt x="1782333" y="233448"/>
                </a:lnTo>
                <a:lnTo>
                  <a:pt x="1783189" y="231406"/>
                </a:lnTo>
                <a:lnTo>
                  <a:pt x="1673980" y="231406"/>
                </a:lnTo>
                <a:lnTo>
                  <a:pt x="1661358" y="230964"/>
                </a:lnTo>
                <a:lnTo>
                  <a:pt x="1620623" y="214935"/>
                </a:lnTo>
                <a:lnTo>
                  <a:pt x="1616809" y="202004"/>
                </a:lnTo>
                <a:lnTo>
                  <a:pt x="1617763" y="195130"/>
                </a:lnTo>
                <a:lnTo>
                  <a:pt x="1650163" y="174507"/>
                </a:lnTo>
                <a:lnTo>
                  <a:pt x="1673980" y="172602"/>
                </a:lnTo>
                <a:lnTo>
                  <a:pt x="1783026" y="172602"/>
                </a:lnTo>
                <a:lnTo>
                  <a:pt x="1782333" y="170968"/>
                </a:lnTo>
                <a:lnTo>
                  <a:pt x="1740546" y="140783"/>
                </a:lnTo>
                <a:lnTo>
                  <a:pt x="1698621" y="131799"/>
                </a:lnTo>
                <a:lnTo>
                  <a:pt x="1673980" y="130676"/>
                </a:lnTo>
                <a:close/>
              </a:path>
              <a:path w="1974850" h="481330">
                <a:moveTo>
                  <a:pt x="1783026" y="172602"/>
                </a:moveTo>
                <a:lnTo>
                  <a:pt x="1673980" y="172602"/>
                </a:lnTo>
                <a:lnTo>
                  <a:pt x="1687322" y="173078"/>
                </a:lnTo>
                <a:lnTo>
                  <a:pt x="1699030" y="174507"/>
                </a:lnTo>
                <a:lnTo>
                  <a:pt x="1731832" y="195130"/>
                </a:lnTo>
                <a:lnTo>
                  <a:pt x="1732784" y="202004"/>
                </a:lnTo>
                <a:lnTo>
                  <a:pt x="1731832" y="208912"/>
                </a:lnTo>
                <a:lnTo>
                  <a:pt x="1699030" y="229637"/>
                </a:lnTo>
                <a:lnTo>
                  <a:pt x="1673980" y="231406"/>
                </a:lnTo>
                <a:lnTo>
                  <a:pt x="1783189" y="231406"/>
                </a:lnTo>
                <a:lnTo>
                  <a:pt x="1788458" y="218849"/>
                </a:lnTo>
                <a:lnTo>
                  <a:pt x="1790500" y="202004"/>
                </a:lnTo>
                <a:lnTo>
                  <a:pt x="1788458" y="185397"/>
                </a:lnTo>
                <a:lnTo>
                  <a:pt x="1783026" y="172602"/>
                </a:lnTo>
                <a:close/>
              </a:path>
            </a:pathLst>
          </a:custGeom>
          <a:solidFill>
            <a:srgbClr val="0B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56506" y="2136060"/>
            <a:ext cx="838200" cy="52705"/>
          </a:xfrm>
          <a:custGeom>
            <a:avLst/>
            <a:gdLst/>
            <a:ahLst/>
            <a:cxnLst/>
            <a:rect l="l" t="t" r="r" b="b"/>
            <a:pathLst>
              <a:path w="838200" h="52705">
                <a:moveTo>
                  <a:pt x="811493" y="0"/>
                </a:moveTo>
                <a:lnTo>
                  <a:pt x="26177" y="0"/>
                </a:lnTo>
                <a:lnTo>
                  <a:pt x="15987" y="2057"/>
                </a:lnTo>
                <a:lnTo>
                  <a:pt x="7667" y="7667"/>
                </a:lnTo>
                <a:lnTo>
                  <a:pt x="2057" y="15987"/>
                </a:lnTo>
                <a:lnTo>
                  <a:pt x="0" y="26177"/>
                </a:lnTo>
                <a:lnTo>
                  <a:pt x="2057" y="36366"/>
                </a:lnTo>
                <a:lnTo>
                  <a:pt x="7667" y="44687"/>
                </a:lnTo>
                <a:lnTo>
                  <a:pt x="15987" y="50297"/>
                </a:lnTo>
                <a:lnTo>
                  <a:pt x="26177" y="52354"/>
                </a:lnTo>
                <a:lnTo>
                  <a:pt x="811493" y="52354"/>
                </a:lnTo>
                <a:lnTo>
                  <a:pt x="821682" y="50297"/>
                </a:lnTo>
                <a:lnTo>
                  <a:pt x="830003" y="44687"/>
                </a:lnTo>
                <a:lnTo>
                  <a:pt x="835613" y="36366"/>
                </a:lnTo>
                <a:lnTo>
                  <a:pt x="837670" y="26177"/>
                </a:lnTo>
                <a:lnTo>
                  <a:pt x="835613" y="15987"/>
                </a:lnTo>
                <a:lnTo>
                  <a:pt x="830003" y="7667"/>
                </a:lnTo>
                <a:lnTo>
                  <a:pt x="821682" y="2057"/>
                </a:lnTo>
                <a:lnTo>
                  <a:pt x="811493" y="0"/>
                </a:lnTo>
                <a:close/>
              </a:path>
            </a:pathLst>
          </a:custGeom>
          <a:solidFill>
            <a:srgbClr val="1BAF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3406" y="3410895"/>
            <a:ext cx="4047490" cy="822325"/>
          </a:xfrm>
          <a:custGeom>
            <a:avLst/>
            <a:gdLst/>
            <a:ahLst/>
            <a:cxnLst/>
            <a:rect l="l" t="t" r="r" b="b"/>
            <a:pathLst>
              <a:path w="4047490" h="822325">
                <a:moveTo>
                  <a:pt x="1363687" y="453478"/>
                </a:moveTo>
                <a:lnTo>
                  <a:pt x="1332153" y="425119"/>
                </a:lnTo>
                <a:lnTo>
                  <a:pt x="1308227" y="391007"/>
                </a:lnTo>
                <a:lnTo>
                  <a:pt x="1302702" y="374891"/>
                </a:lnTo>
                <a:lnTo>
                  <a:pt x="1302410" y="373888"/>
                </a:lnTo>
                <a:lnTo>
                  <a:pt x="1300721" y="365353"/>
                </a:lnTo>
                <a:lnTo>
                  <a:pt x="1300645" y="364921"/>
                </a:lnTo>
                <a:lnTo>
                  <a:pt x="1299616" y="355892"/>
                </a:lnTo>
                <a:lnTo>
                  <a:pt x="1299578" y="355650"/>
                </a:lnTo>
                <a:lnTo>
                  <a:pt x="1299222" y="346049"/>
                </a:lnTo>
                <a:lnTo>
                  <a:pt x="1299222" y="303364"/>
                </a:lnTo>
                <a:lnTo>
                  <a:pt x="1267561" y="303364"/>
                </a:lnTo>
                <a:lnTo>
                  <a:pt x="1267561" y="346049"/>
                </a:lnTo>
                <a:lnTo>
                  <a:pt x="1267218" y="355650"/>
                </a:lnTo>
                <a:lnTo>
                  <a:pt x="1254137" y="400126"/>
                </a:lnTo>
                <a:lnTo>
                  <a:pt x="1225372" y="435178"/>
                </a:lnTo>
                <a:lnTo>
                  <a:pt x="1202829" y="454901"/>
                </a:lnTo>
                <a:lnTo>
                  <a:pt x="1223467" y="478078"/>
                </a:lnTo>
                <a:lnTo>
                  <a:pt x="1255407" y="446976"/>
                </a:lnTo>
                <a:lnTo>
                  <a:pt x="1277454" y="414756"/>
                </a:lnTo>
                <a:lnTo>
                  <a:pt x="1283233" y="402056"/>
                </a:lnTo>
                <a:lnTo>
                  <a:pt x="1284185" y="404571"/>
                </a:lnTo>
                <a:lnTo>
                  <a:pt x="1303629" y="437565"/>
                </a:lnTo>
                <a:lnTo>
                  <a:pt x="1333665" y="468553"/>
                </a:lnTo>
                <a:lnTo>
                  <a:pt x="1343050" y="476669"/>
                </a:lnTo>
                <a:lnTo>
                  <a:pt x="1363687" y="453478"/>
                </a:lnTo>
                <a:close/>
              </a:path>
              <a:path w="4047490" h="822325">
                <a:moveTo>
                  <a:pt x="1412316" y="282727"/>
                </a:moveTo>
                <a:lnTo>
                  <a:pt x="1380655" y="282727"/>
                </a:lnTo>
                <a:lnTo>
                  <a:pt x="1380655" y="526986"/>
                </a:lnTo>
                <a:lnTo>
                  <a:pt x="1412316" y="526986"/>
                </a:lnTo>
                <a:lnTo>
                  <a:pt x="1412316" y="282727"/>
                </a:lnTo>
                <a:close/>
              </a:path>
              <a:path w="4047490" h="822325">
                <a:moveTo>
                  <a:pt x="1574152" y="300532"/>
                </a:moveTo>
                <a:lnTo>
                  <a:pt x="1461071" y="300532"/>
                </a:lnTo>
                <a:lnTo>
                  <a:pt x="1461071" y="326263"/>
                </a:lnTo>
                <a:lnTo>
                  <a:pt x="1541919" y="326263"/>
                </a:lnTo>
                <a:lnTo>
                  <a:pt x="1541919" y="334175"/>
                </a:lnTo>
                <a:lnTo>
                  <a:pt x="1518386" y="372846"/>
                </a:lnTo>
                <a:lnTo>
                  <a:pt x="1476692" y="394398"/>
                </a:lnTo>
                <a:lnTo>
                  <a:pt x="1448346" y="404863"/>
                </a:lnTo>
                <a:lnTo>
                  <a:pt x="1458518" y="430580"/>
                </a:lnTo>
                <a:lnTo>
                  <a:pt x="1508239" y="410654"/>
                </a:lnTo>
                <a:lnTo>
                  <a:pt x="1544472" y="388035"/>
                </a:lnTo>
                <a:lnTo>
                  <a:pt x="1570824" y="352844"/>
                </a:lnTo>
                <a:lnTo>
                  <a:pt x="1574038" y="334175"/>
                </a:lnTo>
                <a:lnTo>
                  <a:pt x="1574152" y="300532"/>
                </a:lnTo>
                <a:close/>
              </a:path>
              <a:path w="4047490" h="822325">
                <a:moveTo>
                  <a:pt x="1642008" y="437654"/>
                </a:moveTo>
                <a:lnTo>
                  <a:pt x="1476057" y="437654"/>
                </a:lnTo>
                <a:lnTo>
                  <a:pt x="1476057" y="463664"/>
                </a:lnTo>
                <a:lnTo>
                  <a:pt x="1610334" y="463664"/>
                </a:lnTo>
                <a:lnTo>
                  <a:pt x="1610334" y="528408"/>
                </a:lnTo>
                <a:lnTo>
                  <a:pt x="1642008" y="528408"/>
                </a:lnTo>
                <a:lnTo>
                  <a:pt x="1642008" y="437654"/>
                </a:lnTo>
                <a:close/>
              </a:path>
              <a:path w="4047490" h="822325">
                <a:moveTo>
                  <a:pt x="1676781" y="341528"/>
                </a:moveTo>
                <a:lnTo>
                  <a:pt x="1642008" y="341528"/>
                </a:lnTo>
                <a:lnTo>
                  <a:pt x="1642008" y="282727"/>
                </a:lnTo>
                <a:lnTo>
                  <a:pt x="1610334" y="282727"/>
                </a:lnTo>
                <a:lnTo>
                  <a:pt x="1610334" y="425208"/>
                </a:lnTo>
                <a:lnTo>
                  <a:pt x="1642008" y="425208"/>
                </a:lnTo>
                <a:lnTo>
                  <a:pt x="1642008" y="367538"/>
                </a:lnTo>
                <a:lnTo>
                  <a:pt x="1676781" y="367538"/>
                </a:lnTo>
                <a:lnTo>
                  <a:pt x="1676781" y="341528"/>
                </a:lnTo>
                <a:close/>
              </a:path>
              <a:path w="4047490" h="822325">
                <a:moveTo>
                  <a:pt x="1905647" y="404291"/>
                </a:moveTo>
                <a:lnTo>
                  <a:pt x="1870024" y="379412"/>
                </a:lnTo>
                <a:lnTo>
                  <a:pt x="1850732" y="348030"/>
                </a:lnTo>
                <a:lnTo>
                  <a:pt x="1849386" y="341744"/>
                </a:lnTo>
                <a:lnTo>
                  <a:pt x="1848535" y="334937"/>
                </a:lnTo>
                <a:lnTo>
                  <a:pt x="1848319" y="329653"/>
                </a:lnTo>
                <a:lnTo>
                  <a:pt x="1848256" y="294601"/>
                </a:lnTo>
                <a:lnTo>
                  <a:pt x="1828673" y="294601"/>
                </a:lnTo>
                <a:lnTo>
                  <a:pt x="1828673" y="364007"/>
                </a:lnTo>
                <a:lnTo>
                  <a:pt x="1825764" y="356196"/>
                </a:lnTo>
                <a:lnTo>
                  <a:pt x="1828622" y="363867"/>
                </a:lnTo>
                <a:lnTo>
                  <a:pt x="1828673" y="364007"/>
                </a:lnTo>
                <a:lnTo>
                  <a:pt x="1828673" y="294601"/>
                </a:lnTo>
                <a:lnTo>
                  <a:pt x="1816595" y="294601"/>
                </a:lnTo>
                <a:lnTo>
                  <a:pt x="1816595" y="329653"/>
                </a:lnTo>
                <a:lnTo>
                  <a:pt x="1816354" y="334937"/>
                </a:lnTo>
                <a:lnTo>
                  <a:pt x="1799031" y="376301"/>
                </a:lnTo>
                <a:lnTo>
                  <a:pt x="1768640" y="402666"/>
                </a:lnTo>
                <a:lnTo>
                  <a:pt x="1758073" y="410222"/>
                </a:lnTo>
                <a:lnTo>
                  <a:pt x="1774748" y="433692"/>
                </a:lnTo>
                <a:lnTo>
                  <a:pt x="1806206" y="408813"/>
                </a:lnTo>
                <a:lnTo>
                  <a:pt x="1831797" y="373316"/>
                </a:lnTo>
                <a:lnTo>
                  <a:pt x="1832241" y="372300"/>
                </a:lnTo>
                <a:lnTo>
                  <a:pt x="1835251" y="378561"/>
                </a:lnTo>
                <a:lnTo>
                  <a:pt x="1862112" y="409981"/>
                </a:lnTo>
                <a:lnTo>
                  <a:pt x="1890090" y="428332"/>
                </a:lnTo>
                <a:lnTo>
                  <a:pt x="1905647" y="404291"/>
                </a:lnTo>
                <a:close/>
              </a:path>
              <a:path w="4047490" h="822325">
                <a:moveTo>
                  <a:pt x="1966429" y="282727"/>
                </a:moveTo>
                <a:lnTo>
                  <a:pt x="1934768" y="282727"/>
                </a:lnTo>
                <a:lnTo>
                  <a:pt x="1934768" y="336156"/>
                </a:lnTo>
                <a:lnTo>
                  <a:pt x="1885289" y="336156"/>
                </a:lnTo>
                <a:lnTo>
                  <a:pt x="1885289" y="361886"/>
                </a:lnTo>
                <a:lnTo>
                  <a:pt x="1934768" y="361886"/>
                </a:lnTo>
                <a:lnTo>
                  <a:pt x="1934768" y="461683"/>
                </a:lnTo>
                <a:lnTo>
                  <a:pt x="1966429" y="461683"/>
                </a:lnTo>
                <a:lnTo>
                  <a:pt x="1966429" y="361886"/>
                </a:lnTo>
                <a:lnTo>
                  <a:pt x="1966429" y="336156"/>
                </a:lnTo>
                <a:lnTo>
                  <a:pt x="1966429" y="282727"/>
                </a:lnTo>
                <a:close/>
              </a:path>
              <a:path w="4047490" h="822325">
                <a:moveTo>
                  <a:pt x="1972652" y="499287"/>
                </a:moveTo>
                <a:lnTo>
                  <a:pt x="1834972" y="499287"/>
                </a:lnTo>
                <a:lnTo>
                  <a:pt x="1834972" y="443585"/>
                </a:lnTo>
                <a:lnTo>
                  <a:pt x="1803298" y="443585"/>
                </a:lnTo>
                <a:lnTo>
                  <a:pt x="1803298" y="525297"/>
                </a:lnTo>
                <a:lnTo>
                  <a:pt x="1972652" y="525297"/>
                </a:lnTo>
                <a:lnTo>
                  <a:pt x="1972652" y="499287"/>
                </a:lnTo>
                <a:close/>
              </a:path>
              <a:path w="4047490" h="822325">
                <a:moveTo>
                  <a:pt x="2120074" y="416166"/>
                </a:moveTo>
                <a:lnTo>
                  <a:pt x="2117242" y="395249"/>
                </a:lnTo>
                <a:lnTo>
                  <a:pt x="2117166" y="394614"/>
                </a:lnTo>
                <a:lnTo>
                  <a:pt x="2117090" y="394119"/>
                </a:lnTo>
                <a:lnTo>
                  <a:pt x="2117001" y="393395"/>
                </a:lnTo>
                <a:lnTo>
                  <a:pt x="2116899" y="392633"/>
                </a:lnTo>
                <a:lnTo>
                  <a:pt x="2116785" y="391833"/>
                </a:lnTo>
                <a:lnTo>
                  <a:pt x="2116671" y="391007"/>
                </a:lnTo>
                <a:lnTo>
                  <a:pt x="2072932" y="394957"/>
                </a:lnTo>
                <a:lnTo>
                  <a:pt x="2061641" y="395249"/>
                </a:lnTo>
                <a:lnTo>
                  <a:pt x="2042604" y="395249"/>
                </a:lnTo>
                <a:lnTo>
                  <a:pt x="2042604" y="372059"/>
                </a:lnTo>
                <a:lnTo>
                  <a:pt x="2102535" y="372059"/>
                </a:lnTo>
                <a:lnTo>
                  <a:pt x="2102535" y="347179"/>
                </a:lnTo>
                <a:lnTo>
                  <a:pt x="2042604" y="347179"/>
                </a:lnTo>
                <a:lnTo>
                  <a:pt x="2042604" y="326263"/>
                </a:lnTo>
                <a:lnTo>
                  <a:pt x="2108479" y="326263"/>
                </a:lnTo>
                <a:lnTo>
                  <a:pt x="2108479" y="300812"/>
                </a:lnTo>
                <a:lnTo>
                  <a:pt x="2011794" y="300812"/>
                </a:lnTo>
                <a:lnTo>
                  <a:pt x="2011794" y="420966"/>
                </a:lnTo>
                <a:lnTo>
                  <a:pt x="2058530" y="420966"/>
                </a:lnTo>
                <a:lnTo>
                  <a:pt x="2072220" y="420687"/>
                </a:lnTo>
                <a:lnTo>
                  <a:pt x="2113102" y="417245"/>
                </a:lnTo>
                <a:lnTo>
                  <a:pt x="2120074" y="416166"/>
                </a:lnTo>
                <a:close/>
              </a:path>
              <a:path w="4047490" h="822325">
                <a:moveTo>
                  <a:pt x="2215629" y="447827"/>
                </a:moveTo>
                <a:lnTo>
                  <a:pt x="2041194" y="447827"/>
                </a:lnTo>
                <a:lnTo>
                  <a:pt x="2041194" y="473837"/>
                </a:lnTo>
                <a:lnTo>
                  <a:pt x="2183968" y="473837"/>
                </a:lnTo>
                <a:lnTo>
                  <a:pt x="2183968" y="528408"/>
                </a:lnTo>
                <a:lnTo>
                  <a:pt x="2215629" y="528408"/>
                </a:lnTo>
                <a:lnTo>
                  <a:pt x="2215629" y="447827"/>
                </a:lnTo>
                <a:close/>
              </a:path>
              <a:path w="4047490" h="822325">
                <a:moveTo>
                  <a:pt x="2215629" y="283578"/>
                </a:moveTo>
                <a:lnTo>
                  <a:pt x="2185378" y="283578"/>
                </a:lnTo>
                <a:lnTo>
                  <a:pt x="2185378" y="343789"/>
                </a:lnTo>
                <a:lnTo>
                  <a:pt x="2160778" y="343789"/>
                </a:lnTo>
                <a:lnTo>
                  <a:pt x="2160778" y="286677"/>
                </a:lnTo>
                <a:lnTo>
                  <a:pt x="2130818" y="286677"/>
                </a:lnTo>
                <a:lnTo>
                  <a:pt x="2130818" y="433133"/>
                </a:lnTo>
                <a:lnTo>
                  <a:pt x="2160778" y="433133"/>
                </a:lnTo>
                <a:lnTo>
                  <a:pt x="2160778" y="369798"/>
                </a:lnTo>
                <a:lnTo>
                  <a:pt x="2185378" y="369798"/>
                </a:lnTo>
                <a:lnTo>
                  <a:pt x="2185378" y="434822"/>
                </a:lnTo>
                <a:lnTo>
                  <a:pt x="2215629" y="434822"/>
                </a:lnTo>
                <a:lnTo>
                  <a:pt x="2215629" y="369798"/>
                </a:lnTo>
                <a:lnTo>
                  <a:pt x="2215629" y="343789"/>
                </a:lnTo>
                <a:lnTo>
                  <a:pt x="2215629" y="283578"/>
                </a:lnTo>
                <a:close/>
              </a:path>
              <a:path w="4047490" h="822325">
                <a:moveTo>
                  <a:pt x="2324316" y="385635"/>
                </a:moveTo>
                <a:lnTo>
                  <a:pt x="2286711" y="385635"/>
                </a:lnTo>
                <a:lnTo>
                  <a:pt x="2286711" y="422948"/>
                </a:lnTo>
                <a:lnTo>
                  <a:pt x="2324316" y="422948"/>
                </a:lnTo>
                <a:lnTo>
                  <a:pt x="2324316" y="385635"/>
                </a:lnTo>
                <a:close/>
              </a:path>
              <a:path w="4047490" h="822325">
                <a:moveTo>
                  <a:pt x="2511831" y="454990"/>
                </a:moveTo>
                <a:lnTo>
                  <a:pt x="2481211" y="419557"/>
                </a:lnTo>
                <a:lnTo>
                  <a:pt x="2466327" y="387324"/>
                </a:lnTo>
                <a:lnTo>
                  <a:pt x="2466238" y="387045"/>
                </a:lnTo>
                <a:lnTo>
                  <a:pt x="2464435" y="378853"/>
                </a:lnTo>
                <a:lnTo>
                  <a:pt x="2464384" y="378561"/>
                </a:lnTo>
                <a:lnTo>
                  <a:pt x="2463088" y="370014"/>
                </a:lnTo>
                <a:lnTo>
                  <a:pt x="2463050" y="369798"/>
                </a:lnTo>
                <a:lnTo>
                  <a:pt x="2462263" y="360883"/>
                </a:lnTo>
                <a:lnTo>
                  <a:pt x="2461996" y="351421"/>
                </a:lnTo>
                <a:lnTo>
                  <a:pt x="2461996" y="337566"/>
                </a:lnTo>
                <a:lnTo>
                  <a:pt x="2503271" y="337566"/>
                </a:lnTo>
                <a:lnTo>
                  <a:pt x="2503271" y="318630"/>
                </a:lnTo>
                <a:lnTo>
                  <a:pt x="2503271" y="312127"/>
                </a:lnTo>
                <a:lnTo>
                  <a:pt x="2389340" y="312127"/>
                </a:lnTo>
                <a:lnTo>
                  <a:pt x="2389340" y="337566"/>
                </a:lnTo>
                <a:lnTo>
                  <a:pt x="2430615" y="337566"/>
                </a:lnTo>
                <a:lnTo>
                  <a:pt x="2430615" y="351421"/>
                </a:lnTo>
                <a:lnTo>
                  <a:pt x="2430348" y="360883"/>
                </a:lnTo>
                <a:lnTo>
                  <a:pt x="2429573" y="369798"/>
                </a:lnTo>
                <a:lnTo>
                  <a:pt x="2429548" y="370014"/>
                </a:lnTo>
                <a:lnTo>
                  <a:pt x="2428265" y="378561"/>
                </a:lnTo>
                <a:lnTo>
                  <a:pt x="2428227" y="378853"/>
                </a:lnTo>
                <a:lnTo>
                  <a:pt x="2411107" y="420687"/>
                </a:lnTo>
                <a:lnTo>
                  <a:pt x="2380577" y="456590"/>
                </a:lnTo>
                <a:lnTo>
                  <a:pt x="2399512" y="477520"/>
                </a:lnTo>
                <a:lnTo>
                  <a:pt x="2424671" y="447827"/>
                </a:lnTo>
                <a:lnTo>
                  <a:pt x="2445169" y="408749"/>
                </a:lnTo>
                <a:lnTo>
                  <a:pt x="2446286" y="405257"/>
                </a:lnTo>
                <a:lnTo>
                  <a:pt x="2447010" y="407530"/>
                </a:lnTo>
                <a:lnTo>
                  <a:pt x="2467368" y="446417"/>
                </a:lnTo>
                <a:lnTo>
                  <a:pt x="2493086" y="476097"/>
                </a:lnTo>
                <a:lnTo>
                  <a:pt x="2511679" y="454990"/>
                </a:lnTo>
                <a:lnTo>
                  <a:pt x="2511831" y="454990"/>
                </a:lnTo>
                <a:close/>
              </a:path>
              <a:path w="4047490" h="822325">
                <a:moveTo>
                  <a:pt x="2599105" y="284137"/>
                </a:moveTo>
                <a:lnTo>
                  <a:pt x="2568575" y="284137"/>
                </a:lnTo>
                <a:lnTo>
                  <a:pt x="2568575" y="374319"/>
                </a:lnTo>
                <a:lnTo>
                  <a:pt x="2544267" y="374319"/>
                </a:lnTo>
                <a:lnTo>
                  <a:pt x="2544267" y="286677"/>
                </a:lnTo>
                <a:lnTo>
                  <a:pt x="2514295" y="286677"/>
                </a:lnTo>
                <a:lnTo>
                  <a:pt x="2514295" y="516242"/>
                </a:lnTo>
                <a:lnTo>
                  <a:pt x="2544267" y="516242"/>
                </a:lnTo>
                <a:lnTo>
                  <a:pt x="2544267" y="400329"/>
                </a:lnTo>
                <a:lnTo>
                  <a:pt x="2568575" y="400329"/>
                </a:lnTo>
                <a:lnTo>
                  <a:pt x="2568575" y="525856"/>
                </a:lnTo>
                <a:lnTo>
                  <a:pt x="2599105" y="525856"/>
                </a:lnTo>
                <a:lnTo>
                  <a:pt x="2599105" y="400329"/>
                </a:lnTo>
                <a:lnTo>
                  <a:pt x="2599105" y="374319"/>
                </a:lnTo>
                <a:lnTo>
                  <a:pt x="2599105" y="284137"/>
                </a:lnTo>
                <a:close/>
              </a:path>
              <a:path w="4047490" h="822325">
                <a:moveTo>
                  <a:pt x="2751594" y="394716"/>
                </a:moveTo>
                <a:lnTo>
                  <a:pt x="2748407" y="392798"/>
                </a:lnTo>
                <a:lnTo>
                  <a:pt x="2742692" y="389432"/>
                </a:lnTo>
                <a:lnTo>
                  <a:pt x="2734868" y="384149"/>
                </a:lnTo>
                <a:lnTo>
                  <a:pt x="2708922" y="351142"/>
                </a:lnTo>
                <a:lnTo>
                  <a:pt x="2706776" y="344360"/>
                </a:lnTo>
                <a:lnTo>
                  <a:pt x="2706471" y="343420"/>
                </a:lnTo>
                <a:lnTo>
                  <a:pt x="2705252" y="335407"/>
                </a:lnTo>
                <a:lnTo>
                  <a:pt x="2705252" y="295452"/>
                </a:lnTo>
                <a:lnTo>
                  <a:pt x="2673591" y="295452"/>
                </a:lnTo>
                <a:lnTo>
                  <a:pt x="2673591" y="338416"/>
                </a:lnTo>
                <a:lnTo>
                  <a:pt x="2672169" y="346710"/>
                </a:lnTo>
                <a:lnTo>
                  <a:pt x="2649613" y="382270"/>
                </a:lnTo>
                <a:lnTo>
                  <a:pt x="2626652" y="401459"/>
                </a:lnTo>
                <a:lnTo>
                  <a:pt x="2641930" y="423799"/>
                </a:lnTo>
                <a:lnTo>
                  <a:pt x="2671038" y="398729"/>
                </a:lnTo>
                <a:lnTo>
                  <a:pt x="2680093" y="386765"/>
                </a:lnTo>
                <a:lnTo>
                  <a:pt x="2684234" y="380733"/>
                </a:lnTo>
                <a:lnTo>
                  <a:pt x="2687624" y="374319"/>
                </a:lnTo>
                <a:lnTo>
                  <a:pt x="2689707" y="368973"/>
                </a:lnTo>
                <a:lnTo>
                  <a:pt x="2691206" y="372719"/>
                </a:lnTo>
                <a:lnTo>
                  <a:pt x="2719438" y="405841"/>
                </a:lnTo>
                <a:lnTo>
                  <a:pt x="2738894" y="418147"/>
                </a:lnTo>
                <a:lnTo>
                  <a:pt x="2751594" y="394716"/>
                </a:lnTo>
                <a:close/>
              </a:path>
              <a:path w="4047490" h="822325">
                <a:moveTo>
                  <a:pt x="2841244" y="283578"/>
                </a:moveTo>
                <a:lnTo>
                  <a:pt x="2810700" y="283578"/>
                </a:lnTo>
                <a:lnTo>
                  <a:pt x="2810700" y="344639"/>
                </a:lnTo>
                <a:lnTo>
                  <a:pt x="2786392" y="344639"/>
                </a:lnTo>
                <a:lnTo>
                  <a:pt x="2786392" y="286677"/>
                </a:lnTo>
                <a:lnTo>
                  <a:pt x="2756420" y="286677"/>
                </a:lnTo>
                <a:lnTo>
                  <a:pt x="2756420" y="424370"/>
                </a:lnTo>
                <a:lnTo>
                  <a:pt x="2786392" y="424370"/>
                </a:lnTo>
                <a:lnTo>
                  <a:pt x="2786392" y="370649"/>
                </a:lnTo>
                <a:lnTo>
                  <a:pt x="2810700" y="370649"/>
                </a:lnTo>
                <a:lnTo>
                  <a:pt x="2810700" y="432282"/>
                </a:lnTo>
                <a:lnTo>
                  <a:pt x="2841244" y="432282"/>
                </a:lnTo>
                <a:lnTo>
                  <a:pt x="2841244" y="370649"/>
                </a:lnTo>
                <a:lnTo>
                  <a:pt x="2841244" y="344639"/>
                </a:lnTo>
                <a:lnTo>
                  <a:pt x="2841244" y="283578"/>
                </a:lnTo>
                <a:close/>
              </a:path>
              <a:path w="4047490" h="822325">
                <a:moveTo>
                  <a:pt x="2842933" y="484581"/>
                </a:moveTo>
                <a:lnTo>
                  <a:pt x="2819463" y="448818"/>
                </a:lnTo>
                <a:lnTo>
                  <a:pt x="2810992" y="445058"/>
                </a:lnTo>
                <a:lnTo>
                  <a:pt x="2810992" y="476478"/>
                </a:lnTo>
                <a:lnTo>
                  <a:pt x="2810992" y="492315"/>
                </a:lnTo>
                <a:lnTo>
                  <a:pt x="2769044" y="505764"/>
                </a:lnTo>
                <a:lnTo>
                  <a:pt x="2756420" y="506069"/>
                </a:lnTo>
                <a:lnTo>
                  <a:pt x="2743784" y="505764"/>
                </a:lnTo>
                <a:lnTo>
                  <a:pt x="2706192" y="497865"/>
                </a:lnTo>
                <a:lnTo>
                  <a:pt x="2701582" y="492315"/>
                </a:lnTo>
                <a:lnTo>
                  <a:pt x="2701582" y="476478"/>
                </a:lnTo>
                <a:lnTo>
                  <a:pt x="2743784" y="463118"/>
                </a:lnTo>
                <a:lnTo>
                  <a:pt x="2756420" y="462813"/>
                </a:lnTo>
                <a:lnTo>
                  <a:pt x="2769044" y="463118"/>
                </a:lnTo>
                <a:lnTo>
                  <a:pt x="2806369" y="470827"/>
                </a:lnTo>
                <a:lnTo>
                  <a:pt x="2810992" y="476478"/>
                </a:lnTo>
                <a:lnTo>
                  <a:pt x="2810992" y="445058"/>
                </a:lnTo>
                <a:lnTo>
                  <a:pt x="2769247" y="437134"/>
                </a:lnTo>
                <a:lnTo>
                  <a:pt x="2756420" y="436803"/>
                </a:lnTo>
                <a:lnTo>
                  <a:pt x="2743581" y="437134"/>
                </a:lnTo>
                <a:lnTo>
                  <a:pt x="2701137" y="445185"/>
                </a:lnTo>
                <a:lnTo>
                  <a:pt x="2670391" y="476478"/>
                </a:lnTo>
                <a:lnTo>
                  <a:pt x="2669629" y="484581"/>
                </a:lnTo>
                <a:lnTo>
                  <a:pt x="2670289" y="492036"/>
                </a:lnTo>
                <a:lnTo>
                  <a:pt x="2672245" y="498856"/>
                </a:lnTo>
                <a:lnTo>
                  <a:pt x="2675420" y="504863"/>
                </a:lnTo>
                <a:lnTo>
                  <a:pt x="2675509" y="505040"/>
                </a:lnTo>
                <a:lnTo>
                  <a:pt x="2710345" y="526427"/>
                </a:lnTo>
                <a:lnTo>
                  <a:pt x="2756420" y="531799"/>
                </a:lnTo>
                <a:lnTo>
                  <a:pt x="2769247" y="531456"/>
                </a:lnTo>
                <a:lnTo>
                  <a:pt x="2811411" y="523417"/>
                </a:lnTo>
                <a:lnTo>
                  <a:pt x="2842183" y="492315"/>
                </a:lnTo>
                <a:lnTo>
                  <a:pt x="2842260" y="492036"/>
                </a:lnTo>
                <a:lnTo>
                  <a:pt x="2842933" y="484581"/>
                </a:lnTo>
                <a:close/>
              </a:path>
              <a:path w="4047490" h="822325">
                <a:moveTo>
                  <a:pt x="4047007" y="159677"/>
                </a:moveTo>
                <a:lnTo>
                  <a:pt x="4038866" y="109207"/>
                </a:lnTo>
                <a:lnTo>
                  <a:pt x="4020820" y="74320"/>
                </a:lnTo>
                <a:lnTo>
                  <a:pt x="4020820" y="159677"/>
                </a:lnTo>
                <a:lnTo>
                  <a:pt x="4020820" y="662279"/>
                </a:lnTo>
                <a:lnTo>
                  <a:pt x="4014025" y="704481"/>
                </a:lnTo>
                <a:lnTo>
                  <a:pt x="3995064" y="741133"/>
                </a:lnTo>
                <a:lnTo>
                  <a:pt x="3966172" y="770026"/>
                </a:lnTo>
                <a:lnTo>
                  <a:pt x="3929519" y="788987"/>
                </a:lnTo>
                <a:lnTo>
                  <a:pt x="3887317" y="795794"/>
                </a:lnTo>
                <a:lnTo>
                  <a:pt x="159689" y="795794"/>
                </a:lnTo>
                <a:lnTo>
                  <a:pt x="117487" y="788987"/>
                </a:lnTo>
                <a:lnTo>
                  <a:pt x="80835" y="770026"/>
                </a:lnTo>
                <a:lnTo>
                  <a:pt x="51943" y="741133"/>
                </a:lnTo>
                <a:lnTo>
                  <a:pt x="32994" y="704481"/>
                </a:lnTo>
                <a:lnTo>
                  <a:pt x="26187" y="662279"/>
                </a:lnTo>
                <a:lnTo>
                  <a:pt x="26187" y="159677"/>
                </a:lnTo>
                <a:lnTo>
                  <a:pt x="32994" y="117487"/>
                </a:lnTo>
                <a:lnTo>
                  <a:pt x="51943" y="80835"/>
                </a:lnTo>
                <a:lnTo>
                  <a:pt x="80835" y="51943"/>
                </a:lnTo>
                <a:lnTo>
                  <a:pt x="117487" y="32981"/>
                </a:lnTo>
                <a:lnTo>
                  <a:pt x="159689" y="26174"/>
                </a:lnTo>
                <a:lnTo>
                  <a:pt x="3887317" y="26174"/>
                </a:lnTo>
                <a:lnTo>
                  <a:pt x="3929519" y="32981"/>
                </a:lnTo>
                <a:lnTo>
                  <a:pt x="3966172" y="51943"/>
                </a:lnTo>
                <a:lnTo>
                  <a:pt x="3995064" y="80835"/>
                </a:lnTo>
                <a:lnTo>
                  <a:pt x="4014025" y="117487"/>
                </a:lnTo>
                <a:lnTo>
                  <a:pt x="4020820" y="159677"/>
                </a:lnTo>
                <a:lnTo>
                  <a:pt x="4020820" y="74320"/>
                </a:lnTo>
                <a:lnTo>
                  <a:pt x="4016197" y="65379"/>
                </a:lnTo>
                <a:lnTo>
                  <a:pt x="3981627" y="30810"/>
                </a:lnTo>
                <a:lnTo>
                  <a:pt x="3937787" y="8140"/>
                </a:lnTo>
                <a:lnTo>
                  <a:pt x="3887317" y="0"/>
                </a:lnTo>
                <a:lnTo>
                  <a:pt x="159689" y="0"/>
                </a:lnTo>
                <a:lnTo>
                  <a:pt x="109220" y="8140"/>
                </a:lnTo>
                <a:lnTo>
                  <a:pt x="65379" y="30810"/>
                </a:lnTo>
                <a:lnTo>
                  <a:pt x="30810" y="65379"/>
                </a:lnTo>
                <a:lnTo>
                  <a:pt x="8140" y="109207"/>
                </a:lnTo>
                <a:lnTo>
                  <a:pt x="0" y="159677"/>
                </a:lnTo>
                <a:lnTo>
                  <a:pt x="0" y="662279"/>
                </a:lnTo>
                <a:lnTo>
                  <a:pt x="8140" y="712762"/>
                </a:lnTo>
                <a:lnTo>
                  <a:pt x="30810" y="756589"/>
                </a:lnTo>
                <a:lnTo>
                  <a:pt x="65379" y="791159"/>
                </a:lnTo>
                <a:lnTo>
                  <a:pt x="109220" y="813828"/>
                </a:lnTo>
                <a:lnTo>
                  <a:pt x="159689" y="821969"/>
                </a:lnTo>
                <a:lnTo>
                  <a:pt x="3887317" y="821969"/>
                </a:lnTo>
                <a:lnTo>
                  <a:pt x="3937787" y="813828"/>
                </a:lnTo>
                <a:lnTo>
                  <a:pt x="3981627" y="791159"/>
                </a:lnTo>
                <a:lnTo>
                  <a:pt x="4016197" y="756589"/>
                </a:lnTo>
                <a:lnTo>
                  <a:pt x="4038866" y="712762"/>
                </a:lnTo>
                <a:lnTo>
                  <a:pt x="4047007" y="662279"/>
                </a:lnTo>
                <a:lnTo>
                  <a:pt x="4047007" y="159677"/>
                </a:lnTo>
                <a:close/>
              </a:path>
            </a:pathLst>
          </a:custGeom>
          <a:solidFill>
            <a:srgbClr val="0B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88783" y="4355888"/>
            <a:ext cx="156845" cy="367665"/>
          </a:xfrm>
          <a:custGeom>
            <a:avLst/>
            <a:gdLst/>
            <a:ahLst/>
            <a:cxnLst/>
            <a:rect l="l" t="t" r="r" b="b"/>
            <a:pathLst>
              <a:path w="156845" h="367664">
                <a:moveTo>
                  <a:pt x="156258" y="292688"/>
                </a:moveTo>
                <a:lnTo>
                  <a:pt x="156258" y="286059"/>
                </a:lnTo>
                <a:lnTo>
                  <a:pt x="148080" y="277880"/>
                </a:lnTo>
                <a:lnTo>
                  <a:pt x="141450" y="277880"/>
                </a:lnTo>
                <a:lnTo>
                  <a:pt x="78129" y="341202"/>
                </a:lnTo>
                <a:lnTo>
                  <a:pt x="14807" y="277880"/>
                </a:lnTo>
                <a:lnTo>
                  <a:pt x="8177" y="277880"/>
                </a:lnTo>
                <a:lnTo>
                  <a:pt x="0" y="286059"/>
                </a:lnTo>
                <a:lnTo>
                  <a:pt x="0" y="292688"/>
                </a:lnTo>
                <a:lnTo>
                  <a:pt x="67658" y="360348"/>
                </a:lnTo>
                <a:lnTo>
                  <a:pt x="67658" y="356010"/>
                </a:lnTo>
                <a:lnTo>
                  <a:pt x="88600" y="356010"/>
                </a:lnTo>
                <a:lnTo>
                  <a:pt x="88600" y="360346"/>
                </a:lnTo>
                <a:lnTo>
                  <a:pt x="156258" y="292688"/>
                </a:lnTo>
                <a:close/>
              </a:path>
              <a:path w="156845" h="367664">
                <a:moveTo>
                  <a:pt x="88600" y="330731"/>
                </a:moveTo>
                <a:lnTo>
                  <a:pt x="88600" y="0"/>
                </a:lnTo>
                <a:lnTo>
                  <a:pt x="67658" y="0"/>
                </a:lnTo>
                <a:lnTo>
                  <a:pt x="67658" y="330731"/>
                </a:lnTo>
                <a:lnTo>
                  <a:pt x="78129" y="341202"/>
                </a:lnTo>
                <a:lnTo>
                  <a:pt x="88600" y="330731"/>
                </a:lnTo>
                <a:close/>
              </a:path>
              <a:path w="156845" h="367664">
                <a:moveTo>
                  <a:pt x="88600" y="360346"/>
                </a:moveTo>
                <a:lnTo>
                  <a:pt x="88600" y="356010"/>
                </a:lnTo>
                <a:lnTo>
                  <a:pt x="67658" y="356010"/>
                </a:lnTo>
                <a:lnTo>
                  <a:pt x="67658" y="360348"/>
                </a:lnTo>
                <a:lnTo>
                  <a:pt x="74814" y="367502"/>
                </a:lnTo>
                <a:lnTo>
                  <a:pt x="81443" y="367502"/>
                </a:lnTo>
                <a:lnTo>
                  <a:pt x="88600" y="3603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222475" y="4834931"/>
            <a:ext cx="4047490" cy="822325"/>
            <a:chOff x="1222475" y="4834931"/>
            <a:chExt cx="4047490" cy="822325"/>
          </a:xfrm>
        </p:grpSpPr>
        <p:sp>
          <p:nvSpPr>
            <p:cNvPr id="7" name="object 7"/>
            <p:cNvSpPr/>
            <p:nvPr/>
          </p:nvSpPr>
          <p:spPr>
            <a:xfrm>
              <a:off x="1222475" y="4834931"/>
              <a:ext cx="4047490" cy="822325"/>
            </a:xfrm>
            <a:custGeom>
              <a:avLst/>
              <a:gdLst/>
              <a:ahLst/>
              <a:cxnLst/>
              <a:rect l="l" t="t" r="r" b="b"/>
              <a:pathLst>
                <a:path w="4047490" h="822325">
                  <a:moveTo>
                    <a:pt x="159681" y="0"/>
                  </a:moveTo>
                  <a:lnTo>
                    <a:pt x="109209" y="8140"/>
                  </a:lnTo>
                  <a:lnTo>
                    <a:pt x="65375" y="30809"/>
                  </a:lnTo>
                  <a:lnTo>
                    <a:pt x="30809" y="65375"/>
                  </a:lnTo>
                  <a:lnTo>
                    <a:pt x="8140" y="109209"/>
                  </a:lnTo>
                  <a:lnTo>
                    <a:pt x="0" y="159681"/>
                  </a:lnTo>
                  <a:lnTo>
                    <a:pt x="0" y="662283"/>
                  </a:lnTo>
                  <a:lnTo>
                    <a:pt x="8140" y="712755"/>
                  </a:lnTo>
                  <a:lnTo>
                    <a:pt x="30809" y="756589"/>
                  </a:lnTo>
                  <a:lnTo>
                    <a:pt x="65375" y="791155"/>
                  </a:lnTo>
                  <a:lnTo>
                    <a:pt x="109209" y="813823"/>
                  </a:lnTo>
                  <a:lnTo>
                    <a:pt x="159681" y="821964"/>
                  </a:lnTo>
                  <a:lnTo>
                    <a:pt x="159681" y="795787"/>
                  </a:lnTo>
                  <a:lnTo>
                    <a:pt x="117483" y="788981"/>
                  </a:lnTo>
                  <a:lnTo>
                    <a:pt x="80835" y="770028"/>
                  </a:lnTo>
                  <a:lnTo>
                    <a:pt x="51935" y="741129"/>
                  </a:lnTo>
                  <a:lnTo>
                    <a:pt x="32983" y="704481"/>
                  </a:lnTo>
                  <a:lnTo>
                    <a:pt x="26177" y="662283"/>
                  </a:lnTo>
                  <a:lnTo>
                    <a:pt x="26177" y="159681"/>
                  </a:lnTo>
                  <a:lnTo>
                    <a:pt x="32983" y="117483"/>
                  </a:lnTo>
                  <a:lnTo>
                    <a:pt x="51935" y="80835"/>
                  </a:lnTo>
                  <a:lnTo>
                    <a:pt x="80835" y="51935"/>
                  </a:lnTo>
                  <a:lnTo>
                    <a:pt x="117483" y="32983"/>
                  </a:lnTo>
                  <a:lnTo>
                    <a:pt x="159681" y="26177"/>
                  </a:lnTo>
                  <a:lnTo>
                    <a:pt x="159681" y="0"/>
                  </a:lnTo>
                  <a:close/>
                </a:path>
                <a:path w="4047490" h="822325">
                  <a:moveTo>
                    <a:pt x="3887316" y="795787"/>
                  </a:moveTo>
                  <a:lnTo>
                    <a:pt x="159681" y="795787"/>
                  </a:lnTo>
                  <a:lnTo>
                    <a:pt x="159681" y="821964"/>
                  </a:lnTo>
                  <a:lnTo>
                    <a:pt x="3887316" y="821964"/>
                  </a:lnTo>
                  <a:lnTo>
                    <a:pt x="3887316" y="795787"/>
                  </a:lnTo>
                  <a:close/>
                </a:path>
                <a:path w="4047490" h="822325">
                  <a:moveTo>
                    <a:pt x="3887316" y="0"/>
                  </a:moveTo>
                  <a:lnTo>
                    <a:pt x="3887316" y="26177"/>
                  </a:lnTo>
                  <a:lnTo>
                    <a:pt x="3929515" y="32983"/>
                  </a:lnTo>
                  <a:lnTo>
                    <a:pt x="3966163" y="51935"/>
                  </a:lnTo>
                  <a:lnTo>
                    <a:pt x="3995062" y="80835"/>
                  </a:lnTo>
                  <a:lnTo>
                    <a:pt x="4014014" y="117483"/>
                  </a:lnTo>
                  <a:lnTo>
                    <a:pt x="4020819" y="159681"/>
                  </a:lnTo>
                  <a:lnTo>
                    <a:pt x="4020819" y="662283"/>
                  </a:lnTo>
                  <a:lnTo>
                    <a:pt x="4014014" y="704481"/>
                  </a:lnTo>
                  <a:lnTo>
                    <a:pt x="3995062" y="741129"/>
                  </a:lnTo>
                  <a:lnTo>
                    <a:pt x="3966163" y="770028"/>
                  </a:lnTo>
                  <a:lnTo>
                    <a:pt x="3929515" y="788981"/>
                  </a:lnTo>
                  <a:lnTo>
                    <a:pt x="3887316" y="795787"/>
                  </a:lnTo>
                  <a:lnTo>
                    <a:pt x="3887316" y="821964"/>
                  </a:lnTo>
                  <a:lnTo>
                    <a:pt x="3937786" y="813823"/>
                  </a:lnTo>
                  <a:lnTo>
                    <a:pt x="3981620" y="791155"/>
                  </a:lnTo>
                  <a:lnTo>
                    <a:pt x="4016186" y="756589"/>
                  </a:lnTo>
                  <a:lnTo>
                    <a:pt x="4038856" y="712755"/>
                  </a:lnTo>
                  <a:lnTo>
                    <a:pt x="4046997" y="662283"/>
                  </a:lnTo>
                  <a:lnTo>
                    <a:pt x="4046997" y="159681"/>
                  </a:lnTo>
                  <a:lnTo>
                    <a:pt x="4038856" y="109209"/>
                  </a:lnTo>
                  <a:lnTo>
                    <a:pt x="4016186" y="65375"/>
                  </a:lnTo>
                  <a:lnTo>
                    <a:pt x="3981620" y="30809"/>
                  </a:lnTo>
                  <a:lnTo>
                    <a:pt x="3937786" y="8140"/>
                  </a:lnTo>
                  <a:lnTo>
                    <a:pt x="3887316" y="0"/>
                  </a:lnTo>
                  <a:close/>
                </a:path>
                <a:path w="4047490" h="822325">
                  <a:moveTo>
                    <a:pt x="3887316" y="0"/>
                  </a:moveTo>
                  <a:lnTo>
                    <a:pt x="159681" y="0"/>
                  </a:lnTo>
                  <a:lnTo>
                    <a:pt x="159681" y="26177"/>
                  </a:lnTo>
                  <a:lnTo>
                    <a:pt x="3887316" y="26177"/>
                  </a:lnTo>
                  <a:lnTo>
                    <a:pt x="3887316" y="0"/>
                  </a:lnTo>
                  <a:close/>
                </a:path>
              </a:pathLst>
            </a:custGeom>
            <a:solidFill>
              <a:srgbClr val="2A7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82677" y="5117655"/>
              <a:ext cx="1737360" cy="245745"/>
            </a:xfrm>
            <a:custGeom>
              <a:avLst/>
              <a:gdLst/>
              <a:ahLst/>
              <a:cxnLst/>
              <a:rect l="l" t="t" r="r" b="b"/>
              <a:pathLst>
                <a:path w="1737360" h="245745">
                  <a:moveTo>
                    <a:pt x="58521" y="165104"/>
                  </a:moveTo>
                  <a:lnTo>
                    <a:pt x="26575" y="165104"/>
                  </a:lnTo>
                  <a:lnTo>
                    <a:pt x="26575" y="242568"/>
                  </a:lnTo>
                  <a:lnTo>
                    <a:pt x="195921" y="242568"/>
                  </a:lnTo>
                  <a:lnTo>
                    <a:pt x="195921" y="216558"/>
                  </a:lnTo>
                  <a:lnTo>
                    <a:pt x="58521" y="216558"/>
                  </a:lnTo>
                  <a:lnTo>
                    <a:pt x="58521" y="165104"/>
                  </a:lnTo>
                  <a:close/>
                </a:path>
                <a:path w="1737360" h="245745">
                  <a:moveTo>
                    <a:pt x="184047" y="0"/>
                  </a:moveTo>
                  <a:lnTo>
                    <a:pt x="152666" y="0"/>
                  </a:lnTo>
                  <a:lnTo>
                    <a:pt x="152666" y="180088"/>
                  </a:lnTo>
                  <a:lnTo>
                    <a:pt x="184047" y="180088"/>
                  </a:lnTo>
                  <a:lnTo>
                    <a:pt x="184047" y="97253"/>
                  </a:lnTo>
                  <a:lnTo>
                    <a:pt x="168215" y="97253"/>
                  </a:lnTo>
                  <a:lnTo>
                    <a:pt x="168215" y="71243"/>
                  </a:lnTo>
                  <a:lnTo>
                    <a:pt x="184047" y="71243"/>
                  </a:lnTo>
                  <a:lnTo>
                    <a:pt x="184047" y="0"/>
                  </a:lnTo>
                  <a:close/>
                </a:path>
                <a:path w="1737360" h="245745">
                  <a:moveTo>
                    <a:pt x="118457" y="19224"/>
                  </a:moveTo>
                  <a:lnTo>
                    <a:pt x="0" y="19224"/>
                  </a:lnTo>
                  <a:lnTo>
                    <a:pt x="0" y="146162"/>
                  </a:lnTo>
                  <a:lnTo>
                    <a:pt x="54959" y="146162"/>
                  </a:lnTo>
                  <a:lnTo>
                    <a:pt x="80290" y="145597"/>
                  </a:lnTo>
                  <a:lnTo>
                    <a:pt x="118363" y="142393"/>
                  </a:lnTo>
                  <a:lnTo>
                    <a:pt x="133441" y="140508"/>
                  </a:lnTo>
                  <a:lnTo>
                    <a:pt x="131235" y="120436"/>
                  </a:lnTo>
                  <a:lnTo>
                    <a:pt x="31663" y="120436"/>
                  </a:lnTo>
                  <a:lnTo>
                    <a:pt x="31663" y="93860"/>
                  </a:lnTo>
                  <a:lnTo>
                    <a:pt x="11025" y="93860"/>
                  </a:lnTo>
                  <a:lnTo>
                    <a:pt x="11025" y="68982"/>
                  </a:lnTo>
                  <a:lnTo>
                    <a:pt x="31663" y="68982"/>
                  </a:lnTo>
                  <a:lnTo>
                    <a:pt x="31663" y="44668"/>
                  </a:lnTo>
                  <a:lnTo>
                    <a:pt x="118457" y="44668"/>
                  </a:lnTo>
                  <a:lnTo>
                    <a:pt x="118457" y="19224"/>
                  </a:lnTo>
                  <a:close/>
                </a:path>
                <a:path w="1737360" h="245745">
                  <a:moveTo>
                    <a:pt x="130614" y="114781"/>
                  </a:moveTo>
                  <a:lnTo>
                    <a:pt x="84920" y="119481"/>
                  </a:lnTo>
                  <a:lnTo>
                    <a:pt x="57390" y="120436"/>
                  </a:lnTo>
                  <a:lnTo>
                    <a:pt x="131235" y="120436"/>
                  </a:lnTo>
                  <a:lnTo>
                    <a:pt x="131130" y="119481"/>
                  </a:lnTo>
                  <a:lnTo>
                    <a:pt x="131049" y="118739"/>
                  </a:lnTo>
                  <a:lnTo>
                    <a:pt x="130940" y="117750"/>
                  </a:lnTo>
                  <a:lnTo>
                    <a:pt x="130831" y="116760"/>
                  </a:lnTo>
                  <a:lnTo>
                    <a:pt x="130723" y="115771"/>
                  </a:lnTo>
                  <a:lnTo>
                    <a:pt x="130614" y="114781"/>
                  </a:lnTo>
                  <a:close/>
                </a:path>
                <a:path w="1737360" h="245745">
                  <a:moveTo>
                    <a:pt x="184047" y="71243"/>
                  </a:moveTo>
                  <a:lnTo>
                    <a:pt x="168215" y="71243"/>
                  </a:lnTo>
                  <a:lnTo>
                    <a:pt x="168215" y="97253"/>
                  </a:lnTo>
                  <a:lnTo>
                    <a:pt x="184047" y="97253"/>
                  </a:lnTo>
                  <a:lnTo>
                    <a:pt x="184047" y="71243"/>
                  </a:lnTo>
                  <a:close/>
                </a:path>
                <a:path w="1737360" h="245745">
                  <a:moveTo>
                    <a:pt x="218821" y="71243"/>
                  </a:moveTo>
                  <a:lnTo>
                    <a:pt x="184047" y="71243"/>
                  </a:lnTo>
                  <a:lnTo>
                    <a:pt x="184047" y="97253"/>
                  </a:lnTo>
                  <a:lnTo>
                    <a:pt x="218821" y="97253"/>
                  </a:lnTo>
                  <a:lnTo>
                    <a:pt x="218821" y="71243"/>
                  </a:lnTo>
                  <a:close/>
                </a:path>
                <a:path w="1737360" h="245745">
                  <a:moveTo>
                    <a:pt x="31663" y="68982"/>
                  </a:moveTo>
                  <a:lnTo>
                    <a:pt x="11025" y="68982"/>
                  </a:lnTo>
                  <a:lnTo>
                    <a:pt x="11025" y="93860"/>
                  </a:lnTo>
                  <a:lnTo>
                    <a:pt x="31663" y="93860"/>
                  </a:lnTo>
                  <a:lnTo>
                    <a:pt x="31663" y="68982"/>
                  </a:lnTo>
                  <a:close/>
                </a:path>
                <a:path w="1737360" h="245745">
                  <a:moveTo>
                    <a:pt x="109693" y="68982"/>
                  </a:moveTo>
                  <a:lnTo>
                    <a:pt x="31663" y="68982"/>
                  </a:lnTo>
                  <a:lnTo>
                    <a:pt x="31663" y="93860"/>
                  </a:lnTo>
                  <a:lnTo>
                    <a:pt x="109693" y="93860"/>
                  </a:lnTo>
                  <a:lnTo>
                    <a:pt x="109693" y="68982"/>
                  </a:lnTo>
                  <a:close/>
                </a:path>
                <a:path w="1737360" h="245745">
                  <a:moveTo>
                    <a:pt x="328357" y="195072"/>
                  </a:moveTo>
                  <a:lnTo>
                    <a:pt x="231668" y="195072"/>
                  </a:lnTo>
                  <a:lnTo>
                    <a:pt x="231668" y="221364"/>
                  </a:lnTo>
                  <a:lnTo>
                    <a:pt x="456709" y="221364"/>
                  </a:lnTo>
                  <a:lnTo>
                    <a:pt x="456709" y="212035"/>
                  </a:lnTo>
                  <a:lnTo>
                    <a:pt x="328357" y="212035"/>
                  </a:lnTo>
                  <a:lnTo>
                    <a:pt x="328357" y="195072"/>
                  </a:lnTo>
                  <a:close/>
                </a:path>
                <a:path w="1737360" h="245745">
                  <a:moveTo>
                    <a:pt x="360020" y="133440"/>
                  </a:moveTo>
                  <a:lnTo>
                    <a:pt x="328357" y="133440"/>
                  </a:lnTo>
                  <a:lnTo>
                    <a:pt x="328357" y="212035"/>
                  </a:lnTo>
                  <a:lnTo>
                    <a:pt x="360020" y="212035"/>
                  </a:lnTo>
                  <a:lnTo>
                    <a:pt x="360020" y="133440"/>
                  </a:lnTo>
                  <a:close/>
                </a:path>
                <a:path w="1737360" h="245745">
                  <a:moveTo>
                    <a:pt x="456709" y="195072"/>
                  </a:moveTo>
                  <a:lnTo>
                    <a:pt x="360020" y="195072"/>
                  </a:lnTo>
                  <a:lnTo>
                    <a:pt x="360020" y="212035"/>
                  </a:lnTo>
                  <a:lnTo>
                    <a:pt x="456709" y="212035"/>
                  </a:lnTo>
                  <a:lnTo>
                    <a:pt x="456709" y="195072"/>
                  </a:lnTo>
                  <a:close/>
                </a:path>
                <a:path w="1737360" h="245745">
                  <a:moveTo>
                    <a:pt x="360020" y="16397"/>
                  </a:moveTo>
                  <a:lnTo>
                    <a:pt x="328357" y="16397"/>
                  </a:lnTo>
                  <a:lnTo>
                    <a:pt x="328357" y="39014"/>
                  </a:lnTo>
                  <a:lnTo>
                    <a:pt x="327693" y="48202"/>
                  </a:lnTo>
                  <a:lnTo>
                    <a:pt x="305951" y="85732"/>
                  </a:lnTo>
                  <a:lnTo>
                    <a:pt x="267689" y="108774"/>
                  </a:lnTo>
                  <a:lnTo>
                    <a:pt x="242694" y="118739"/>
                  </a:lnTo>
                  <a:lnTo>
                    <a:pt x="251741" y="144749"/>
                  </a:lnTo>
                  <a:lnTo>
                    <a:pt x="288635" y="128422"/>
                  </a:lnTo>
                  <a:lnTo>
                    <a:pt x="326378" y="102925"/>
                  </a:lnTo>
                  <a:lnTo>
                    <a:pt x="344274" y="79913"/>
                  </a:lnTo>
                  <a:lnTo>
                    <a:pt x="342916" y="77604"/>
                  </a:lnTo>
                  <a:lnTo>
                    <a:pt x="338287" y="67250"/>
                  </a:lnTo>
                  <a:lnTo>
                    <a:pt x="334576" y="55977"/>
                  </a:lnTo>
                  <a:lnTo>
                    <a:pt x="362312" y="55977"/>
                  </a:lnTo>
                  <a:lnTo>
                    <a:pt x="360639" y="48202"/>
                  </a:lnTo>
                  <a:lnTo>
                    <a:pt x="360020" y="39014"/>
                  </a:lnTo>
                  <a:lnTo>
                    <a:pt x="360020" y="16397"/>
                  </a:lnTo>
                  <a:close/>
                </a:path>
                <a:path w="1737360" h="245745">
                  <a:moveTo>
                    <a:pt x="362312" y="55977"/>
                  </a:moveTo>
                  <a:lnTo>
                    <a:pt x="353801" y="55977"/>
                  </a:lnTo>
                  <a:lnTo>
                    <a:pt x="350206" y="67250"/>
                  </a:lnTo>
                  <a:lnTo>
                    <a:pt x="345631" y="77604"/>
                  </a:lnTo>
                  <a:lnTo>
                    <a:pt x="370481" y="110328"/>
                  </a:lnTo>
                  <a:lnTo>
                    <a:pt x="411616" y="134076"/>
                  </a:lnTo>
                  <a:lnTo>
                    <a:pt x="436919" y="144749"/>
                  </a:lnTo>
                  <a:lnTo>
                    <a:pt x="445683" y="118739"/>
                  </a:lnTo>
                  <a:lnTo>
                    <a:pt x="432484" y="113845"/>
                  </a:lnTo>
                  <a:lnTo>
                    <a:pt x="420309" y="108774"/>
                  </a:lnTo>
                  <a:lnTo>
                    <a:pt x="382284" y="86015"/>
                  </a:lnTo>
                  <a:lnTo>
                    <a:pt x="362494" y="56825"/>
                  </a:lnTo>
                  <a:lnTo>
                    <a:pt x="362312" y="55977"/>
                  </a:lnTo>
                  <a:close/>
                </a:path>
                <a:path w="1737360" h="245745">
                  <a:moveTo>
                    <a:pt x="353801" y="55977"/>
                  </a:moveTo>
                  <a:lnTo>
                    <a:pt x="334576" y="55977"/>
                  </a:lnTo>
                  <a:lnTo>
                    <a:pt x="338287" y="67250"/>
                  </a:lnTo>
                  <a:lnTo>
                    <a:pt x="342916" y="77604"/>
                  </a:lnTo>
                  <a:lnTo>
                    <a:pt x="344274" y="79913"/>
                  </a:lnTo>
                  <a:lnTo>
                    <a:pt x="345631" y="77604"/>
                  </a:lnTo>
                  <a:lnTo>
                    <a:pt x="350206" y="67250"/>
                  </a:lnTo>
                  <a:lnTo>
                    <a:pt x="353801" y="55977"/>
                  </a:lnTo>
                  <a:close/>
                </a:path>
                <a:path w="1737360" h="245745">
                  <a:moveTo>
                    <a:pt x="549282" y="143335"/>
                  </a:moveTo>
                  <a:lnTo>
                    <a:pt x="517618" y="143335"/>
                  </a:lnTo>
                  <a:lnTo>
                    <a:pt x="517618" y="242285"/>
                  </a:lnTo>
                  <a:lnTo>
                    <a:pt x="680744" y="242285"/>
                  </a:lnTo>
                  <a:lnTo>
                    <a:pt x="680744" y="216276"/>
                  </a:lnTo>
                  <a:lnTo>
                    <a:pt x="549282" y="216276"/>
                  </a:lnTo>
                  <a:lnTo>
                    <a:pt x="549282" y="193658"/>
                  </a:lnTo>
                  <a:lnTo>
                    <a:pt x="524120" y="193658"/>
                  </a:lnTo>
                  <a:lnTo>
                    <a:pt x="524120" y="167649"/>
                  </a:lnTo>
                  <a:lnTo>
                    <a:pt x="549282" y="167649"/>
                  </a:lnTo>
                  <a:lnTo>
                    <a:pt x="549282" y="143335"/>
                  </a:lnTo>
                  <a:close/>
                </a:path>
                <a:path w="1737360" h="245745">
                  <a:moveTo>
                    <a:pt x="680744" y="143335"/>
                  </a:moveTo>
                  <a:lnTo>
                    <a:pt x="649645" y="143335"/>
                  </a:lnTo>
                  <a:lnTo>
                    <a:pt x="649645" y="216276"/>
                  </a:lnTo>
                  <a:lnTo>
                    <a:pt x="680744" y="216276"/>
                  </a:lnTo>
                  <a:lnTo>
                    <a:pt x="680744" y="193658"/>
                  </a:lnTo>
                  <a:lnTo>
                    <a:pt x="675372" y="193658"/>
                  </a:lnTo>
                  <a:lnTo>
                    <a:pt x="675372" y="167649"/>
                  </a:lnTo>
                  <a:lnTo>
                    <a:pt x="680744" y="167649"/>
                  </a:lnTo>
                  <a:lnTo>
                    <a:pt x="680744" y="143335"/>
                  </a:lnTo>
                  <a:close/>
                </a:path>
                <a:path w="1737360" h="245745">
                  <a:moveTo>
                    <a:pt x="549282" y="167649"/>
                  </a:moveTo>
                  <a:lnTo>
                    <a:pt x="524120" y="167649"/>
                  </a:lnTo>
                  <a:lnTo>
                    <a:pt x="524120" y="193658"/>
                  </a:lnTo>
                  <a:lnTo>
                    <a:pt x="549282" y="193658"/>
                  </a:lnTo>
                  <a:lnTo>
                    <a:pt x="549282" y="167649"/>
                  </a:lnTo>
                  <a:close/>
                </a:path>
                <a:path w="1737360" h="245745">
                  <a:moveTo>
                    <a:pt x="649645" y="167649"/>
                  </a:moveTo>
                  <a:lnTo>
                    <a:pt x="549282" y="167649"/>
                  </a:lnTo>
                  <a:lnTo>
                    <a:pt x="549282" y="193658"/>
                  </a:lnTo>
                  <a:lnTo>
                    <a:pt x="649645" y="193658"/>
                  </a:lnTo>
                  <a:lnTo>
                    <a:pt x="649645" y="167649"/>
                  </a:lnTo>
                  <a:close/>
                </a:path>
                <a:path w="1737360" h="245745">
                  <a:moveTo>
                    <a:pt x="680744" y="167649"/>
                  </a:moveTo>
                  <a:lnTo>
                    <a:pt x="675372" y="167649"/>
                  </a:lnTo>
                  <a:lnTo>
                    <a:pt x="675372" y="193658"/>
                  </a:lnTo>
                  <a:lnTo>
                    <a:pt x="680744" y="193658"/>
                  </a:lnTo>
                  <a:lnTo>
                    <a:pt x="680744" y="167649"/>
                  </a:lnTo>
                  <a:close/>
                </a:path>
                <a:path w="1737360" h="245745">
                  <a:moveTo>
                    <a:pt x="680744" y="0"/>
                  </a:moveTo>
                  <a:lnTo>
                    <a:pt x="649362" y="0"/>
                  </a:lnTo>
                  <a:lnTo>
                    <a:pt x="649362" y="131461"/>
                  </a:lnTo>
                  <a:lnTo>
                    <a:pt x="680744" y="131461"/>
                  </a:lnTo>
                  <a:lnTo>
                    <a:pt x="680744" y="0"/>
                  </a:lnTo>
                  <a:close/>
                </a:path>
                <a:path w="1737360" h="245745">
                  <a:moveTo>
                    <a:pt x="567941" y="29967"/>
                  </a:moveTo>
                  <a:lnTo>
                    <a:pt x="536277" y="29967"/>
                  </a:lnTo>
                  <a:lnTo>
                    <a:pt x="536277" y="55788"/>
                  </a:lnTo>
                  <a:lnTo>
                    <a:pt x="534486" y="63799"/>
                  </a:lnTo>
                  <a:lnTo>
                    <a:pt x="505337" y="97271"/>
                  </a:lnTo>
                  <a:lnTo>
                    <a:pt x="475493" y="115347"/>
                  </a:lnTo>
                  <a:lnTo>
                    <a:pt x="489629" y="140508"/>
                  </a:lnTo>
                  <a:lnTo>
                    <a:pt x="523325" y="119110"/>
                  </a:lnTo>
                  <a:lnTo>
                    <a:pt x="551543" y="86227"/>
                  </a:lnTo>
                  <a:lnTo>
                    <a:pt x="552382" y="84576"/>
                  </a:lnTo>
                  <a:lnTo>
                    <a:pt x="551968" y="83860"/>
                  </a:lnTo>
                  <a:lnTo>
                    <a:pt x="548434" y="76756"/>
                  </a:lnTo>
                  <a:lnTo>
                    <a:pt x="545228" y="69264"/>
                  </a:lnTo>
                  <a:lnTo>
                    <a:pt x="542214" y="61066"/>
                  </a:lnTo>
                  <a:lnTo>
                    <a:pt x="569239" y="61066"/>
                  </a:lnTo>
                  <a:lnTo>
                    <a:pt x="567941" y="55034"/>
                  </a:lnTo>
                  <a:lnTo>
                    <a:pt x="567941" y="29967"/>
                  </a:lnTo>
                  <a:close/>
                </a:path>
                <a:path w="1737360" h="245745">
                  <a:moveTo>
                    <a:pt x="569239" y="61066"/>
                  </a:moveTo>
                  <a:lnTo>
                    <a:pt x="562287" y="61066"/>
                  </a:lnTo>
                  <a:lnTo>
                    <a:pt x="559813" y="67939"/>
                  </a:lnTo>
                  <a:lnTo>
                    <a:pt x="557198" y="74424"/>
                  </a:lnTo>
                  <a:lnTo>
                    <a:pt x="554441" y="80520"/>
                  </a:lnTo>
                  <a:lnTo>
                    <a:pt x="552382" y="84576"/>
                  </a:lnTo>
                  <a:lnTo>
                    <a:pt x="555784" y="90468"/>
                  </a:lnTo>
                  <a:lnTo>
                    <a:pt x="585858" y="118863"/>
                  </a:lnTo>
                  <a:lnTo>
                    <a:pt x="615437" y="134289"/>
                  </a:lnTo>
                  <a:lnTo>
                    <a:pt x="627593" y="109127"/>
                  </a:lnTo>
                  <a:lnTo>
                    <a:pt x="616391" y="103844"/>
                  </a:lnTo>
                  <a:lnTo>
                    <a:pt x="606531" y="98737"/>
                  </a:lnTo>
                  <a:lnTo>
                    <a:pt x="575872" y="74424"/>
                  </a:lnTo>
                  <a:lnTo>
                    <a:pt x="569543" y="62479"/>
                  </a:lnTo>
                  <a:lnTo>
                    <a:pt x="569239" y="61066"/>
                  </a:lnTo>
                  <a:close/>
                </a:path>
                <a:path w="1737360" h="245745">
                  <a:moveTo>
                    <a:pt x="562287" y="61066"/>
                  </a:moveTo>
                  <a:lnTo>
                    <a:pt x="542214" y="61066"/>
                  </a:lnTo>
                  <a:lnTo>
                    <a:pt x="545228" y="69264"/>
                  </a:lnTo>
                  <a:lnTo>
                    <a:pt x="548434" y="76756"/>
                  </a:lnTo>
                  <a:lnTo>
                    <a:pt x="551968" y="83860"/>
                  </a:lnTo>
                  <a:lnTo>
                    <a:pt x="552382" y="84576"/>
                  </a:lnTo>
                  <a:lnTo>
                    <a:pt x="554441" y="80520"/>
                  </a:lnTo>
                  <a:lnTo>
                    <a:pt x="557198" y="74424"/>
                  </a:lnTo>
                  <a:lnTo>
                    <a:pt x="559813" y="67939"/>
                  </a:lnTo>
                  <a:lnTo>
                    <a:pt x="562287" y="61066"/>
                  </a:lnTo>
                  <a:close/>
                </a:path>
                <a:path w="1737360" h="245745">
                  <a:moveTo>
                    <a:pt x="618264" y="16680"/>
                  </a:moveTo>
                  <a:lnTo>
                    <a:pt x="486237" y="16680"/>
                  </a:lnTo>
                  <a:lnTo>
                    <a:pt x="486237" y="42407"/>
                  </a:lnTo>
                  <a:lnTo>
                    <a:pt x="536277" y="42407"/>
                  </a:lnTo>
                  <a:lnTo>
                    <a:pt x="536277" y="29967"/>
                  </a:lnTo>
                  <a:lnTo>
                    <a:pt x="618264" y="29967"/>
                  </a:lnTo>
                  <a:lnTo>
                    <a:pt x="618264" y="16680"/>
                  </a:lnTo>
                  <a:close/>
                </a:path>
                <a:path w="1737360" h="245745">
                  <a:moveTo>
                    <a:pt x="618264" y="29967"/>
                  </a:moveTo>
                  <a:lnTo>
                    <a:pt x="567941" y="29967"/>
                  </a:lnTo>
                  <a:lnTo>
                    <a:pt x="567941" y="42407"/>
                  </a:lnTo>
                  <a:lnTo>
                    <a:pt x="618264" y="42407"/>
                  </a:lnTo>
                  <a:lnTo>
                    <a:pt x="618264" y="29967"/>
                  </a:lnTo>
                  <a:close/>
                </a:path>
                <a:path w="1737360" h="245745">
                  <a:moveTo>
                    <a:pt x="910433" y="0"/>
                  </a:moveTo>
                  <a:lnTo>
                    <a:pt x="878769" y="0"/>
                  </a:lnTo>
                  <a:lnTo>
                    <a:pt x="878769" y="145032"/>
                  </a:lnTo>
                  <a:lnTo>
                    <a:pt x="910433" y="145032"/>
                  </a:lnTo>
                  <a:lnTo>
                    <a:pt x="910433" y="111671"/>
                  </a:lnTo>
                  <a:lnTo>
                    <a:pt x="894601" y="111671"/>
                  </a:lnTo>
                  <a:lnTo>
                    <a:pt x="894601" y="85945"/>
                  </a:lnTo>
                  <a:lnTo>
                    <a:pt x="910433" y="85945"/>
                  </a:lnTo>
                  <a:lnTo>
                    <a:pt x="910433" y="60218"/>
                  </a:lnTo>
                  <a:lnTo>
                    <a:pt x="894601" y="60218"/>
                  </a:lnTo>
                  <a:lnTo>
                    <a:pt x="894601" y="34491"/>
                  </a:lnTo>
                  <a:lnTo>
                    <a:pt x="910433" y="34491"/>
                  </a:lnTo>
                  <a:lnTo>
                    <a:pt x="910433" y="0"/>
                  </a:lnTo>
                  <a:close/>
                </a:path>
                <a:path w="1737360" h="245745">
                  <a:moveTo>
                    <a:pt x="910433" y="85945"/>
                  </a:moveTo>
                  <a:lnTo>
                    <a:pt x="894601" y="85945"/>
                  </a:lnTo>
                  <a:lnTo>
                    <a:pt x="894601" y="111671"/>
                  </a:lnTo>
                  <a:lnTo>
                    <a:pt x="910433" y="111671"/>
                  </a:lnTo>
                  <a:lnTo>
                    <a:pt x="910433" y="85945"/>
                  </a:lnTo>
                  <a:close/>
                </a:path>
                <a:path w="1737360" h="245745">
                  <a:moveTo>
                    <a:pt x="944076" y="85945"/>
                  </a:moveTo>
                  <a:lnTo>
                    <a:pt x="910433" y="85945"/>
                  </a:lnTo>
                  <a:lnTo>
                    <a:pt x="910433" y="111671"/>
                  </a:lnTo>
                  <a:lnTo>
                    <a:pt x="944076" y="111671"/>
                  </a:lnTo>
                  <a:lnTo>
                    <a:pt x="944076" y="85945"/>
                  </a:lnTo>
                  <a:close/>
                </a:path>
                <a:path w="1737360" h="245745">
                  <a:moveTo>
                    <a:pt x="910433" y="34491"/>
                  </a:moveTo>
                  <a:lnTo>
                    <a:pt x="894601" y="34491"/>
                  </a:lnTo>
                  <a:lnTo>
                    <a:pt x="894601" y="60218"/>
                  </a:lnTo>
                  <a:lnTo>
                    <a:pt x="910433" y="60218"/>
                  </a:lnTo>
                  <a:lnTo>
                    <a:pt x="910433" y="34491"/>
                  </a:lnTo>
                  <a:close/>
                </a:path>
                <a:path w="1737360" h="245745">
                  <a:moveTo>
                    <a:pt x="944076" y="34491"/>
                  </a:moveTo>
                  <a:lnTo>
                    <a:pt x="910433" y="34491"/>
                  </a:lnTo>
                  <a:lnTo>
                    <a:pt x="910433" y="60218"/>
                  </a:lnTo>
                  <a:lnTo>
                    <a:pt x="944076" y="60218"/>
                  </a:lnTo>
                  <a:lnTo>
                    <a:pt x="944076" y="34491"/>
                  </a:lnTo>
                  <a:close/>
                </a:path>
                <a:path w="1737360" h="245745">
                  <a:moveTo>
                    <a:pt x="910716" y="157471"/>
                  </a:moveTo>
                  <a:lnTo>
                    <a:pt x="744480" y="157471"/>
                  </a:lnTo>
                  <a:lnTo>
                    <a:pt x="744480" y="183481"/>
                  </a:lnTo>
                  <a:lnTo>
                    <a:pt x="878769" y="183481"/>
                  </a:lnTo>
                  <a:lnTo>
                    <a:pt x="878769" y="245678"/>
                  </a:lnTo>
                  <a:lnTo>
                    <a:pt x="910716" y="245678"/>
                  </a:lnTo>
                  <a:lnTo>
                    <a:pt x="910716" y="157471"/>
                  </a:lnTo>
                  <a:close/>
                </a:path>
                <a:path w="1737360" h="245745">
                  <a:moveTo>
                    <a:pt x="784060" y="13570"/>
                  </a:moveTo>
                  <a:lnTo>
                    <a:pt x="743172" y="24560"/>
                  </a:lnTo>
                  <a:lnTo>
                    <a:pt x="720803" y="55482"/>
                  </a:lnTo>
                  <a:lnTo>
                    <a:pt x="718753" y="72374"/>
                  </a:lnTo>
                  <a:lnTo>
                    <a:pt x="719199" y="79990"/>
                  </a:lnTo>
                  <a:lnTo>
                    <a:pt x="736988" y="115559"/>
                  </a:lnTo>
                  <a:lnTo>
                    <a:pt x="774730" y="131020"/>
                  </a:lnTo>
                  <a:lnTo>
                    <a:pt x="784060" y="131461"/>
                  </a:lnTo>
                  <a:lnTo>
                    <a:pt x="793266" y="131020"/>
                  </a:lnTo>
                  <a:lnTo>
                    <a:pt x="830778" y="115559"/>
                  </a:lnTo>
                  <a:lnTo>
                    <a:pt x="838775" y="106300"/>
                  </a:lnTo>
                  <a:lnTo>
                    <a:pt x="784060" y="106300"/>
                  </a:lnTo>
                  <a:lnTo>
                    <a:pt x="776056" y="105752"/>
                  </a:lnTo>
                  <a:lnTo>
                    <a:pt x="748721" y="72374"/>
                  </a:lnTo>
                  <a:lnTo>
                    <a:pt x="749286" y="64776"/>
                  </a:lnTo>
                  <a:lnTo>
                    <a:pt x="784060" y="38449"/>
                  </a:lnTo>
                  <a:lnTo>
                    <a:pt x="838770" y="38449"/>
                  </a:lnTo>
                  <a:lnTo>
                    <a:pt x="836097" y="34738"/>
                  </a:lnTo>
                  <a:lnTo>
                    <a:pt x="801942" y="15337"/>
                  </a:lnTo>
                  <a:lnTo>
                    <a:pt x="793266" y="14012"/>
                  </a:lnTo>
                  <a:lnTo>
                    <a:pt x="784060" y="13570"/>
                  </a:lnTo>
                  <a:close/>
                </a:path>
                <a:path w="1737360" h="245745">
                  <a:moveTo>
                    <a:pt x="838770" y="38449"/>
                  </a:moveTo>
                  <a:lnTo>
                    <a:pt x="784060" y="38449"/>
                  </a:lnTo>
                  <a:lnTo>
                    <a:pt x="791923" y="39014"/>
                  </a:lnTo>
                  <a:lnTo>
                    <a:pt x="798832" y="40710"/>
                  </a:lnTo>
                  <a:lnTo>
                    <a:pt x="818834" y="72374"/>
                  </a:lnTo>
                  <a:lnTo>
                    <a:pt x="818268" y="79990"/>
                  </a:lnTo>
                  <a:lnTo>
                    <a:pt x="784060" y="106300"/>
                  </a:lnTo>
                  <a:lnTo>
                    <a:pt x="838775" y="106300"/>
                  </a:lnTo>
                  <a:lnTo>
                    <a:pt x="848801" y="72374"/>
                  </a:lnTo>
                  <a:lnTo>
                    <a:pt x="848356" y="64776"/>
                  </a:lnTo>
                  <a:lnTo>
                    <a:pt x="848289" y="63628"/>
                  </a:lnTo>
                  <a:lnTo>
                    <a:pt x="846752" y="55482"/>
                  </a:lnTo>
                  <a:lnTo>
                    <a:pt x="844190" y="47937"/>
                  </a:lnTo>
                  <a:lnTo>
                    <a:pt x="840603" y="40993"/>
                  </a:lnTo>
                  <a:lnTo>
                    <a:pt x="838770" y="38449"/>
                  </a:lnTo>
                  <a:close/>
                </a:path>
                <a:path w="1737360" h="245745">
                  <a:moveTo>
                    <a:pt x="1054746" y="195072"/>
                  </a:moveTo>
                  <a:lnTo>
                    <a:pt x="958055" y="195072"/>
                  </a:lnTo>
                  <a:lnTo>
                    <a:pt x="958055" y="221364"/>
                  </a:lnTo>
                  <a:lnTo>
                    <a:pt x="1183098" y="221364"/>
                  </a:lnTo>
                  <a:lnTo>
                    <a:pt x="1183098" y="202988"/>
                  </a:lnTo>
                  <a:lnTo>
                    <a:pt x="1054746" y="202988"/>
                  </a:lnTo>
                  <a:lnTo>
                    <a:pt x="1054746" y="195072"/>
                  </a:lnTo>
                  <a:close/>
                </a:path>
                <a:path w="1737360" h="245745">
                  <a:moveTo>
                    <a:pt x="1086410" y="127503"/>
                  </a:moveTo>
                  <a:lnTo>
                    <a:pt x="1054746" y="127503"/>
                  </a:lnTo>
                  <a:lnTo>
                    <a:pt x="1054746" y="202988"/>
                  </a:lnTo>
                  <a:lnTo>
                    <a:pt x="1086410" y="202988"/>
                  </a:lnTo>
                  <a:lnTo>
                    <a:pt x="1086410" y="127503"/>
                  </a:lnTo>
                  <a:close/>
                </a:path>
                <a:path w="1737360" h="245745">
                  <a:moveTo>
                    <a:pt x="1183098" y="195072"/>
                  </a:moveTo>
                  <a:lnTo>
                    <a:pt x="1086410" y="195072"/>
                  </a:lnTo>
                  <a:lnTo>
                    <a:pt x="1086410" y="202988"/>
                  </a:lnTo>
                  <a:lnTo>
                    <a:pt x="1183098" y="202988"/>
                  </a:lnTo>
                  <a:lnTo>
                    <a:pt x="1183098" y="195072"/>
                  </a:lnTo>
                  <a:close/>
                </a:path>
                <a:path w="1737360" h="245745">
                  <a:moveTo>
                    <a:pt x="1153978" y="20638"/>
                  </a:moveTo>
                  <a:lnTo>
                    <a:pt x="983782" y="20638"/>
                  </a:lnTo>
                  <a:lnTo>
                    <a:pt x="983782" y="135702"/>
                  </a:lnTo>
                  <a:lnTo>
                    <a:pt x="1054746" y="135702"/>
                  </a:lnTo>
                  <a:lnTo>
                    <a:pt x="1054746" y="127503"/>
                  </a:lnTo>
                  <a:lnTo>
                    <a:pt x="1158219" y="127503"/>
                  </a:lnTo>
                  <a:lnTo>
                    <a:pt x="1158219" y="109692"/>
                  </a:lnTo>
                  <a:lnTo>
                    <a:pt x="1015446" y="109692"/>
                  </a:lnTo>
                  <a:lnTo>
                    <a:pt x="1015446" y="46647"/>
                  </a:lnTo>
                  <a:lnTo>
                    <a:pt x="1153978" y="46647"/>
                  </a:lnTo>
                  <a:lnTo>
                    <a:pt x="1153978" y="20638"/>
                  </a:lnTo>
                  <a:close/>
                </a:path>
                <a:path w="1737360" h="245745">
                  <a:moveTo>
                    <a:pt x="1158219" y="127503"/>
                  </a:moveTo>
                  <a:lnTo>
                    <a:pt x="1086410" y="127503"/>
                  </a:lnTo>
                  <a:lnTo>
                    <a:pt x="1086410" y="135702"/>
                  </a:lnTo>
                  <a:lnTo>
                    <a:pt x="1158219" y="135702"/>
                  </a:lnTo>
                  <a:lnTo>
                    <a:pt x="1158219" y="127503"/>
                  </a:lnTo>
                  <a:close/>
                </a:path>
                <a:path w="1737360" h="245745">
                  <a:moveTo>
                    <a:pt x="1432033" y="3957"/>
                  </a:moveTo>
                  <a:lnTo>
                    <a:pt x="1402065" y="3957"/>
                  </a:lnTo>
                  <a:lnTo>
                    <a:pt x="1402065" y="233521"/>
                  </a:lnTo>
                  <a:lnTo>
                    <a:pt x="1432033" y="233521"/>
                  </a:lnTo>
                  <a:lnTo>
                    <a:pt x="1432033" y="153230"/>
                  </a:lnTo>
                  <a:lnTo>
                    <a:pt x="1420724" y="153230"/>
                  </a:lnTo>
                  <a:lnTo>
                    <a:pt x="1420724" y="127786"/>
                  </a:lnTo>
                  <a:lnTo>
                    <a:pt x="1432033" y="127786"/>
                  </a:lnTo>
                  <a:lnTo>
                    <a:pt x="1432033" y="79159"/>
                  </a:lnTo>
                  <a:lnTo>
                    <a:pt x="1420724" y="79159"/>
                  </a:lnTo>
                  <a:lnTo>
                    <a:pt x="1420724" y="53715"/>
                  </a:lnTo>
                  <a:lnTo>
                    <a:pt x="1432033" y="53715"/>
                  </a:lnTo>
                  <a:lnTo>
                    <a:pt x="1432033" y="3957"/>
                  </a:lnTo>
                  <a:close/>
                </a:path>
                <a:path w="1737360" h="245745">
                  <a:moveTo>
                    <a:pt x="1326298" y="20355"/>
                  </a:moveTo>
                  <a:lnTo>
                    <a:pt x="1290623" y="36028"/>
                  </a:lnTo>
                  <a:lnTo>
                    <a:pt x="1273328" y="79159"/>
                  </a:lnTo>
                  <a:lnTo>
                    <a:pt x="1271734" y="103473"/>
                  </a:lnTo>
                  <a:lnTo>
                    <a:pt x="1271999" y="111954"/>
                  </a:lnTo>
                  <a:lnTo>
                    <a:pt x="1272123" y="115894"/>
                  </a:lnTo>
                  <a:lnTo>
                    <a:pt x="1281435" y="156658"/>
                  </a:lnTo>
                  <a:lnTo>
                    <a:pt x="1309900" y="184117"/>
                  </a:lnTo>
                  <a:lnTo>
                    <a:pt x="1326298" y="186591"/>
                  </a:lnTo>
                  <a:lnTo>
                    <a:pt x="1334974" y="185972"/>
                  </a:lnTo>
                  <a:lnTo>
                    <a:pt x="1367221" y="164398"/>
                  </a:lnTo>
                  <a:lnTo>
                    <a:pt x="1369149" y="160864"/>
                  </a:lnTo>
                  <a:lnTo>
                    <a:pt x="1319513" y="160864"/>
                  </a:lnTo>
                  <a:lnTo>
                    <a:pt x="1314141" y="158602"/>
                  </a:lnTo>
                  <a:lnTo>
                    <a:pt x="1300005" y="119870"/>
                  </a:lnTo>
                  <a:lnTo>
                    <a:pt x="1299440" y="103473"/>
                  </a:lnTo>
                  <a:lnTo>
                    <a:pt x="1299581" y="94885"/>
                  </a:lnTo>
                  <a:lnTo>
                    <a:pt x="1310183" y="53150"/>
                  </a:lnTo>
                  <a:lnTo>
                    <a:pt x="1314141" y="48438"/>
                  </a:lnTo>
                  <a:lnTo>
                    <a:pt x="1319513" y="46082"/>
                  </a:lnTo>
                  <a:lnTo>
                    <a:pt x="1369123" y="46082"/>
                  </a:lnTo>
                  <a:lnTo>
                    <a:pt x="1367221" y="42619"/>
                  </a:lnTo>
                  <a:lnTo>
                    <a:pt x="1334974" y="20991"/>
                  </a:lnTo>
                  <a:lnTo>
                    <a:pt x="1326298" y="20355"/>
                  </a:lnTo>
                  <a:close/>
                </a:path>
                <a:path w="1737360" h="245745">
                  <a:moveTo>
                    <a:pt x="1369123" y="46082"/>
                  </a:moveTo>
                  <a:lnTo>
                    <a:pt x="1333271" y="46082"/>
                  </a:lnTo>
                  <a:lnTo>
                    <a:pt x="1338643" y="48438"/>
                  </a:lnTo>
                  <a:lnTo>
                    <a:pt x="1342413" y="53150"/>
                  </a:lnTo>
                  <a:lnTo>
                    <a:pt x="1352997" y="94885"/>
                  </a:lnTo>
                  <a:lnTo>
                    <a:pt x="1353156" y="103473"/>
                  </a:lnTo>
                  <a:lnTo>
                    <a:pt x="1352997" y="111954"/>
                  </a:lnTo>
                  <a:lnTo>
                    <a:pt x="1338643" y="158602"/>
                  </a:lnTo>
                  <a:lnTo>
                    <a:pt x="1333271" y="160864"/>
                  </a:lnTo>
                  <a:lnTo>
                    <a:pt x="1369149" y="160864"/>
                  </a:lnTo>
                  <a:lnTo>
                    <a:pt x="1371444" y="156658"/>
                  </a:lnTo>
                  <a:lnTo>
                    <a:pt x="1372800" y="153230"/>
                  </a:lnTo>
                  <a:lnTo>
                    <a:pt x="1363899" y="153230"/>
                  </a:lnTo>
                  <a:lnTo>
                    <a:pt x="1363899" y="127786"/>
                  </a:lnTo>
                  <a:lnTo>
                    <a:pt x="1379734" y="127786"/>
                  </a:lnTo>
                  <a:lnTo>
                    <a:pt x="1379824" y="127221"/>
                  </a:lnTo>
                  <a:lnTo>
                    <a:pt x="1381021" y="115894"/>
                  </a:lnTo>
                  <a:lnTo>
                    <a:pt x="1381427" y="103473"/>
                  </a:lnTo>
                  <a:lnTo>
                    <a:pt x="1381021" y="90945"/>
                  </a:lnTo>
                  <a:lnTo>
                    <a:pt x="1379828" y="79619"/>
                  </a:lnTo>
                  <a:lnTo>
                    <a:pt x="1379761" y="79159"/>
                  </a:lnTo>
                  <a:lnTo>
                    <a:pt x="1363899" y="79159"/>
                  </a:lnTo>
                  <a:lnTo>
                    <a:pt x="1363899" y="53715"/>
                  </a:lnTo>
                  <a:lnTo>
                    <a:pt x="1372795" y="53715"/>
                  </a:lnTo>
                  <a:lnTo>
                    <a:pt x="1371444" y="50305"/>
                  </a:lnTo>
                  <a:lnTo>
                    <a:pt x="1369123" y="46082"/>
                  </a:lnTo>
                  <a:close/>
                </a:path>
                <a:path w="1737360" h="245745">
                  <a:moveTo>
                    <a:pt x="1379734" y="127786"/>
                  </a:moveTo>
                  <a:lnTo>
                    <a:pt x="1363899" y="127786"/>
                  </a:lnTo>
                  <a:lnTo>
                    <a:pt x="1363899" y="153230"/>
                  </a:lnTo>
                  <a:lnTo>
                    <a:pt x="1372800" y="153230"/>
                  </a:lnTo>
                  <a:lnTo>
                    <a:pt x="1374925" y="147859"/>
                  </a:lnTo>
                  <a:lnTo>
                    <a:pt x="1377769" y="138087"/>
                  </a:lnTo>
                  <a:lnTo>
                    <a:pt x="1379734" y="127786"/>
                  </a:lnTo>
                  <a:close/>
                </a:path>
                <a:path w="1737360" h="245745">
                  <a:moveTo>
                    <a:pt x="1402065" y="127786"/>
                  </a:moveTo>
                  <a:lnTo>
                    <a:pt x="1379734" y="127786"/>
                  </a:lnTo>
                  <a:lnTo>
                    <a:pt x="1377769" y="138087"/>
                  </a:lnTo>
                  <a:lnTo>
                    <a:pt x="1374925" y="147859"/>
                  </a:lnTo>
                  <a:lnTo>
                    <a:pt x="1372800" y="153230"/>
                  </a:lnTo>
                  <a:lnTo>
                    <a:pt x="1402065" y="153230"/>
                  </a:lnTo>
                  <a:lnTo>
                    <a:pt x="1402065" y="127786"/>
                  </a:lnTo>
                  <a:close/>
                </a:path>
                <a:path w="1737360" h="245745">
                  <a:moveTo>
                    <a:pt x="1432033" y="127786"/>
                  </a:moveTo>
                  <a:lnTo>
                    <a:pt x="1420724" y="127786"/>
                  </a:lnTo>
                  <a:lnTo>
                    <a:pt x="1420724" y="153230"/>
                  </a:lnTo>
                  <a:lnTo>
                    <a:pt x="1432033" y="153230"/>
                  </a:lnTo>
                  <a:lnTo>
                    <a:pt x="1432033" y="127786"/>
                  </a:lnTo>
                  <a:close/>
                </a:path>
                <a:path w="1737360" h="245745">
                  <a:moveTo>
                    <a:pt x="1372795" y="53715"/>
                  </a:moveTo>
                  <a:lnTo>
                    <a:pt x="1363899" y="53715"/>
                  </a:lnTo>
                  <a:lnTo>
                    <a:pt x="1363899" y="79159"/>
                  </a:lnTo>
                  <a:lnTo>
                    <a:pt x="1379761" y="79159"/>
                  </a:lnTo>
                  <a:lnTo>
                    <a:pt x="1377769" y="68752"/>
                  </a:lnTo>
                  <a:lnTo>
                    <a:pt x="1374925" y="59087"/>
                  </a:lnTo>
                  <a:lnTo>
                    <a:pt x="1372795" y="53715"/>
                  </a:lnTo>
                  <a:close/>
                </a:path>
                <a:path w="1737360" h="245745">
                  <a:moveTo>
                    <a:pt x="1402065" y="53715"/>
                  </a:moveTo>
                  <a:lnTo>
                    <a:pt x="1372795" y="53715"/>
                  </a:lnTo>
                  <a:lnTo>
                    <a:pt x="1374925" y="59087"/>
                  </a:lnTo>
                  <a:lnTo>
                    <a:pt x="1377769" y="68752"/>
                  </a:lnTo>
                  <a:lnTo>
                    <a:pt x="1379761" y="79159"/>
                  </a:lnTo>
                  <a:lnTo>
                    <a:pt x="1402065" y="79159"/>
                  </a:lnTo>
                  <a:lnTo>
                    <a:pt x="1402065" y="53715"/>
                  </a:lnTo>
                  <a:close/>
                </a:path>
                <a:path w="1737360" h="245745">
                  <a:moveTo>
                    <a:pt x="1432033" y="53715"/>
                  </a:moveTo>
                  <a:lnTo>
                    <a:pt x="1420724" y="53715"/>
                  </a:lnTo>
                  <a:lnTo>
                    <a:pt x="1420724" y="79159"/>
                  </a:lnTo>
                  <a:lnTo>
                    <a:pt x="1432033" y="79159"/>
                  </a:lnTo>
                  <a:lnTo>
                    <a:pt x="1432033" y="53715"/>
                  </a:lnTo>
                  <a:close/>
                </a:path>
                <a:path w="1737360" h="245745">
                  <a:moveTo>
                    <a:pt x="1484052" y="1696"/>
                  </a:moveTo>
                  <a:lnTo>
                    <a:pt x="1453519" y="1696"/>
                  </a:lnTo>
                  <a:lnTo>
                    <a:pt x="1453519" y="243133"/>
                  </a:lnTo>
                  <a:lnTo>
                    <a:pt x="1484052" y="243133"/>
                  </a:lnTo>
                  <a:lnTo>
                    <a:pt x="1484052" y="1696"/>
                  </a:lnTo>
                  <a:close/>
                </a:path>
                <a:path w="1737360" h="245745">
                  <a:moveTo>
                    <a:pt x="1736924" y="128917"/>
                  </a:moveTo>
                  <a:lnTo>
                    <a:pt x="1511884" y="128917"/>
                  </a:lnTo>
                  <a:lnTo>
                    <a:pt x="1511884" y="154927"/>
                  </a:lnTo>
                  <a:lnTo>
                    <a:pt x="1736924" y="154927"/>
                  </a:lnTo>
                  <a:lnTo>
                    <a:pt x="1736924" y="128917"/>
                  </a:lnTo>
                  <a:close/>
                </a:path>
                <a:path w="1737360" h="245745">
                  <a:moveTo>
                    <a:pt x="1709784" y="168780"/>
                  </a:moveTo>
                  <a:lnTo>
                    <a:pt x="1533653" y="168780"/>
                  </a:lnTo>
                  <a:lnTo>
                    <a:pt x="1533653" y="194789"/>
                  </a:lnTo>
                  <a:lnTo>
                    <a:pt x="1678120" y="194789"/>
                  </a:lnTo>
                  <a:lnTo>
                    <a:pt x="1678120" y="245678"/>
                  </a:lnTo>
                  <a:lnTo>
                    <a:pt x="1709784" y="245678"/>
                  </a:lnTo>
                  <a:lnTo>
                    <a:pt x="1709784" y="168780"/>
                  </a:lnTo>
                  <a:close/>
                </a:path>
                <a:path w="1737360" h="245745">
                  <a:moveTo>
                    <a:pt x="1640236" y="52584"/>
                  </a:moveTo>
                  <a:lnTo>
                    <a:pt x="1608572" y="52584"/>
                  </a:lnTo>
                  <a:lnTo>
                    <a:pt x="1608572" y="65118"/>
                  </a:lnTo>
                  <a:lnTo>
                    <a:pt x="1605462" y="70678"/>
                  </a:lnTo>
                  <a:lnTo>
                    <a:pt x="1562260" y="88100"/>
                  </a:lnTo>
                  <a:lnTo>
                    <a:pt x="1527433" y="92447"/>
                  </a:lnTo>
                  <a:lnTo>
                    <a:pt x="1531391" y="118739"/>
                  </a:lnTo>
                  <a:lnTo>
                    <a:pt x="1578887" y="110541"/>
                  </a:lnTo>
                  <a:lnTo>
                    <a:pt x="1614226" y="95839"/>
                  </a:lnTo>
                  <a:lnTo>
                    <a:pt x="1624346" y="87374"/>
                  </a:lnTo>
                  <a:lnTo>
                    <a:pt x="1621082" y="84036"/>
                  </a:lnTo>
                  <a:lnTo>
                    <a:pt x="1615587" y="76703"/>
                  </a:lnTo>
                  <a:lnTo>
                    <a:pt x="1610834" y="68416"/>
                  </a:lnTo>
                  <a:lnTo>
                    <a:pt x="1642081" y="68416"/>
                  </a:lnTo>
                  <a:lnTo>
                    <a:pt x="1640236" y="65118"/>
                  </a:lnTo>
                  <a:lnTo>
                    <a:pt x="1640236" y="52584"/>
                  </a:lnTo>
                  <a:close/>
                </a:path>
                <a:path w="1737360" h="245745">
                  <a:moveTo>
                    <a:pt x="1642081" y="68416"/>
                  </a:moveTo>
                  <a:lnTo>
                    <a:pt x="1637974" y="68416"/>
                  </a:lnTo>
                  <a:lnTo>
                    <a:pt x="1633203" y="76703"/>
                  </a:lnTo>
                  <a:lnTo>
                    <a:pt x="1627655" y="84036"/>
                  </a:lnTo>
                  <a:lnTo>
                    <a:pt x="1624346" y="87374"/>
                  </a:lnTo>
                  <a:lnTo>
                    <a:pt x="1627319" y="90415"/>
                  </a:lnTo>
                  <a:lnTo>
                    <a:pt x="1634299" y="95839"/>
                  </a:lnTo>
                  <a:lnTo>
                    <a:pt x="1669921" y="110541"/>
                  </a:lnTo>
                  <a:lnTo>
                    <a:pt x="1717700" y="118739"/>
                  </a:lnTo>
                  <a:lnTo>
                    <a:pt x="1721375" y="92447"/>
                  </a:lnTo>
                  <a:lnTo>
                    <a:pt x="1708741" y="91210"/>
                  </a:lnTo>
                  <a:lnTo>
                    <a:pt x="1697132" y="89761"/>
                  </a:lnTo>
                  <a:lnTo>
                    <a:pt x="1654778" y="78435"/>
                  </a:lnTo>
                  <a:lnTo>
                    <a:pt x="1643346" y="70678"/>
                  </a:lnTo>
                  <a:lnTo>
                    <a:pt x="1642081" y="68416"/>
                  </a:lnTo>
                  <a:close/>
                </a:path>
                <a:path w="1737360" h="245745">
                  <a:moveTo>
                    <a:pt x="1637974" y="68416"/>
                  </a:moveTo>
                  <a:lnTo>
                    <a:pt x="1610834" y="68416"/>
                  </a:lnTo>
                  <a:lnTo>
                    <a:pt x="1615587" y="76703"/>
                  </a:lnTo>
                  <a:lnTo>
                    <a:pt x="1621082" y="84036"/>
                  </a:lnTo>
                  <a:lnTo>
                    <a:pt x="1624346" y="87374"/>
                  </a:lnTo>
                  <a:lnTo>
                    <a:pt x="1627655" y="84036"/>
                  </a:lnTo>
                  <a:lnTo>
                    <a:pt x="1633203" y="76703"/>
                  </a:lnTo>
                  <a:lnTo>
                    <a:pt x="1637974" y="68416"/>
                  </a:lnTo>
                  <a:close/>
                </a:path>
                <a:path w="1737360" h="245745">
                  <a:moveTo>
                    <a:pt x="1709784" y="41841"/>
                  </a:moveTo>
                  <a:lnTo>
                    <a:pt x="1539024" y="41841"/>
                  </a:lnTo>
                  <a:lnTo>
                    <a:pt x="1539024" y="66720"/>
                  </a:lnTo>
                  <a:lnTo>
                    <a:pt x="1607676" y="66720"/>
                  </a:lnTo>
                  <a:lnTo>
                    <a:pt x="1608572" y="65118"/>
                  </a:lnTo>
                  <a:lnTo>
                    <a:pt x="1608572" y="52584"/>
                  </a:lnTo>
                  <a:lnTo>
                    <a:pt x="1709784" y="52584"/>
                  </a:lnTo>
                  <a:lnTo>
                    <a:pt x="1709784" y="41841"/>
                  </a:lnTo>
                  <a:close/>
                </a:path>
                <a:path w="1737360" h="245745">
                  <a:moveTo>
                    <a:pt x="1709784" y="52584"/>
                  </a:moveTo>
                  <a:lnTo>
                    <a:pt x="1640236" y="52584"/>
                  </a:lnTo>
                  <a:lnTo>
                    <a:pt x="1640236" y="65118"/>
                  </a:lnTo>
                  <a:lnTo>
                    <a:pt x="1641132" y="66720"/>
                  </a:lnTo>
                  <a:lnTo>
                    <a:pt x="1709784" y="66720"/>
                  </a:lnTo>
                  <a:lnTo>
                    <a:pt x="1709784" y="52584"/>
                  </a:lnTo>
                  <a:close/>
                </a:path>
                <a:path w="1737360" h="245745">
                  <a:moveTo>
                    <a:pt x="1667659" y="1413"/>
                  </a:moveTo>
                  <a:lnTo>
                    <a:pt x="1580301" y="1413"/>
                  </a:lnTo>
                  <a:lnTo>
                    <a:pt x="1580301" y="26575"/>
                  </a:lnTo>
                  <a:lnTo>
                    <a:pt x="1667659" y="26575"/>
                  </a:lnTo>
                  <a:lnTo>
                    <a:pt x="1667659" y="1413"/>
                  </a:lnTo>
                  <a:close/>
                </a:path>
              </a:pathLst>
            </a:custGeom>
            <a:solidFill>
              <a:srgbClr val="0B0B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4166" y="2753842"/>
            <a:ext cx="13570267" cy="3183149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3167841" y="5779928"/>
            <a:ext cx="156845" cy="367665"/>
          </a:xfrm>
          <a:custGeom>
            <a:avLst/>
            <a:gdLst/>
            <a:ahLst/>
            <a:cxnLst/>
            <a:rect l="l" t="t" r="r" b="b"/>
            <a:pathLst>
              <a:path w="156845" h="367664">
                <a:moveTo>
                  <a:pt x="156258" y="292688"/>
                </a:moveTo>
                <a:lnTo>
                  <a:pt x="156258" y="286059"/>
                </a:lnTo>
                <a:lnTo>
                  <a:pt x="148080" y="277880"/>
                </a:lnTo>
                <a:lnTo>
                  <a:pt x="141450" y="277880"/>
                </a:lnTo>
                <a:lnTo>
                  <a:pt x="78129" y="341202"/>
                </a:lnTo>
                <a:lnTo>
                  <a:pt x="14807" y="277880"/>
                </a:lnTo>
                <a:lnTo>
                  <a:pt x="8177" y="277880"/>
                </a:lnTo>
                <a:lnTo>
                  <a:pt x="0" y="286059"/>
                </a:lnTo>
                <a:lnTo>
                  <a:pt x="0" y="292688"/>
                </a:lnTo>
                <a:lnTo>
                  <a:pt x="67658" y="360348"/>
                </a:lnTo>
                <a:lnTo>
                  <a:pt x="67658" y="356010"/>
                </a:lnTo>
                <a:lnTo>
                  <a:pt x="88600" y="356010"/>
                </a:lnTo>
                <a:lnTo>
                  <a:pt x="88600" y="360346"/>
                </a:lnTo>
                <a:lnTo>
                  <a:pt x="156258" y="292688"/>
                </a:lnTo>
                <a:close/>
              </a:path>
              <a:path w="156845" h="367664">
                <a:moveTo>
                  <a:pt x="88600" y="330731"/>
                </a:moveTo>
                <a:lnTo>
                  <a:pt x="88600" y="0"/>
                </a:lnTo>
                <a:lnTo>
                  <a:pt x="67658" y="0"/>
                </a:lnTo>
                <a:lnTo>
                  <a:pt x="67658" y="330731"/>
                </a:lnTo>
                <a:lnTo>
                  <a:pt x="78129" y="341202"/>
                </a:lnTo>
                <a:lnTo>
                  <a:pt x="88600" y="330731"/>
                </a:lnTo>
                <a:close/>
              </a:path>
              <a:path w="156845" h="367664">
                <a:moveTo>
                  <a:pt x="88600" y="360346"/>
                </a:moveTo>
                <a:lnTo>
                  <a:pt x="88600" y="356010"/>
                </a:lnTo>
                <a:lnTo>
                  <a:pt x="67658" y="356010"/>
                </a:lnTo>
                <a:lnTo>
                  <a:pt x="67658" y="360348"/>
                </a:lnTo>
                <a:lnTo>
                  <a:pt x="74814" y="367502"/>
                </a:lnTo>
                <a:lnTo>
                  <a:pt x="81443" y="367502"/>
                </a:lnTo>
                <a:lnTo>
                  <a:pt x="88600" y="3603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3417" y="6258971"/>
            <a:ext cx="4047490" cy="822325"/>
          </a:xfrm>
          <a:custGeom>
            <a:avLst/>
            <a:gdLst/>
            <a:ahLst/>
            <a:cxnLst/>
            <a:rect l="l" t="t" r="r" b="b"/>
            <a:pathLst>
              <a:path w="4047490" h="822325">
                <a:moveTo>
                  <a:pt x="159681" y="0"/>
                </a:moveTo>
                <a:lnTo>
                  <a:pt x="109209" y="8140"/>
                </a:lnTo>
                <a:lnTo>
                  <a:pt x="65375" y="30809"/>
                </a:lnTo>
                <a:lnTo>
                  <a:pt x="30809" y="65375"/>
                </a:lnTo>
                <a:lnTo>
                  <a:pt x="8140" y="109209"/>
                </a:lnTo>
                <a:lnTo>
                  <a:pt x="0" y="159681"/>
                </a:lnTo>
                <a:lnTo>
                  <a:pt x="0" y="662283"/>
                </a:lnTo>
                <a:lnTo>
                  <a:pt x="8140" y="712755"/>
                </a:lnTo>
                <a:lnTo>
                  <a:pt x="30809" y="756589"/>
                </a:lnTo>
                <a:lnTo>
                  <a:pt x="65375" y="791155"/>
                </a:lnTo>
                <a:lnTo>
                  <a:pt x="109209" y="813823"/>
                </a:lnTo>
                <a:lnTo>
                  <a:pt x="159681" y="821964"/>
                </a:lnTo>
                <a:lnTo>
                  <a:pt x="159681" y="795787"/>
                </a:lnTo>
                <a:lnTo>
                  <a:pt x="117483" y="788981"/>
                </a:lnTo>
                <a:lnTo>
                  <a:pt x="80835" y="770028"/>
                </a:lnTo>
                <a:lnTo>
                  <a:pt x="51935" y="741129"/>
                </a:lnTo>
                <a:lnTo>
                  <a:pt x="32983" y="704481"/>
                </a:lnTo>
                <a:lnTo>
                  <a:pt x="26177" y="662283"/>
                </a:lnTo>
                <a:lnTo>
                  <a:pt x="26177" y="159681"/>
                </a:lnTo>
                <a:lnTo>
                  <a:pt x="32983" y="117483"/>
                </a:lnTo>
                <a:lnTo>
                  <a:pt x="51935" y="80835"/>
                </a:lnTo>
                <a:lnTo>
                  <a:pt x="80835" y="51935"/>
                </a:lnTo>
                <a:lnTo>
                  <a:pt x="117483" y="32983"/>
                </a:lnTo>
                <a:lnTo>
                  <a:pt x="159681" y="26177"/>
                </a:lnTo>
                <a:lnTo>
                  <a:pt x="159681" y="0"/>
                </a:lnTo>
                <a:close/>
              </a:path>
              <a:path w="4047490" h="822325">
                <a:moveTo>
                  <a:pt x="3887316" y="795787"/>
                </a:moveTo>
                <a:lnTo>
                  <a:pt x="159681" y="795787"/>
                </a:lnTo>
                <a:lnTo>
                  <a:pt x="159681" y="821964"/>
                </a:lnTo>
                <a:lnTo>
                  <a:pt x="3887316" y="821964"/>
                </a:lnTo>
                <a:lnTo>
                  <a:pt x="3887316" y="795787"/>
                </a:lnTo>
                <a:close/>
              </a:path>
              <a:path w="4047490" h="822325">
                <a:moveTo>
                  <a:pt x="3887316" y="0"/>
                </a:moveTo>
                <a:lnTo>
                  <a:pt x="3887316" y="26177"/>
                </a:lnTo>
                <a:lnTo>
                  <a:pt x="3929515" y="32983"/>
                </a:lnTo>
                <a:lnTo>
                  <a:pt x="3966163" y="51935"/>
                </a:lnTo>
                <a:lnTo>
                  <a:pt x="3995062" y="80835"/>
                </a:lnTo>
                <a:lnTo>
                  <a:pt x="4014014" y="117483"/>
                </a:lnTo>
                <a:lnTo>
                  <a:pt x="4020819" y="159681"/>
                </a:lnTo>
                <a:lnTo>
                  <a:pt x="4020819" y="662283"/>
                </a:lnTo>
                <a:lnTo>
                  <a:pt x="4014014" y="704481"/>
                </a:lnTo>
                <a:lnTo>
                  <a:pt x="3995062" y="741129"/>
                </a:lnTo>
                <a:lnTo>
                  <a:pt x="3966163" y="770028"/>
                </a:lnTo>
                <a:lnTo>
                  <a:pt x="3929515" y="788981"/>
                </a:lnTo>
                <a:lnTo>
                  <a:pt x="3887316" y="795787"/>
                </a:lnTo>
                <a:lnTo>
                  <a:pt x="3887316" y="821964"/>
                </a:lnTo>
                <a:lnTo>
                  <a:pt x="3937786" y="813823"/>
                </a:lnTo>
                <a:lnTo>
                  <a:pt x="3981620" y="791155"/>
                </a:lnTo>
                <a:lnTo>
                  <a:pt x="4016186" y="756589"/>
                </a:lnTo>
                <a:lnTo>
                  <a:pt x="4038856" y="712755"/>
                </a:lnTo>
                <a:lnTo>
                  <a:pt x="4046997" y="662283"/>
                </a:lnTo>
                <a:lnTo>
                  <a:pt x="4046997" y="159681"/>
                </a:lnTo>
                <a:lnTo>
                  <a:pt x="4038856" y="109209"/>
                </a:lnTo>
                <a:lnTo>
                  <a:pt x="4016186" y="65375"/>
                </a:lnTo>
                <a:lnTo>
                  <a:pt x="3981620" y="30809"/>
                </a:lnTo>
                <a:lnTo>
                  <a:pt x="3937786" y="8140"/>
                </a:lnTo>
                <a:lnTo>
                  <a:pt x="3887316" y="0"/>
                </a:lnTo>
                <a:close/>
              </a:path>
              <a:path w="4047490" h="822325">
                <a:moveTo>
                  <a:pt x="3887316" y="0"/>
                </a:moveTo>
                <a:lnTo>
                  <a:pt x="159681" y="0"/>
                </a:lnTo>
                <a:lnTo>
                  <a:pt x="159681" y="26177"/>
                </a:lnTo>
                <a:lnTo>
                  <a:pt x="3887316" y="26177"/>
                </a:lnTo>
                <a:lnTo>
                  <a:pt x="3887316" y="0"/>
                </a:lnTo>
                <a:close/>
              </a:path>
            </a:pathLst>
          </a:custGeom>
          <a:solidFill>
            <a:srgbClr val="1BAF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59604" y="6552166"/>
            <a:ext cx="1176020" cy="244475"/>
          </a:xfrm>
          <a:custGeom>
            <a:avLst/>
            <a:gdLst/>
            <a:ahLst/>
            <a:cxnLst/>
            <a:rect l="l" t="t" r="r" b="b"/>
            <a:pathLst>
              <a:path w="1176020" h="244475">
                <a:moveTo>
                  <a:pt x="96687" y="195072"/>
                </a:moveTo>
                <a:lnTo>
                  <a:pt x="0" y="195072"/>
                </a:lnTo>
                <a:lnTo>
                  <a:pt x="0" y="221364"/>
                </a:lnTo>
                <a:lnTo>
                  <a:pt x="225039" y="221364"/>
                </a:lnTo>
                <a:lnTo>
                  <a:pt x="225039" y="208925"/>
                </a:lnTo>
                <a:lnTo>
                  <a:pt x="96687" y="208925"/>
                </a:lnTo>
                <a:lnTo>
                  <a:pt x="96687" y="195072"/>
                </a:lnTo>
                <a:close/>
              </a:path>
              <a:path w="1176020" h="244475">
                <a:moveTo>
                  <a:pt x="128351" y="136268"/>
                </a:moveTo>
                <a:lnTo>
                  <a:pt x="96687" y="136268"/>
                </a:lnTo>
                <a:lnTo>
                  <a:pt x="96687" y="208925"/>
                </a:lnTo>
                <a:lnTo>
                  <a:pt x="128351" y="208925"/>
                </a:lnTo>
                <a:lnTo>
                  <a:pt x="128351" y="136268"/>
                </a:lnTo>
                <a:close/>
              </a:path>
              <a:path w="1176020" h="244475">
                <a:moveTo>
                  <a:pt x="225039" y="195072"/>
                </a:moveTo>
                <a:lnTo>
                  <a:pt x="128351" y="195072"/>
                </a:lnTo>
                <a:lnTo>
                  <a:pt x="128351" y="208925"/>
                </a:lnTo>
                <a:lnTo>
                  <a:pt x="225039" y="208925"/>
                </a:lnTo>
                <a:lnTo>
                  <a:pt x="225039" y="195072"/>
                </a:lnTo>
                <a:close/>
              </a:path>
              <a:path w="1176020" h="244475">
                <a:moveTo>
                  <a:pt x="197333" y="18376"/>
                </a:moveTo>
                <a:lnTo>
                  <a:pt x="27705" y="18376"/>
                </a:lnTo>
                <a:lnTo>
                  <a:pt x="27705" y="44103"/>
                </a:lnTo>
                <a:lnTo>
                  <a:pt x="165669" y="44103"/>
                </a:lnTo>
                <a:lnTo>
                  <a:pt x="165669" y="72657"/>
                </a:lnTo>
                <a:lnTo>
                  <a:pt x="27705" y="72657"/>
                </a:lnTo>
                <a:lnTo>
                  <a:pt x="27705" y="153796"/>
                </a:lnTo>
                <a:lnTo>
                  <a:pt x="96687" y="153796"/>
                </a:lnTo>
                <a:lnTo>
                  <a:pt x="96687" y="136268"/>
                </a:lnTo>
                <a:lnTo>
                  <a:pt x="202988" y="136268"/>
                </a:lnTo>
                <a:lnTo>
                  <a:pt x="202988" y="128069"/>
                </a:lnTo>
                <a:lnTo>
                  <a:pt x="59369" y="128069"/>
                </a:lnTo>
                <a:lnTo>
                  <a:pt x="59369" y="97536"/>
                </a:lnTo>
                <a:lnTo>
                  <a:pt x="197333" y="97536"/>
                </a:lnTo>
                <a:lnTo>
                  <a:pt x="197333" y="18376"/>
                </a:lnTo>
                <a:close/>
              </a:path>
              <a:path w="1176020" h="244475">
                <a:moveTo>
                  <a:pt x="202988" y="136268"/>
                </a:moveTo>
                <a:lnTo>
                  <a:pt x="128351" y="136268"/>
                </a:lnTo>
                <a:lnTo>
                  <a:pt x="128351" y="153796"/>
                </a:lnTo>
                <a:lnTo>
                  <a:pt x="202988" y="153796"/>
                </a:lnTo>
                <a:lnTo>
                  <a:pt x="202988" y="136268"/>
                </a:lnTo>
                <a:close/>
              </a:path>
              <a:path w="1176020" h="244475">
                <a:moveTo>
                  <a:pt x="467169" y="195072"/>
                </a:moveTo>
                <a:lnTo>
                  <a:pt x="242129" y="195072"/>
                </a:lnTo>
                <a:lnTo>
                  <a:pt x="242129" y="221364"/>
                </a:lnTo>
                <a:lnTo>
                  <a:pt x="467169" y="221364"/>
                </a:lnTo>
                <a:lnTo>
                  <a:pt x="467169" y="195072"/>
                </a:lnTo>
                <a:close/>
              </a:path>
              <a:path w="1176020" h="244475">
                <a:moveTo>
                  <a:pt x="438050" y="21768"/>
                </a:moveTo>
                <a:lnTo>
                  <a:pt x="267856" y="21768"/>
                </a:lnTo>
                <a:lnTo>
                  <a:pt x="267856" y="145597"/>
                </a:lnTo>
                <a:lnTo>
                  <a:pt x="442290" y="145597"/>
                </a:lnTo>
                <a:lnTo>
                  <a:pt x="442290" y="119305"/>
                </a:lnTo>
                <a:lnTo>
                  <a:pt x="299520" y="119305"/>
                </a:lnTo>
                <a:lnTo>
                  <a:pt x="299520" y="47778"/>
                </a:lnTo>
                <a:lnTo>
                  <a:pt x="438050" y="47778"/>
                </a:lnTo>
                <a:lnTo>
                  <a:pt x="438050" y="21768"/>
                </a:lnTo>
                <a:close/>
              </a:path>
              <a:path w="1176020" h="244475">
                <a:moveTo>
                  <a:pt x="698837" y="139660"/>
                </a:moveTo>
                <a:lnTo>
                  <a:pt x="535429" y="139660"/>
                </a:lnTo>
                <a:lnTo>
                  <a:pt x="535429" y="164256"/>
                </a:lnTo>
                <a:lnTo>
                  <a:pt x="666891" y="164256"/>
                </a:lnTo>
                <a:lnTo>
                  <a:pt x="666891" y="179806"/>
                </a:lnTo>
                <a:lnTo>
                  <a:pt x="535146" y="179806"/>
                </a:lnTo>
                <a:lnTo>
                  <a:pt x="535146" y="242851"/>
                </a:lnTo>
                <a:lnTo>
                  <a:pt x="708450" y="242851"/>
                </a:lnTo>
                <a:lnTo>
                  <a:pt x="708450" y="218255"/>
                </a:lnTo>
                <a:lnTo>
                  <a:pt x="566810" y="218255"/>
                </a:lnTo>
                <a:lnTo>
                  <a:pt x="566810" y="202705"/>
                </a:lnTo>
                <a:lnTo>
                  <a:pt x="698837" y="202705"/>
                </a:lnTo>
                <a:lnTo>
                  <a:pt x="698837" y="139660"/>
                </a:lnTo>
                <a:close/>
              </a:path>
              <a:path w="1176020" h="244475">
                <a:moveTo>
                  <a:pt x="698837" y="848"/>
                </a:moveTo>
                <a:lnTo>
                  <a:pt x="668304" y="848"/>
                </a:lnTo>
                <a:lnTo>
                  <a:pt x="668304" y="129200"/>
                </a:lnTo>
                <a:lnTo>
                  <a:pt x="698837" y="129200"/>
                </a:lnTo>
                <a:lnTo>
                  <a:pt x="698837" y="77463"/>
                </a:lnTo>
                <a:lnTo>
                  <a:pt x="681592" y="77463"/>
                </a:lnTo>
                <a:lnTo>
                  <a:pt x="681592" y="51453"/>
                </a:lnTo>
                <a:lnTo>
                  <a:pt x="698837" y="51453"/>
                </a:lnTo>
                <a:lnTo>
                  <a:pt x="698837" y="848"/>
                </a:lnTo>
                <a:close/>
              </a:path>
              <a:path w="1176020" h="244475">
                <a:moveTo>
                  <a:pt x="643426" y="3957"/>
                </a:moveTo>
                <a:lnTo>
                  <a:pt x="613741" y="3957"/>
                </a:lnTo>
                <a:lnTo>
                  <a:pt x="613741" y="128634"/>
                </a:lnTo>
                <a:lnTo>
                  <a:pt x="643426" y="128634"/>
                </a:lnTo>
                <a:lnTo>
                  <a:pt x="643426" y="77463"/>
                </a:lnTo>
                <a:lnTo>
                  <a:pt x="626180" y="77463"/>
                </a:lnTo>
                <a:lnTo>
                  <a:pt x="626180" y="51453"/>
                </a:lnTo>
                <a:lnTo>
                  <a:pt x="643426" y="51453"/>
                </a:lnTo>
                <a:lnTo>
                  <a:pt x="643426" y="3957"/>
                </a:lnTo>
                <a:close/>
              </a:path>
              <a:path w="1176020" h="244475">
                <a:moveTo>
                  <a:pt x="643426" y="51453"/>
                </a:moveTo>
                <a:lnTo>
                  <a:pt x="626180" y="51453"/>
                </a:lnTo>
                <a:lnTo>
                  <a:pt x="626180" y="77463"/>
                </a:lnTo>
                <a:lnTo>
                  <a:pt x="643426" y="77463"/>
                </a:lnTo>
                <a:lnTo>
                  <a:pt x="643426" y="51453"/>
                </a:lnTo>
                <a:close/>
              </a:path>
              <a:path w="1176020" h="244475">
                <a:moveTo>
                  <a:pt x="668304" y="51453"/>
                </a:moveTo>
                <a:lnTo>
                  <a:pt x="643426" y="51453"/>
                </a:lnTo>
                <a:lnTo>
                  <a:pt x="643426" y="77463"/>
                </a:lnTo>
                <a:lnTo>
                  <a:pt x="668304" y="77463"/>
                </a:lnTo>
                <a:lnTo>
                  <a:pt x="668304" y="51453"/>
                </a:lnTo>
                <a:close/>
              </a:path>
              <a:path w="1176020" h="244475">
                <a:moveTo>
                  <a:pt x="698837" y="51453"/>
                </a:moveTo>
                <a:lnTo>
                  <a:pt x="681592" y="51453"/>
                </a:lnTo>
                <a:lnTo>
                  <a:pt x="681592" y="77463"/>
                </a:lnTo>
                <a:lnTo>
                  <a:pt x="698837" y="77463"/>
                </a:lnTo>
                <a:lnTo>
                  <a:pt x="698837" y="51453"/>
                </a:lnTo>
                <a:close/>
              </a:path>
              <a:path w="1176020" h="244475">
                <a:moveTo>
                  <a:pt x="525817" y="12439"/>
                </a:moveTo>
                <a:lnTo>
                  <a:pt x="494718" y="12439"/>
                </a:lnTo>
                <a:lnTo>
                  <a:pt x="494718" y="118174"/>
                </a:lnTo>
                <a:lnTo>
                  <a:pt x="592820" y="118174"/>
                </a:lnTo>
                <a:lnTo>
                  <a:pt x="592820" y="93295"/>
                </a:lnTo>
                <a:lnTo>
                  <a:pt x="525817" y="93295"/>
                </a:lnTo>
                <a:lnTo>
                  <a:pt x="525817" y="65306"/>
                </a:lnTo>
                <a:lnTo>
                  <a:pt x="501220" y="65306"/>
                </a:lnTo>
                <a:lnTo>
                  <a:pt x="501220" y="40428"/>
                </a:lnTo>
                <a:lnTo>
                  <a:pt x="525817" y="40428"/>
                </a:lnTo>
                <a:lnTo>
                  <a:pt x="525817" y="12439"/>
                </a:lnTo>
                <a:close/>
              </a:path>
              <a:path w="1176020" h="244475">
                <a:moveTo>
                  <a:pt x="592820" y="12439"/>
                </a:moveTo>
                <a:lnTo>
                  <a:pt x="562004" y="12439"/>
                </a:lnTo>
                <a:lnTo>
                  <a:pt x="562004" y="93295"/>
                </a:lnTo>
                <a:lnTo>
                  <a:pt x="592820" y="93295"/>
                </a:lnTo>
                <a:lnTo>
                  <a:pt x="592820" y="65306"/>
                </a:lnTo>
                <a:lnTo>
                  <a:pt x="587165" y="65306"/>
                </a:lnTo>
                <a:lnTo>
                  <a:pt x="587165" y="40428"/>
                </a:lnTo>
                <a:lnTo>
                  <a:pt x="592820" y="40428"/>
                </a:lnTo>
                <a:lnTo>
                  <a:pt x="592820" y="12439"/>
                </a:lnTo>
                <a:close/>
              </a:path>
              <a:path w="1176020" h="244475">
                <a:moveTo>
                  <a:pt x="525817" y="40428"/>
                </a:moveTo>
                <a:lnTo>
                  <a:pt x="501220" y="40428"/>
                </a:lnTo>
                <a:lnTo>
                  <a:pt x="501220" y="65306"/>
                </a:lnTo>
                <a:lnTo>
                  <a:pt x="525817" y="65306"/>
                </a:lnTo>
                <a:lnTo>
                  <a:pt x="525817" y="40428"/>
                </a:lnTo>
                <a:close/>
              </a:path>
              <a:path w="1176020" h="244475">
                <a:moveTo>
                  <a:pt x="562004" y="40428"/>
                </a:moveTo>
                <a:lnTo>
                  <a:pt x="525817" y="40428"/>
                </a:lnTo>
                <a:lnTo>
                  <a:pt x="525817" y="65306"/>
                </a:lnTo>
                <a:lnTo>
                  <a:pt x="562004" y="65306"/>
                </a:lnTo>
                <a:lnTo>
                  <a:pt x="562004" y="40428"/>
                </a:lnTo>
                <a:close/>
              </a:path>
              <a:path w="1176020" h="244475">
                <a:moveTo>
                  <a:pt x="592820" y="40428"/>
                </a:moveTo>
                <a:lnTo>
                  <a:pt x="587165" y="40428"/>
                </a:lnTo>
                <a:lnTo>
                  <a:pt x="587165" y="65306"/>
                </a:lnTo>
                <a:lnTo>
                  <a:pt x="592820" y="65306"/>
                </a:lnTo>
                <a:lnTo>
                  <a:pt x="592820" y="40428"/>
                </a:lnTo>
                <a:close/>
              </a:path>
              <a:path w="1176020" h="244475">
                <a:moveTo>
                  <a:pt x="802154" y="164539"/>
                </a:moveTo>
                <a:lnTo>
                  <a:pt x="770207" y="164539"/>
                </a:lnTo>
                <a:lnTo>
                  <a:pt x="770207" y="242568"/>
                </a:lnTo>
                <a:lnTo>
                  <a:pt x="939553" y="242568"/>
                </a:lnTo>
                <a:lnTo>
                  <a:pt x="939553" y="216558"/>
                </a:lnTo>
                <a:lnTo>
                  <a:pt x="802154" y="216558"/>
                </a:lnTo>
                <a:lnTo>
                  <a:pt x="802154" y="164539"/>
                </a:lnTo>
                <a:close/>
              </a:path>
              <a:path w="1176020" h="244475">
                <a:moveTo>
                  <a:pt x="933616" y="0"/>
                </a:moveTo>
                <a:lnTo>
                  <a:pt x="901952" y="0"/>
                </a:lnTo>
                <a:lnTo>
                  <a:pt x="901952" y="178957"/>
                </a:lnTo>
                <a:lnTo>
                  <a:pt x="933616" y="178957"/>
                </a:lnTo>
                <a:lnTo>
                  <a:pt x="933616" y="86793"/>
                </a:lnTo>
                <a:lnTo>
                  <a:pt x="918066" y="86793"/>
                </a:lnTo>
                <a:lnTo>
                  <a:pt x="918066" y="60783"/>
                </a:lnTo>
                <a:lnTo>
                  <a:pt x="933616" y="60783"/>
                </a:lnTo>
                <a:lnTo>
                  <a:pt x="933616" y="0"/>
                </a:lnTo>
                <a:close/>
              </a:path>
              <a:path w="1176020" h="244475">
                <a:moveTo>
                  <a:pt x="847671" y="16397"/>
                </a:moveTo>
                <a:lnTo>
                  <a:pt x="735999" y="16397"/>
                </a:lnTo>
                <a:lnTo>
                  <a:pt x="735999" y="41841"/>
                </a:lnTo>
                <a:lnTo>
                  <a:pt x="816007" y="41841"/>
                </a:lnTo>
                <a:lnTo>
                  <a:pt x="816007" y="67285"/>
                </a:lnTo>
                <a:lnTo>
                  <a:pt x="736847" y="67285"/>
                </a:lnTo>
                <a:lnTo>
                  <a:pt x="736847" y="146728"/>
                </a:lnTo>
                <a:lnTo>
                  <a:pt x="786039" y="146728"/>
                </a:lnTo>
                <a:lnTo>
                  <a:pt x="800245" y="146516"/>
                </a:lnTo>
                <a:lnTo>
                  <a:pt x="842599" y="144290"/>
                </a:lnTo>
                <a:lnTo>
                  <a:pt x="872832" y="141074"/>
                </a:lnTo>
                <a:lnTo>
                  <a:pt x="870609" y="121284"/>
                </a:lnTo>
                <a:lnTo>
                  <a:pt x="768228" y="121284"/>
                </a:lnTo>
                <a:lnTo>
                  <a:pt x="768228" y="92447"/>
                </a:lnTo>
                <a:lnTo>
                  <a:pt x="847671" y="92447"/>
                </a:lnTo>
                <a:lnTo>
                  <a:pt x="847671" y="16397"/>
                </a:lnTo>
                <a:close/>
              </a:path>
              <a:path w="1176020" h="244475">
                <a:moveTo>
                  <a:pt x="870005" y="115912"/>
                </a:moveTo>
                <a:lnTo>
                  <a:pt x="834100" y="119587"/>
                </a:lnTo>
                <a:lnTo>
                  <a:pt x="823499" y="120330"/>
                </a:lnTo>
                <a:lnTo>
                  <a:pt x="811766" y="120860"/>
                </a:lnTo>
                <a:lnTo>
                  <a:pt x="794615" y="121284"/>
                </a:lnTo>
                <a:lnTo>
                  <a:pt x="870609" y="121284"/>
                </a:lnTo>
                <a:lnTo>
                  <a:pt x="870005" y="115912"/>
                </a:lnTo>
                <a:close/>
              </a:path>
              <a:path w="1176020" h="244475">
                <a:moveTo>
                  <a:pt x="901952" y="60783"/>
                </a:moveTo>
                <a:lnTo>
                  <a:pt x="860958" y="60783"/>
                </a:lnTo>
                <a:lnTo>
                  <a:pt x="860958" y="86793"/>
                </a:lnTo>
                <a:lnTo>
                  <a:pt x="901952" y="86793"/>
                </a:lnTo>
                <a:lnTo>
                  <a:pt x="901952" y="60783"/>
                </a:lnTo>
                <a:close/>
              </a:path>
              <a:path w="1176020" h="244475">
                <a:moveTo>
                  <a:pt x="933616" y="60783"/>
                </a:moveTo>
                <a:lnTo>
                  <a:pt x="918066" y="60783"/>
                </a:lnTo>
                <a:lnTo>
                  <a:pt x="918066" y="86793"/>
                </a:lnTo>
                <a:lnTo>
                  <a:pt x="933616" y="86793"/>
                </a:lnTo>
                <a:lnTo>
                  <a:pt x="933616" y="60783"/>
                </a:lnTo>
                <a:close/>
              </a:path>
              <a:path w="1176020" h="244475">
                <a:moveTo>
                  <a:pt x="1175462" y="0"/>
                </a:moveTo>
                <a:lnTo>
                  <a:pt x="1143798" y="0"/>
                </a:lnTo>
                <a:lnTo>
                  <a:pt x="1143798" y="244264"/>
                </a:lnTo>
                <a:lnTo>
                  <a:pt x="1175462" y="244264"/>
                </a:lnTo>
                <a:lnTo>
                  <a:pt x="1175462" y="104604"/>
                </a:lnTo>
                <a:lnTo>
                  <a:pt x="1158499" y="104604"/>
                </a:lnTo>
                <a:lnTo>
                  <a:pt x="1158499" y="78877"/>
                </a:lnTo>
                <a:lnTo>
                  <a:pt x="1175462" y="78877"/>
                </a:lnTo>
                <a:lnTo>
                  <a:pt x="1175462" y="0"/>
                </a:lnTo>
                <a:close/>
              </a:path>
              <a:path w="1176020" h="244475">
                <a:moveTo>
                  <a:pt x="1057853" y="20638"/>
                </a:moveTo>
                <a:lnTo>
                  <a:pt x="1026189" y="20638"/>
                </a:lnTo>
                <a:lnTo>
                  <a:pt x="1026189" y="63610"/>
                </a:lnTo>
                <a:lnTo>
                  <a:pt x="1025862" y="73205"/>
                </a:lnTo>
                <a:lnTo>
                  <a:pt x="1013467" y="117962"/>
                </a:lnTo>
                <a:lnTo>
                  <a:pt x="986185" y="153160"/>
                </a:lnTo>
                <a:lnTo>
                  <a:pt x="964840" y="172738"/>
                </a:lnTo>
                <a:lnTo>
                  <a:pt x="985195" y="195355"/>
                </a:lnTo>
                <a:lnTo>
                  <a:pt x="1015446" y="164539"/>
                </a:lnTo>
                <a:lnTo>
                  <a:pt x="1036084" y="132310"/>
                </a:lnTo>
                <a:lnTo>
                  <a:pt x="1041837" y="118899"/>
                </a:lnTo>
                <a:lnTo>
                  <a:pt x="1039688" y="113014"/>
                </a:lnTo>
                <a:lnTo>
                  <a:pt x="1036825" y="103579"/>
                </a:lnTo>
                <a:lnTo>
                  <a:pt x="1036702" y="103172"/>
                </a:lnTo>
                <a:lnTo>
                  <a:pt x="1034105" y="92730"/>
                </a:lnTo>
                <a:lnTo>
                  <a:pt x="1061225" y="92730"/>
                </a:lnTo>
                <a:lnTo>
                  <a:pt x="1060874" y="91440"/>
                </a:lnTo>
                <a:lnTo>
                  <a:pt x="1059288" y="82976"/>
                </a:lnTo>
                <a:lnTo>
                  <a:pt x="1059196" y="82481"/>
                </a:lnTo>
                <a:lnTo>
                  <a:pt x="1058217" y="73470"/>
                </a:lnTo>
                <a:lnTo>
                  <a:pt x="1058188" y="73205"/>
                </a:lnTo>
                <a:lnTo>
                  <a:pt x="1057853" y="63610"/>
                </a:lnTo>
                <a:lnTo>
                  <a:pt x="1057853" y="20638"/>
                </a:lnTo>
                <a:close/>
              </a:path>
              <a:path w="1176020" h="244475">
                <a:moveTo>
                  <a:pt x="1061225" y="92730"/>
                </a:moveTo>
                <a:lnTo>
                  <a:pt x="1049937" y="92730"/>
                </a:lnTo>
                <a:lnTo>
                  <a:pt x="1047164" y="103172"/>
                </a:lnTo>
                <a:lnTo>
                  <a:pt x="1047057" y="103579"/>
                </a:lnTo>
                <a:lnTo>
                  <a:pt x="1043788" y="113792"/>
                </a:lnTo>
                <a:lnTo>
                  <a:pt x="1041837" y="118899"/>
                </a:lnTo>
                <a:lnTo>
                  <a:pt x="1043063" y="122256"/>
                </a:lnTo>
                <a:lnTo>
                  <a:pt x="1046827" y="130896"/>
                </a:lnTo>
                <a:lnTo>
                  <a:pt x="1074179" y="170140"/>
                </a:lnTo>
                <a:lnTo>
                  <a:pt x="1098564" y="193941"/>
                </a:lnTo>
                <a:lnTo>
                  <a:pt x="1118919" y="171324"/>
                </a:lnTo>
                <a:lnTo>
                  <a:pt x="1107699" y="161482"/>
                </a:lnTo>
                <a:lnTo>
                  <a:pt x="1097786" y="152029"/>
                </a:lnTo>
                <a:lnTo>
                  <a:pt x="1070575" y="117114"/>
                </a:lnTo>
                <a:lnTo>
                  <a:pt x="1063224" y="100080"/>
                </a:lnTo>
                <a:lnTo>
                  <a:pt x="1061225" y="92730"/>
                </a:lnTo>
                <a:close/>
              </a:path>
              <a:path w="1176020" h="244475">
                <a:moveTo>
                  <a:pt x="1049937" y="92730"/>
                </a:moveTo>
                <a:lnTo>
                  <a:pt x="1034105" y="92730"/>
                </a:lnTo>
                <a:lnTo>
                  <a:pt x="1036702" y="103172"/>
                </a:lnTo>
                <a:lnTo>
                  <a:pt x="1039688" y="113014"/>
                </a:lnTo>
                <a:lnTo>
                  <a:pt x="1041837" y="118899"/>
                </a:lnTo>
                <a:lnTo>
                  <a:pt x="1043788" y="113792"/>
                </a:lnTo>
                <a:lnTo>
                  <a:pt x="1047057" y="103579"/>
                </a:lnTo>
                <a:lnTo>
                  <a:pt x="1049937" y="92730"/>
                </a:lnTo>
                <a:close/>
              </a:path>
              <a:path w="1176020" h="244475">
                <a:moveTo>
                  <a:pt x="1143798" y="78877"/>
                </a:moveTo>
                <a:lnTo>
                  <a:pt x="1090082" y="78877"/>
                </a:lnTo>
                <a:lnTo>
                  <a:pt x="1090082" y="104604"/>
                </a:lnTo>
                <a:lnTo>
                  <a:pt x="1143798" y="104604"/>
                </a:lnTo>
                <a:lnTo>
                  <a:pt x="1143798" y="78877"/>
                </a:lnTo>
                <a:close/>
              </a:path>
              <a:path w="1176020" h="244475">
                <a:moveTo>
                  <a:pt x="1175462" y="78877"/>
                </a:moveTo>
                <a:lnTo>
                  <a:pt x="1158499" y="78877"/>
                </a:lnTo>
                <a:lnTo>
                  <a:pt x="1158499" y="104604"/>
                </a:lnTo>
                <a:lnTo>
                  <a:pt x="1175462" y="104604"/>
                </a:lnTo>
                <a:lnTo>
                  <a:pt x="1175462" y="78877"/>
                </a:lnTo>
                <a:close/>
              </a:path>
            </a:pathLst>
          </a:custGeom>
          <a:solidFill>
            <a:srgbClr val="0B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67841" y="7203968"/>
            <a:ext cx="156845" cy="367665"/>
          </a:xfrm>
          <a:custGeom>
            <a:avLst/>
            <a:gdLst/>
            <a:ahLst/>
            <a:cxnLst/>
            <a:rect l="l" t="t" r="r" b="b"/>
            <a:pathLst>
              <a:path w="156845" h="367665">
                <a:moveTo>
                  <a:pt x="156258" y="292688"/>
                </a:moveTo>
                <a:lnTo>
                  <a:pt x="156258" y="286059"/>
                </a:lnTo>
                <a:lnTo>
                  <a:pt x="148080" y="277880"/>
                </a:lnTo>
                <a:lnTo>
                  <a:pt x="141450" y="277880"/>
                </a:lnTo>
                <a:lnTo>
                  <a:pt x="78129" y="341202"/>
                </a:lnTo>
                <a:lnTo>
                  <a:pt x="14807" y="277880"/>
                </a:lnTo>
                <a:lnTo>
                  <a:pt x="8177" y="277880"/>
                </a:lnTo>
                <a:lnTo>
                  <a:pt x="0" y="286059"/>
                </a:lnTo>
                <a:lnTo>
                  <a:pt x="0" y="292688"/>
                </a:lnTo>
                <a:lnTo>
                  <a:pt x="67658" y="360348"/>
                </a:lnTo>
                <a:lnTo>
                  <a:pt x="67658" y="356010"/>
                </a:lnTo>
                <a:lnTo>
                  <a:pt x="88600" y="356010"/>
                </a:lnTo>
                <a:lnTo>
                  <a:pt x="88600" y="360346"/>
                </a:lnTo>
                <a:lnTo>
                  <a:pt x="156258" y="292688"/>
                </a:lnTo>
                <a:close/>
              </a:path>
              <a:path w="156845" h="367665">
                <a:moveTo>
                  <a:pt x="88600" y="330731"/>
                </a:moveTo>
                <a:lnTo>
                  <a:pt x="88600" y="0"/>
                </a:lnTo>
                <a:lnTo>
                  <a:pt x="67658" y="0"/>
                </a:lnTo>
                <a:lnTo>
                  <a:pt x="67658" y="330731"/>
                </a:lnTo>
                <a:lnTo>
                  <a:pt x="78129" y="341202"/>
                </a:lnTo>
                <a:lnTo>
                  <a:pt x="88600" y="330731"/>
                </a:lnTo>
                <a:close/>
              </a:path>
              <a:path w="156845" h="367665">
                <a:moveTo>
                  <a:pt x="88600" y="360346"/>
                </a:moveTo>
                <a:lnTo>
                  <a:pt x="88600" y="356010"/>
                </a:lnTo>
                <a:lnTo>
                  <a:pt x="67658" y="356010"/>
                </a:lnTo>
                <a:lnTo>
                  <a:pt x="67658" y="360348"/>
                </a:lnTo>
                <a:lnTo>
                  <a:pt x="74814" y="367502"/>
                </a:lnTo>
                <a:lnTo>
                  <a:pt x="81443" y="367502"/>
                </a:lnTo>
                <a:lnTo>
                  <a:pt x="88600" y="3603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22475" y="7683012"/>
            <a:ext cx="4047490" cy="822325"/>
          </a:xfrm>
          <a:custGeom>
            <a:avLst/>
            <a:gdLst/>
            <a:ahLst/>
            <a:cxnLst/>
            <a:rect l="l" t="t" r="r" b="b"/>
            <a:pathLst>
              <a:path w="4047490" h="822325">
                <a:moveTo>
                  <a:pt x="159681" y="0"/>
                </a:moveTo>
                <a:lnTo>
                  <a:pt x="109209" y="8140"/>
                </a:lnTo>
                <a:lnTo>
                  <a:pt x="65375" y="30809"/>
                </a:lnTo>
                <a:lnTo>
                  <a:pt x="30809" y="65375"/>
                </a:lnTo>
                <a:lnTo>
                  <a:pt x="8140" y="109209"/>
                </a:lnTo>
                <a:lnTo>
                  <a:pt x="0" y="159681"/>
                </a:lnTo>
                <a:lnTo>
                  <a:pt x="0" y="662283"/>
                </a:lnTo>
                <a:lnTo>
                  <a:pt x="8140" y="712755"/>
                </a:lnTo>
                <a:lnTo>
                  <a:pt x="30809" y="756589"/>
                </a:lnTo>
                <a:lnTo>
                  <a:pt x="65375" y="791155"/>
                </a:lnTo>
                <a:lnTo>
                  <a:pt x="109209" y="813823"/>
                </a:lnTo>
                <a:lnTo>
                  <a:pt x="159681" y="821964"/>
                </a:lnTo>
                <a:lnTo>
                  <a:pt x="159681" y="795787"/>
                </a:lnTo>
                <a:lnTo>
                  <a:pt x="117483" y="788981"/>
                </a:lnTo>
                <a:lnTo>
                  <a:pt x="80835" y="770028"/>
                </a:lnTo>
                <a:lnTo>
                  <a:pt x="51935" y="741129"/>
                </a:lnTo>
                <a:lnTo>
                  <a:pt x="32983" y="704481"/>
                </a:lnTo>
                <a:lnTo>
                  <a:pt x="26177" y="662283"/>
                </a:lnTo>
                <a:lnTo>
                  <a:pt x="26177" y="159681"/>
                </a:lnTo>
                <a:lnTo>
                  <a:pt x="32983" y="117483"/>
                </a:lnTo>
                <a:lnTo>
                  <a:pt x="51935" y="80835"/>
                </a:lnTo>
                <a:lnTo>
                  <a:pt x="80835" y="51935"/>
                </a:lnTo>
                <a:lnTo>
                  <a:pt x="117483" y="32983"/>
                </a:lnTo>
                <a:lnTo>
                  <a:pt x="159681" y="26177"/>
                </a:lnTo>
                <a:lnTo>
                  <a:pt x="159681" y="0"/>
                </a:lnTo>
                <a:close/>
              </a:path>
              <a:path w="4047490" h="822325">
                <a:moveTo>
                  <a:pt x="3887316" y="795787"/>
                </a:moveTo>
                <a:lnTo>
                  <a:pt x="159681" y="795787"/>
                </a:lnTo>
                <a:lnTo>
                  <a:pt x="159681" y="821964"/>
                </a:lnTo>
                <a:lnTo>
                  <a:pt x="3887316" y="821964"/>
                </a:lnTo>
                <a:lnTo>
                  <a:pt x="3887316" y="795787"/>
                </a:lnTo>
                <a:close/>
              </a:path>
              <a:path w="4047490" h="822325">
                <a:moveTo>
                  <a:pt x="3887316" y="0"/>
                </a:moveTo>
                <a:lnTo>
                  <a:pt x="3887316" y="26177"/>
                </a:lnTo>
                <a:lnTo>
                  <a:pt x="3929515" y="32983"/>
                </a:lnTo>
                <a:lnTo>
                  <a:pt x="3966163" y="51935"/>
                </a:lnTo>
                <a:lnTo>
                  <a:pt x="3995062" y="80835"/>
                </a:lnTo>
                <a:lnTo>
                  <a:pt x="4014014" y="117483"/>
                </a:lnTo>
                <a:lnTo>
                  <a:pt x="4020819" y="159681"/>
                </a:lnTo>
                <a:lnTo>
                  <a:pt x="4020819" y="662283"/>
                </a:lnTo>
                <a:lnTo>
                  <a:pt x="4014014" y="704481"/>
                </a:lnTo>
                <a:lnTo>
                  <a:pt x="3995062" y="741129"/>
                </a:lnTo>
                <a:lnTo>
                  <a:pt x="3966163" y="770028"/>
                </a:lnTo>
                <a:lnTo>
                  <a:pt x="3929515" y="788981"/>
                </a:lnTo>
                <a:lnTo>
                  <a:pt x="3887316" y="795787"/>
                </a:lnTo>
                <a:lnTo>
                  <a:pt x="3887316" y="821964"/>
                </a:lnTo>
                <a:lnTo>
                  <a:pt x="3937786" y="813823"/>
                </a:lnTo>
                <a:lnTo>
                  <a:pt x="3981620" y="791155"/>
                </a:lnTo>
                <a:lnTo>
                  <a:pt x="4016186" y="756589"/>
                </a:lnTo>
                <a:lnTo>
                  <a:pt x="4038856" y="712755"/>
                </a:lnTo>
                <a:lnTo>
                  <a:pt x="4046997" y="662283"/>
                </a:lnTo>
                <a:lnTo>
                  <a:pt x="4046997" y="159681"/>
                </a:lnTo>
                <a:lnTo>
                  <a:pt x="4038856" y="109209"/>
                </a:lnTo>
                <a:lnTo>
                  <a:pt x="4016186" y="65375"/>
                </a:lnTo>
                <a:lnTo>
                  <a:pt x="3981620" y="30809"/>
                </a:lnTo>
                <a:lnTo>
                  <a:pt x="3937786" y="8140"/>
                </a:lnTo>
                <a:lnTo>
                  <a:pt x="3887316" y="0"/>
                </a:lnTo>
                <a:close/>
              </a:path>
              <a:path w="4047490" h="822325">
                <a:moveTo>
                  <a:pt x="3887316" y="0"/>
                </a:moveTo>
                <a:lnTo>
                  <a:pt x="159681" y="0"/>
                </a:lnTo>
                <a:lnTo>
                  <a:pt x="159681" y="26177"/>
                </a:lnTo>
                <a:lnTo>
                  <a:pt x="3887316" y="26177"/>
                </a:lnTo>
                <a:lnTo>
                  <a:pt x="3887316" y="0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54491" y="7976207"/>
            <a:ext cx="934085" cy="244475"/>
          </a:xfrm>
          <a:custGeom>
            <a:avLst/>
            <a:gdLst/>
            <a:ahLst/>
            <a:cxnLst/>
            <a:rect l="l" t="t" r="r" b="b"/>
            <a:pathLst>
              <a:path w="934085" h="244475">
                <a:moveTo>
                  <a:pt x="128352" y="16962"/>
                </a:moveTo>
                <a:lnTo>
                  <a:pt x="96688" y="16962"/>
                </a:lnTo>
                <a:lnTo>
                  <a:pt x="96688" y="41276"/>
                </a:lnTo>
                <a:lnTo>
                  <a:pt x="96026" y="50888"/>
                </a:lnTo>
                <a:lnTo>
                  <a:pt x="74071" y="90256"/>
                </a:lnTo>
                <a:lnTo>
                  <a:pt x="36116" y="114428"/>
                </a:lnTo>
                <a:lnTo>
                  <a:pt x="11025" y="125242"/>
                </a:lnTo>
                <a:lnTo>
                  <a:pt x="20355" y="150969"/>
                </a:lnTo>
                <a:lnTo>
                  <a:pt x="57090" y="133688"/>
                </a:lnTo>
                <a:lnTo>
                  <a:pt x="94148" y="107713"/>
                </a:lnTo>
                <a:lnTo>
                  <a:pt x="112631" y="83124"/>
                </a:lnTo>
                <a:lnTo>
                  <a:pt x="111672" y="81492"/>
                </a:lnTo>
                <a:lnTo>
                  <a:pt x="106866" y="70908"/>
                </a:lnTo>
                <a:lnTo>
                  <a:pt x="103102" y="59935"/>
                </a:lnTo>
                <a:lnTo>
                  <a:pt x="103029" y="59723"/>
                </a:lnTo>
                <a:lnTo>
                  <a:pt x="102908" y="59369"/>
                </a:lnTo>
                <a:lnTo>
                  <a:pt x="130777" y="59369"/>
                </a:lnTo>
                <a:lnTo>
                  <a:pt x="128988" y="50888"/>
                </a:lnTo>
                <a:lnTo>
                  <a:pt x="128352" y="41276"/>
                </a:lnTo>
                <a:lnTo>
                  <a:pt x="128352" y="16962"/>
                </a:lnTo>
                <a:close/>
              </a:path>
              <a:path w="934085" h="244475">
                <a:moveTo>
                  <a:pt x="130777" y="59369"/>
                </a:moveTo>
                <a:lnTo>
                  <a:pt x="122132" y="59369"/>
                </a:lnTo>
                <a:lnTo>
                  <a:pt x="118298" y="70908"/>
                </a:lnTo>
                <a:lnTo>
                  <a:pt x="113580" y="81492"/>
                </a:lnTo>
                <a:lnTo>
                  <a:pt x="139307" y="115064"/>
                </a:lnTo>
                <a:lnTo>
                  <a:pt x="179947" y="139731"/>
                </a:lnTo>
                <a:lnTo>
                  <a:pt x="204968" y="150969"/>
                </a:lnTo>
                <a:lnTo>
                  <a:pt x="214014" y="125242"/>
                </a:lnTo>
                <a:lnTo>
                  <a:pt x="200939" y="120047"/>
                </a:lnTo>
                <a:lnTo>
                  <a:pt x="188853" y="114640"/>
                </a:lnTo>
                <a:lnTo>
                  <a:pt x="150899" y="90539"/>
                </a:lnTo>
                <a:lnTo>
                  <a:pt x="130897" y="59935"/>
                </a:lnTo>
                <a:lnTo>
                  <a:pt x="130777" y="59369"/>
                </a:lnTo>
                <a:close/>
              </a:path>
              <a:path w="934085" h="244475">
                <a:moveTo>
                  <a:pt x="122132" y="59369"/>
                </a:moveTo>
                <a:lnTo>
                  <a:pt x="102908" y="59369"/>
                </a:lnTo>
                <a:lnTo>
                  <a:pt x="106866" y="70908"/>
                </a:lnTo>
                <a:lnTo>
                  <a:pt x="111672" y="81492"/>
                </a:lnTo>
                <a:lnTo>
                  <a:pt x="112631" y="83124"/>
                </a:lnTo>
                <a:lnTo>
                  <a:pt x="113580" y="81492"/>
                </a:lnTo>
                <a:lnTo>
                  <a:pt x="118298" y="70908"/>
                </a:lnTo>
                <a:lnTo>
                  <a:pt x="121945" y="59935"/>
                </a:lnTo>
                <a:lnTo>
                  <a:pt x="122015" y="59723"/>
                </a:lnTo>
                <a:lnTo>
                  <a:pt x="122132" y="59369"/>
                </a:lnTo>
                <a:close/>
              </a:path>
              <a:path w="934085" h="244475">
                <a:moveTo>
                  <a:pt x="225040" y="195072"/>
                </a:moveTo>
                <a:lnTo>
                  <a:pt x="0" y="195072"/>
                </a:lnTo>
                <a:lnTo>
                  <a:pt x="0" y="221364"/>
                </a:lnTo>
                <a:lnTo>
                  <a:pt x="225040" y="221364"/>
                </a:lnTo>
                <a:lnTo>
                  <a:pt x="225040" y="195072"/>
                </a:lnTo>
                <a:close/>
              </a:path>
              <a:path w="934085" h="244475">
                <a:moveTo>
                  <a:pt x="402710" y="3957"/>
                </a:moveTo>
                <a:lnTo>
                  <a:pt x="373025" y="3957"/>
                </a:lnTo>
                <a:lnTo>
                  <a:pt x="373025" y="233521"/>
                </a:lnTo>
                <a:lnTo>
                  <a:pt x="402710" y="233521"/>
                </a:lnTo>
                <a:lnTo>
                  <a:pt x="402710" y="118174"/>
                </a:lnTo>
                <a:lnTo>
                  <a:pt x="393098" y="118174"/>
                </a:lnTo>
                <a:lnTo>
                  <a:pt x="393098" y="92164"/>
                </a:lnTo>
                <a:lnTo>
                  <a:pt x="402710" y="92164"/>
                </a:lnTo>
                <a:lnTo>
                  <a:pt x="402710" y="3957"/>
                </a:lnTo>
                <a:close/>
              </a:path>
              <a:path w="934085" h="244475">
                <a:moveTo>
                  <a:pt x="327791" y="109453"/>
                </a:moveTo>
                <a:lnTo>
                  <a:pt x="324399" y="109975"/>
                </a:lnTo>
                <a:lnTo>
                  <a:pt x="316671" y="110918"/>
                </a:lnTo>
                <a:lnTo>
                  <a:pt x="310904" y="111454"/>
                </a:lnTo>
                <a:lnTo>
                  <a:pt x="310581" y="112096"/>
                </a:lnTo>
                <a:lnTo>
                  <a:pt x="280242" y="145544"/>
                </a:lnTo>
                <a:lnTo>
                  <a:pt x="240432" y="171890"/>
                </a:lnTo>
                <a:lnTo>
                  <a:pt x="256547" y="196486"/>
                </a:lnTo>
                <a:lnTo>
                  <a:pt x="301075" y="165581"/>
                </a:lnTo>
                <a:lnTo>
                  <a:pt x="330830" y="134854"/>
                </a:lnTo>
                <a:lnTo>
                  <a:pt x="340996" y="118174"/>
                </a:lnTo>
                <a:lnTo>
                  <a:pt x="327791" y="118174"/>
                </a:lnTo>
                <a:lnTo>
                  <a:pt x="327791" y="109453"/>
                </a:lnTo>
                <a:close/>
              </a:path>
              <a:path w="934085" h="244475">
                <a:moveTo>
                  <a:pt x="351758" y="83400"/>
                </a:moveTo>
                <a:lnTo>
                  <a:pt x="331749" y="83400"/>
                </a:lnTo>
                <a:lnTo>
                  <a:pt x="331749" y="108844"/>
                </a:lnTo>
                <a:lnTo>
                  <a:pt x="327791" y="109453"/>
                </a:lnTo>
                <a:lnTo>
                  <a:pt x="327791" y="118174"/>
                </a:lnTo>
                <a:lnTo>
                  <a:pt x="340996" y="118174"/>
                </a:lnTo>
                <a:lnTo>
                  <a:pt x="343340" y="113650"/>
                </a:lnTo>
                <a:lnTo>
                  <a:pt x="347546" y="102695"/>
                </a:lnTo>
                <a:lnTo>
                  <a:pt x="350550" y="91316"/>
                </a:lnTo>
                <a:lnTo>
                  <a:pt x="351758" y="83400"/>
                </a:lnTo>
                <a:close/>
              </a:path>
              <a:path w="934085" h="244475">
                <a:moveTo>
                  <a:pt x="373025" y="92164"/>
                </a:moveTo>
                <a:lnTo>
                  <a:pt x="350326" y="92164"/>
                </a:lnTo>
                <a:lnTo>
                  <a:pt x="347546" y="102695"/>
                </a:lnTo>
                <a:lnTo>
                  <a:pt x="343340" y="113650"/>
                </a:lnTo>
                <a:lnTo>
                  <a:pt x="340996" y="118174"/>
                </a:lnTo>
                <a:lnTo>
                  <a:pt x="373025" y="118174"/>
                </a:lnTo>
                <a:lnTo>
                  <a:pt x="373025" y="92164"/>
                </a:lnTo>
                <a:close/>
              </a:path>
              <a:path w="934085" h="244475">
                <a:moveTo>
                  <a:pt x="402710" y="92164"/>
                </a:moveTo>
                <a:lnTo>
                  <a:pt x="393098" y="92164"/>
                </a:lnTo>
                <a:lnTo>
                  <a:pt x="393098" y="118174"/>
                </a:lnTo>
                <a:lnTo>
                  <a:pt x="402710" y="118174"/>
                </a:lnTo>
                <a:lnTo>
                  <a:pt x="402710" y="92164"/>
                </a:lnTo>
                <a:close/>
              </a:path>
              <a:path w="934085" h="244475">
                <a:moveTo>
                  <a:pt x="320317" y="85285"/>
                </a:moveTo>
                <a:lnTo>
                  <a:pt x="317990" y="85568"/>
                </a:lnTo>
                <a:lnTo>
                  <a:pt x="305280" y="86192"/>
                </a:lnTo>
                <a:lnTo>
                  <a:pt x="294148" y="86510"/>
                </a:lnTo>
                <a:lnTo>
                  <a:pt x="242129" y="86510"/>
                </a:lnTo>
                <a:lnTo>
                  <a:pt x="242129" y="112520"/>
                </a:lnTo>
                <a:lnTo>
                  <a:pt x="284159" y="112520"/>
                </a:lnTo>
                <a:lnTo>
                  <a:pt x="294855" y="112308"/>
                </a:lnTo>
                <a:lnTo>
                  <a:pt x="300651" y="112096"/>
                </a:lnTo>
                <a:lnTo>
                  <a:pt x="301176" y="112096"/>
                </a:lnTo>
                <a:lnTo>
                  <a:pt x="320179" y="86192"/>
                </a:lnTo>
                <a:lnTo>
                  <a:pt x="320274" y="85568"/>
                </a:lnTo>
                <a:lnTo>
                  <a:pt x="320317" y="85285"/>
                </a:lnTo>
                <a:close/>
              </a:path>
              <a:path w="934085" h="244475">
                <a:moveTo>
                  <a:pt x="331749" y="83400"/>
                </a:moveTo>
                <a:lnTo>
                  <a:pt x="324964" y="84719"/>
                </a:lnTo>
                <a:lnTo>
                  <a:pt x="320317" y="85285"/>
                </a:lnTo>
                <a:lnTo>
                  <a:pt x="320274" y="85568"/>
                </a:lnTo>
                <a:lnTo>
                  <a:pt x="320179" y="86192"/>
                </a:lnTo>
                <a:lnTo>
                  <a:pt x="320087" y="86793"/>
                </a:lnTo>
                <a:lnTo>
                  <a:pt x="317878" y="95345"/>
                </a:lnTo>
                <a:lnTo>
                  <a:pt x="314786" y="103756"/>
                </a:lnTo>
                <a:lnTo>
                  <a:pt x="310904" y="111454"/>
                </a:lnTo>
                <a:lnTo>
                  <a:pt x="316671" y="110918"/>
                </a:lnTo>
                <a:lnTo>
                  <a:pt x="324399" y="109975"/>
                </a:lnTo>
                <a:lnTo>
                  <a:pt x="327791" y="109453"/>
                </a:lnTo>
                <a:lnTo>
                  <a:pt x="327791" y="92164"/>
                </a:lnTo>
                <a:lnTo>
                  <a:pt x="331749" y="92164"/>
                </a:lnTo>
                <a:lnTo>
                  <a:pt x="331749" y="83400"/>
                </a:lnTo>
                <a:close/>
              </a:path>
              <a:path w="934085" h="244475">
                <a:moveTo>
                  <a:pt x="331749" y="92164"/>
                </a:moveTo>
                <a:lnTo>
                  <a:pt x="327791" y="92164"/>
                </a:lnTo>
                <a:lnTo>
                  <a:pt x="327791" y="109453"/>
                </a:lnTo>
                <a:lnTo>
                  <a:pt x="331749" y="108844"/>
                </a:lnTo>
                <a:lnTo>
                  <a:pt x="331749" y="92164"/>
                </a:lnTo>
                <a:close/>
              </a:path>
              <a:path w="934085" h="244475">
                <a:moveTo>
                  <a:pt x="352953" y="27423"/>
                </a:moveTo>
                <a:lnTo>
                  <a:pt x="253155" y="27423"/>
                </a:lnTo>
                <a:lnTo>
                  <a:pt x="253155" y="53432"/>
                </a:lnTo>
                <a:lnTo>
                  <a:pt x="321854" y="53432"/>
                </a:lnTo>
                <a:lnTo>
                  <a:pt x="321854" y="69264"/>
                </a:lnTo>
                <a:lnTo>
                  <a:pt x="321412" y="78099"/>
                </a:lnTo>
                <a:lnTo>
                  <a:pt x="320403" y="84719"/>
                </a:lnTo>
                <a:lnTo>
                  <a:pt x="320317" y="85285"/>
                </a:lnTo>
                <a:lnTo>
                  <a:pt x="324964" y="84719"/>
                </a:lnTo>
                <a:lnTo>
                  <a:pt x="331749" y="83400"/>
                </a:lnTo>
                <a:lnTo>
                  <a:pt x="351758" y="83400"/>
                </a:lnTo>
                <a:lnTo>
                  <a:pt x="352352" y="79513"/>
                </a:lnTo>
                <a:lnTo>
                  <a:pt x="352855" y="69264"/>
                </a:lnTo>
                <a:lnTo>
                  <a:pt x="352953" y="27423"/>
                </a:lnTo>
                <a:close/>
              </a:path>
              <a:path w="934085" h="244475">
                <a:moveTo>
                  <a:pt x="456426" y="1413"/>
                </a:moveTo>
                <a:lnTo>
                  <a:pt x="425893" y="1413"/>
                </a:lnTo>
                <a:lnTo>
                  <a:pt x="425893" y="243133"/>
                </a:lnTo>
                <a:lnTo>
                  <a:pt x="456426" y="243133"/>
                </a:lnTo>
                <a:lnTo>
                  <a:pt x="456426" y="1413"/>
                </a:lnTo>
                <a:close/>
              </a:path>
              <a:path w="934085" h="244475">
                <a:moveTo>
                  <a:pt x="580946" y="145880"/>
                </a:moveTo>
                <a:lnTo>
                  <a:pt x="511963" y="145880"/>
                </a:lnTo>
                <a:lnTo>
                  <a:pt x="511963" y="169911"/>
                </a:lnTo>
                <a:lnTo>
                  <a:pt x="650493" y="169911"/>
                </a:lnTo>
                <a:lnTo>
                  <a:pt x="650493" y="183198"/>
                </a:lnTo>
                <a:lnTo>
                  <a:pt x="511681" y="183198"/>
                </a:lnTo>
                <a:lnTo>
                  <a:pt x="511681" y="242851"/>
                </a:lnTo>
                <a:lnTo>
                  <a:pt x="692052" y="242851"/>
                </a:lnTo>
                <a:lnTo>
                  <a:pt x="692052" y="219103"/>
                </a:lnTo>
                <a:lnTo>
                  <a:pt x="543345" y="219103"/>
                </a:lnTo>
                <a:lnTo>
                  <a:pt x="543345" y="205250"/>
                </a:lnTo>
                <a:lnTo>
                  <a:pt x="682157" y="205250"/>
                </a:lnTo>
                <a:lnTo>
                  <a:pt x="682157" y="153513"/>
                </a:lnTo>
                <a:lnTo>
                  <a:pt x="580946" y="153513"/>
                </a:lnTo>
                <a:lnTo>
                  <a:pt x="580946" y="145880"/>
                </a:lnTo>
                <a:close/>
              </a:path>
              <a:path w="934085" h="244475">
                <a:moveTo>
                  <a:pt x="612610" y="112237"/>
                </a:moveTo>
                <a:lnTo>
                  <a:pt x="580946" y="112237"/>
                </a:lnTo>
                <a:lnTo>
                  <a:pt x="580946" y="153513"/>
                </a:lnTo>
                <a:lnTo>
                  <a:pt x="612610" y="153513"/>
                </a:lnTo>
                <a:lnTo>
                  <a:pt x="612610" y="112237"/>
                </a:lnTo>
                <a:close/>
              </a:path>
              <a:path w="934085" h="244475">
                <a:moveTo>
                  <a:pt x="682157" y="145880"/>
                </a:moveTo>
                <a:lnTo>
                  <a:pt x="612610" y="145880"/>
                </a:lnTo>
                <a:lnTo>
                  <a:pt x="612610" y="153513"/>
                </a:lnTo>
                <a:lnTo>
                  <a:pt x="682157" y="153513"/>
                </a:lnTo>
                <a:lnTo>
                  <a:pt x="682157" y="145880"/>
                </a:lnTo>
                <a:close/>
              </a:path>
              <a:path w="934085" h="244475">
                <a:moveTo>
                  <a:pt x="709298" y="103756"/>
                </a:moveTo>
                <a:lnTo>
                  <a:pt x="484258" y="103756"/>
                </a:lnTo>
                <a:lnTo>
                  <a:pt x="484258" y="129200"/>
                </a:lnTo>
                <a:lnTo>
                  <a:pt x="580946" y="129200"/>
                </a:lnTo>
                <a:lnTo>
                  <a:pt x="580946" y="112237"/>
                </a:lnTo>
                <a:lnTo>
                  <a:pt x="709298" y="112237"/>
                </a:lnTo>
                <a:lnTo>
                  <a:pt x="709298" y="103756"/>
                </a:lnTo>
                <a:close/>
              </a:path>
              <a:path w="934085" h="244475">
                <a:moveTo>
                  <a:pt x="709298" y="112237"/>
                </a:moveTo>
                <a:lnTo>
                  <a:pt x="612610" y="112237"/>
                </a:lnTo>
                <a:lnTo>
                  <a:pt x="612610" y="129200"/>
                </a:lnTo>
                <a:lnTo>
                  <a:pt x="709298" y="129200"/>
                </a:lnTo>
                <a:lnTo>
                  <a:pt x="709298" y="112237"/>
                </a:lnTo>
                <a:close/>
              </a:path>
              <a:path w="934085" h="244475">
                <a:moveTo>
                  <a:pt x="612610" y="22051"/>
                </a:moveTo>
                <a:lnTo>
                  <a:pt x="580946" y="22051"/>
                </a:lnTo>
                <a:lnTo>
                  <a:pt x="580946" y="35621"/>
                </a:lnTo>
                <a:lnTo>
                  <a:pt x="578213" y="41653"/>
                </a:lnTo>
                <a:lnTo>
                  <a:pt x="537054" y="63999"/>
                </a:lnTo>
                <a:lnTo>
                  <a:pt x="498676" y="72374"/>
                </a:lnTo>
                <a:lnTo>
                  <a:pt x="504896" y="98101"/>
                </a:lnTo>
                <a:lnTo>
                  <a:pt x="552109" y="86227"/>
                </a:lnTo>
                <a:lnTo>
                  <a:pt x="586600" y="68416"/>
                </a:lnTo>
                <a:lnTo>
                  <a:pt x="596778" y="58183"/>
                </a:lnTo>
                <a:lnTo>
                  <a:pt x="594375" y="55341"/>
                </a:lnTo>
                <a:lnTo>
                  <a:pt x="589250" y="47478"/>
                </a:lnTo>
                <a:lnTo>
                  <a:pt x="584904" y="38731"/>
                </a:lnTo>
                <a:lnTo>
                  <a:pt x="613970" y="38731"/>
                </a:lnTo>
                <a:lnTo>
                  <a:pt x="612610" y="35621"/>
                </a:lnTo>
                <a:lnTo>
                  <a:pt x="612610" y="22051"/>
                </a:lnTo>
                <a:close/>
              </a:path>
              <a:path w="934085" h="244475">
                <a:moveTo>
                  <a:pt x="613970" y="38731"/>
                </a:moveTo>
                <a:lnTo>
                  <a:pt x="608652" y="38731"/>
                </a:lnTo>
                <a:lnTo>
                  <a:pt x="604305" y="47478"/>
                </a:lnTo>
                <a:lnTo>
                  <a:pt x="599181" y="55341"/>
                </a:lnTo>
                <a:lnTo>
                  <a:pt x="631657" y="82570"/>
                </a:lnTo>
                <a:lnTo>
                  <a:pt x="675637" y="95345"/>
                </a:lnTo>
                <a:lnTo>
                  <a:pt x="688660" y="98101"/>
                </a:lnTo>
                <a:lnTo>
                  <a:pt x="694879" y="72374"/>
                </a:lnTo>
                <a:lnTo>
                  <a:pt x="680730" y="69653"/>
                </a:lnTo>
                <a:lnTo>
                  <a:pt x="668197" y="66861"/>
                </a:lnTo>
                <a:lnTo>
                  <a:pt x="631198" y="54210"/>
                </a:lnTo>
                <a:lnTo>
                  <a:pt x="615248" y="41653"/>
                </a:lnTo>
                <a:lnTo>
                  <a:pt x="613970" y="38731"/>
                </a:lnTo>
                <a:close/>
              </a:path>
              <a:path w="934085" h="244475">
                <a:moveTo>
                  <a:pt x="608652" y="38731"/>
                </a:moveTo>
                <a:lnTo>
                  <a:pt x="584904" y="38731"/>
                </a:lnTo>
                <a:lnTo>
                  <a:pt x="589250" y="47478"/>
                </a:lnTo>
                <a:lnTo>
                  <a:pt x="594375" y="55341"/>
                </a:lnTo>
                <a:lnTo>
                  <a:pt x="596778" y="58183"/>
                </a:lnTo>
                <a:lnTo>
                  <a:pt x="599181" y="55341"/>
                </a:lnTo>
                <a:lnTo>
                  <a:pt x="604305" y="47478"/>
                </a:lnTo>
                <a:lnTo>
                  <a:pt x="608652" y="38731"/>
                </a:lnTo>
                <a:close/>
              </a:path>
              <a:path w="934085" h="244475">
                <a:moveTo>
                  <a:pt x="682157" y="5088"/>
                </a:moveTo>
                <a:lnTo>
                  <a:pt x="511398" y="5088"/>
                </a:lnTo>
                <a:lnTo>
                  <a:pt x="511398" y="30533"/>
                </a:lnTo>
                <a:lnTo>
                  <a:pt x="580946" y="30533"/>
                </a:lnTo>
                <a:lnTo>
                  <a:pt x="580946" y="22051"/>
                </a:lnTo>
                <a:lnTo>
                  <a:pt x="682157" y="22051"/>
                </a:lnTo>
                <a:lnTo>
                  <a:pt x="682157" y="5088"/>
                </a:lnTo>
                <a:close/>
              </a:path>
              <a:path w="934085" h="244475">
                <a:moveTo>
                  <a:pt x="682157" y="22051"/>
                </a:moveTo>
                <a:lnTo>
                  <a:pt x="612610" y="22051"/>
                </a:lnTo>
                <a:lnTo>
                  <a:pt x="612610" y="30533"/>
                </a:lnTo>
                <a:lnTo>
                  <a:pt x="682157" y="30533"/>
                </a:lnTo>
                <a:lnTo>
                  <a:pt x="682157" y="22051"/>
                </a:lnTo>
                <a:close/>
              </a:path>
              <a:path w="934085" h="244475">
                <a:moveTo>
                  <a:pt x="933616" y="0"/>
                </a:moveTo>
                <a:lnTo>
                  <a:pt x="901952" y="0"/>
                </a:lnTo>
                <a:lnTo>
                  <a:pt x="901952" y="244264"/>
                </a:lnTo>
                <a:lnTo>
                  <a:pt x="933616" y="244264"/>
                </a:lnTo>
                <a:lnTo>
                  <a:pt x="933616" y="114781"/>
                </a:lnTo>
                <a:lnTo>
                  <a:pt x="916370" y="114781"/>
                </a:lnTo>
                <a:lnTo>
                  <a:pt x="916370" y="88772"/>
                </a:lnTo>
                <a:lnTo>
                  <a:pt x="933616" y="88772"/>
                </a:lnTo>
                <a:lnTo>
                  <a:pt x="933616" y="0"/>
                </a:lnTo>
                <a:close/>
              </a:path>
              <a:path w="934085" h="244475">
                <a:moveTo>
                  <a:pt x="847671" y="22899"/>
                </a:moveTo>
                <a:lnTo>
                  <a:pt x="735999" y="22899"/>
                </a:lnTo>
                <a:lnTo>
                  <a:pt x="735999" y="48909"/>
                </a:lnTo>
                <a:lnTo>
                  <a:pt x="816007" y="48909"/>
                </a:lnTo>
                <a:lnTo>
                  <a:pt x="816007" y="89903"/>
                </a:lnTo>
                <a:lnTo>
                  <a:pt x="736847" y="89903"/>
                </a:lnTo>
                <a:lnTo>
                  <a:pt x="736847" y="185460"/>
                </a:lnTo>
                <a:lnTo>
                  <a:pt x="786039" y="185460"/>
                </a:lnTo>
                <a:lnTo>
                  <a:pt x="800175" y="185248"/>
                </a:lnTo>
                <a:lnTo>
                  <a:pt x="842317" y="183021"/>
                </a:lnTo>
                <a:lnTo>
                  <a:pt x="872832" y="179806"/>
                </a:lnTo>
                <a:lnTo>
                  <a:pt x="870595" y="159450"/>
                </a:lnTo>
                <a:lnTo>
                  <a:pt x="768228" y="159450"/>
                </a:lnTo>
                <a:lnTo>
                  <a:pt x="768228" y="115629"/>
                </a:lnTo>
                <a:lnTo>
                  <a:pt x="847671" y="115629"/>
                </a:lnTo>
                <a:lnTo>
                  <a:pt x="847671" y="22899"/>
                </a:lnTo>
                <a:close/>
              </a:path>
              <a:path w="934085" h="244475">
                <a:moveTo>
                  <a:pt x="870005" y="154079"/>
                </a:moveTo>
                <a:lnTo>
                  <a:pt x="833818" y="157754"/>
                </a:lnTo>
                <a:lnTo>
                  <a:pt x="823233" y="158496"/>
                </a:lnTo>
                <a:lnTo>
                  <a:pt x="811554" y="159026"/>
                </a:lnTo>
                <a:lnTo>
                  <a:pt x="794520" y="159450"/>
                </a:lnTo>
                <a:lnTo>
                  <a:pt x="870595" y="159450"/>
                </a:lnTo>
                <a:lnTo>
                  <a:pt x="870005" y="154079"/>
                </a:lnTo>
                <a:close/>
              </a:path>
              <a:path w="934085" h="244475">
                <a:moveTo>
                  <a:pt x="901952" y="88772"/>
                </a:moveTo>
                <a:lnTo>
                  <a:pt x="859262" y="88772"/>
                </a:lnTo>
                <a:lnTo>
                  <a:pt x="859262" y="114781"/>
                </a:lnTo>
                <a:lnTo>
                  <a:pt x="901952" y="114781"/>
                </a:lnTo>
                <a:lnTo>
                  <a:pt x="901952" y="88772"/>
                </a:lnTo>
                <a:close/>
              </a:path>
              <a:path w="934085" h="244475">
                <a:moveTo>
                  <a:pt x="933616" y="88772"/>
                </a:moveTo>
                <a:lnTo>
                  <a:pt x="916370" y="88772"/>
                </a:lnTo>
                <a:lnTo>
                  <a:pt x="916370" y="114781"/>
                </a:lnTo>
                <a:lnTo>
                  <a:pt x="933616" y="114781"/>
                </a:lnTo>
                <a:lnTo>
                  <a:pt x="933616" y="88772"/>
                </a:lnTo>
                <a:close/>
              </a:path>
            </a:pathLst>
          </a:custGeom>
          <a:solidFill>
            <a:srgbClr val="0B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2754" y="6324420"/>
            <a:ext cx="13601680" cy="2827133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256499" y="10169276"/>
            <a:ext cx="17591405" cy="16510"/>
          </a:xfrm>
          <a:custGeom>
            <a:avLst/>
            <a:gdLst/>
            <a:ahLst/>
            <a:cxnLst/>
            <a:rect l="l" t="t" r="r" b="b"/>
            <a:pathLst>
              <a:path w="17591405" h="16509">
                <a:moveTo>
                  <a:pt x="17591088" y="0"/>
                </a:moveTo>
                <a:lnTo>
                  <a:pt x="0" y="0"/>
                </a:lnTo>
                <a:lnTo>
                  <a:pt x="0" y="8890"/>
                </a:lnTo>
                <a:lnTo>
                  <a:pt x="0" y="16510"/>
                </a:lnTo>
                <a:lnTo>
                  <a:pt x="17591088" y="16510"/>
                </a:lnTo>
                <a:lnTo>
                  <a:pt x="17591088" y="8890"/>
                </a:lnTo>
                <a:lnTo>
                  <a:pt x="17591088" y="0"/>
                </a:lnTo>
                <a:close/>
              </a:path>
            </a:pathLst>
          </a:custGeom>
          <a:solidFill>
            <a:srgbClr val="EEED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352921" y="10367223"/>
            <a:ext cx="458470" cy="178435"/>
          </a:xfrm>
          <a:custGeom>
            <a:avLst/>
            <a:gdLst/>
            <a:ahLst/>
            <a:cxnLst/>
            <a:rect l="l" t="t" r="r" b="b"/>
            <a:pathLst>
              <a:path w="458469" h="178434">
                <a:moveTo>
                  <a:pt x="52563" y="5863"/>
                </a:moveTo>
                <a:lnTo>
                  <a:pt x="14170" y="18847"/>
                </a:lnTo>
                <a:lnTo>
                  <a:pt x="5654" y="37415"/>
                </a:lnTo>
                <a:lnTo>
                  <a:pt x="5654" y="53750"/>
                </a:lnTo>
                <a:lnTo>
                  <a:pt x="29946" y="78322"/>
                </a:lnTo>
                <a:lnTo>
                  <a:pt x="29946" y="78950"/>
                </a:lnTo>
                <a:lnTo>
                  <a:pt x="0" y="109804"/>
                </a:lnTo>
                <a:lnTo>
                  <a:pt x="0" y="116645"/>
                </a:lnTo>
                <a:lnTo>
                  <a:pt x="616" y="123626"/>
                </a:lnTo>
                <a:lnTo>
                  <a:pt x="739" y="125022"/>
                </a:lnTo>
                <a:lnTo>
                  <a:pt x="29109" y="155335"/>
                </a:lnTo>
                <a:lnTo>
                  <a:pt x="52563" y="158110"/>
                </a:lnTo>
                <a:lnTo>
                  <a:pt x="61084" y="157796"/>
                </a:lnTo>
                <a:lnTo>
                  <a:pt x="96902" y="142822"/>
                </a:lnTo>
                <a:lnTo>
                  <a:pt x="52563" y="142822"/>
                </a:lnTo>
                <a:lnTo>
                  <a:pt x="43977" y="142364"/>
                </a:lnTo>
                <a:lnTo>
                  <a:pt x="17591" y="123626"/>
                </a:lnTo>
                <a:lnTo>
                  <a:pt x="17591" y="106314"/>
                </a:lnTo>
                <a:lnTo>
                  <a:pt x="52563" y="86908"/>
                </a:lnTo>
                <a:lnTo>
                  <a:pt x="92064" y="86908"/>
                </a:lnTo>
                <a:lnTo>
                  <a:pt x="85442" y="82091"/>
                </a:lnTo>
                <a:lnTo>
                  <a:pt x="80346" y="79927"/>
                </a:lnTo>
                <a:lnTo>
                  <a:pt x="74762" y="78950"/>
                </a:lnTo>
                <a:lnTo>
                  <a:pt x="74762" y="78322"/>
                </a:lnTo>
                <a:lnTo>
                  <a:pt x="82161" y="76507"/>
                </a:lnTo>
                <a:lnTo>
                  <a:pt x="88095" y="72667"/>
                </a:lnTo>
                <a:lnTo>
                  <a:pt x="88573" y="72039"/>
                </a:lnTo>
                <a:lnTo>
                  <a:pt x="42651" y="72039"/>
                </a:lnTo>
                <a:lnTo>
                  <a:pt x="35252" y="69805"/>
                </a:lnTo>
                <a:lnTo>
                  <a:pt x="25555" y="60940"/>
                </a:lnTo>
                <a:lnTo>
                  <a:pt x="23035" y="54657"/>
                </a:lnTo>
                <a:lnTo>
                  <a:pt x="23035" y="38602"/>
                </a:lnTo>
                <a:lnTo>
                  <a:pt x="25409" y="32319"/>
                </a:lnTo>
                <a:lnTo>
                  <a:pt x="34903" y="23384"/>
                </a:lnTo>
                <a:lnTo>
                  <a:pt x="42372" y="21151"/>
                </a:lnTo>
                <a:lnTo>
                  <a:pt x="92118" y="21151"/>
                </a:lnTo>
                <a:lnTo>
                  <a:pt x="90747" y="18847"/>
                </a:lnTo>
                <a:lnTo>
                  <a:pt x="59998" y="6177"/>
                </a:lnTo>
                <a:lnTo>
                  <a:pt x="52563" y="5863"/>
                </a:lnTo>
                <a:close/>
              </a:path>
              <a:path w="458469" h="178434">
                <a:moveTo>
                  <a:pt x="92064" y="86908"/>
                </a:moveTo>
                <a:lnTo>
                  <a:pt x="52563" y="86908"/>
                </a:lnTo>
                <a:lnTo>
                  <a:pt x="60547" y="87379"/>
                </a:lnTo>
                <a:lnTo>
                  <a:pt x="67537" y="88792"/>
                </a:lnTo>
                <a:lnTo>
                  <a:pt x="73531" y="91148"/>
                </a:lnTo>
                <a:lnTo>
                  <a:pt x="78531" y="94447"/>
                </a:lnTo>
                <a:lnTo>
                  <a:pt x="84535" y="99473"/>
                </a:lnTo>
                <a:lnTo>
                  <a:pt x="87536" y="106314"/>
                </a:lnTo>
                <a:lnTo>
                  <a:pt x="87536" y="123626"/>
                </a:lnTo>
                <a:lnTo>
                  <a:pt x="52563" y="142822"/>
                </a:lnTo>
                <a:lnTo>
                  <a:pt x="96902" y="142822"/>
                </a:lnTo>
                <a:lnTo>
                  <a:pt x="99432" y="138699"/>
                </a:lnTo>
                <a:lnTo>
                  <a:pt x="103242" y="132351"/>
                </a:lnTo>
                <a:lnTo>
                  <a:pt x="105127" y="125022"/>
                </a:lnTo>
                <a:lnTo>
                  <a:pt x="105127" y="109804"/>
                </a:lnTo>
                <a:lnTo>
                  <a:pt x="103731" y="103731"/>
                </a:lnTo>
                <a:lnTo>
                  <a:pt x="100938" y="98426"/>
                </a:lnTo>
                <a:lnTo>
                  <a:pt x="98286" y="93120"/>
                </a:lnTo>
                <a:lnTo>
                  <a:pt x="94656" y="88792"/>
                </a:lnTo>
                <a:lnTo>
                  <a:pt x="92064" y="86908"/>
                </a:lnTo>
                <a:close/>
              </a:path>
              <a:path w="458469" h="178434">
                <a:moveTo>
                  <a:pt x="92118" y="21151"/>
                </a:moveTo>
                <a:lnTo>
                  <a:pt x="62476" y="21151"/>
                </a:lnTo>
                <a:lnTo>
                  <a:pt x="69875" y="23384"/>
                </a:lnTo>
                <a:lnTo>
                  <a:pt x="79648" y="32319"/>
                </a:lnTo>
                <a:lnTo>
                  <a:pt x="82091" y="38602"/>
                </a:lnTo>
                <a:lnTo>
                  <a:pt x="82091" y="54657"/>
                </a:lnTo>
                <a:lnTo>
                  <a:pt x="79500" y="60940"/>
                </a:lnTo>
                <a:lnTo>
                  <a:pt x="69526" y="69805"/>
                </a:lnTo>
                <a:lnTo>
                  <a:pt x="62197" y="72039"/>
                </a:lnTo>
                <a:lnTo>
                  <a:pt x="88573" y="72039"/>
                </a:lnTo>
                <a:lnTo>
                  <a:pt x="97030" y="60940"/>
                </a:lnTo>
                <a:lnTo>
                  <a:pt x="99333" y="53750"/>
                </a:lnTo>
                <a:lnTo>
                  <a:pt x="99472" y="45234"/>
                </a:lnTo>
                <a:lnTo>
                  <a:pt x="99472" y="37415"/>
                </a:lnTo>
                <a:lnTo>
                  <a:pt x="97728" y="30574"/>
                </a:lnTo>
                <a:lnTo>
                  <a:pt x="92118" y="21151"/>
                </a:lnTo>
                <a:close/>
              </a:path>
              <a:path w="458469" h="178434">
                <a:moveTo>
                  <a:pt x="235113" y="0"/>
                </a:moveTo>
                <a:lnTo>
                  <a:pt x="218569" y="0"/>
                </a:lnTo>
                <a:lnTo>
                  <a:pt x="170403" y="178214"/>
                </a:lnTo>
                <a:lnTo>
                  <a:pt x="186947" y="178214"/>
                </a:lnTo>
                <a:lnTo>
                  <a:pt x="235113" y="0"/>
                </a:lnTo>
                <a:close/>
              </a:path>
              <a:path w="458469" h="178434">
                <a:moveTo>
                  <a:pt x="355919" y="18428"/>
                </a:moveTo>
                <a:lnTo>
                  <a:pt x="338120" y="18428"/>
                </a:lnTo>
                <a:lnTo>
                  <a:pt x="347543" y="19894"/>
                </a:lnTo>
                <a:lnTo>
                  <a:pt x="338120" y="26162"/>
                </a:lnTo>
                <a:lnTo>
                  <a:pt x="338120" y="156015"/>
                </a:lnTo>
                <a:lnTo>
                  <a:pt x="355919" y="156015"/>
                </a:lnTo>
                <a:lnTo>
                  <a:pt x="355919" y="18428"/>
                </a:lnTo>
                <a:close/>
              </a:path>
              <a:path w="458469" h="178434">
                <a:moveTo>
                  <a:pt x="355919" y="7957"/>
                </a:moveTo>
                <a:lnTo>
                  <a:pt x="337910" y="7957"/>
                </a:lnTo>
                <a:lnTo>
                  <a:pt x="301261" y="32668"/>
                </a:lnTo>
                <a:lnTo>
                  <a:pt x="301261" y="50678"/>
                </a:lnTo>
                <a:lnTo>
                  <a:pt x="338120" y="26162"/>
                </a:lnTo>
                <a:lnTo>
                  <a:pt x="338120" y="18428"/>
                </a:lnTo>
                <a:lnTo>
                  <a:pt x="355919" y="18428"/>
                </a:lnTo>
                <a:lnTo>
                  <a:pt x="355919" y="7957"/>
                </a:lnTo>
                <a:close/>
              </a:path>
              <a:path w="458469" h="178434">
                <a:moveTo>
                  <a:pt x="338120" y="18428"/>
                </a:moveTo>
                <a:lnTo>
                  <a:pt x="338120" y="26162"/>
                </a:lnTo>
                <a:lnTo>
                  <a:pt x="347543" y="19894"/>
                </a:lnTo>
                <a:lnTo>
                  <a:pt x="338120" y="18428"/>
                </a:lnTo>
                <a:close/>
              </a:path>
              <a:path w="458469" h="178434">
                <a:moveTo>
                  <a:pt x="458175" y="18428"/>
                </a:moveTo>
                <a:lnTo>
                  <a:pt x="440374" y="18428"/>
                </a:lnTo>
                <a:lnTo>
                  <a:pt x="449798" y="19894"/>
                </a:lnTo>
                <a:lnTo>
                  <a:pt x="440374" y="26162"/>
                </a:lnTo>
                <a:lnTo>
                  <a:pt x="440374" y="156015"/>
                </a:lnTo>
                <a:lnTo>
                  <a:pt x="458175" y="156015"/>
                </a:lnTo>
                <a:lnTo>
                  <a:pt x="458175" y="18428"/>
                </a:lnTo>
                <a:close/>
              </a:path>
              <a:path w="458469" h="178434">
                <a:moveTo>
                  <a:pt x="458175" y="7957"/>
                </a:moveTo>
                <a:lnTo>
                  <a:pt x="440165" y="7957"/>
                </a:lnTo>
                <a:lnTo>
                  <a:pt x="403517" y="32668"/>
                </a:lnTo>
                <a:lnTo>
                  <a:pt x="403517" y="50678"/>
                </a:lnTo>
                <a:lnTo>
                  <a:pt x="440374" y="26162"/>
                </a:lnTo>
                <a:lnTo>
                  <a:pt x="440374" y="18428"/>
                </a:lnTo>
                <a:lnTo>
                  <a:pt x="458175" y="18428"/>
                </a:lnTo>
                <a:lnTo>
                  <a:pt x="458175" y="7957"/>
                </a:lnTo>
                <a:close/>
              </a:path>
              <a:path w="458469" h="178434">
                <a:moveTo>
                  <a:pt x="440374" y="18428"/>
                </a:moveTo>
                <a:lnTo>
                  <a:pt x="440374" y="26162"/>
                </a:lnTo>
                <a:lnTo>
                  <a:pt x="449798" y="19894"/>
                </a:lnTo>
                <a:lnTo>
                  <a:pt x="440374" y="18428"/>
                </a:lnTo>
                <a:close/>
              </a:path>
            </a:pathLst>
          </a:custGeom>
          <a:solidFill>
            <a:srgbClr val="C9C8C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3417" y="980975"/>
            <a:ext cx="835660" cy="199390"/>
          </a:xfrm>
          <a:custGeom>
            <a:avLst/>
            <a:gdLst/>
            <a:ahLst/>
            <a:cxnLst/>
            <a:rect l="l" t="t" r="r" b="b"/>
            <a:pathLst>
              <a:path w="835660" h="199390">
                <a:moveTo>
                  <a:pt x="104583" y="103431"/>
                </a:moveTo>
                <a:lnTo>
                  <a:pt x="78782" y="103431"/>
                </a:lnTo>
                <a:lnTo>
                  <a:pt x="78782" y="197878"/>
                </a:lnTo>
                <a:lnTo>
                  <a:pt x="104583" y="197878"/>
                </a:lnTo>
                <a:lnTo>
                  <a:pt x="104583" y="103431"/>
                </a:lnTo>
                <a:close/>
              </a:path>
              <a:path w="835660" h="199390">
                <a:moveTo>
                  <a:pt x="128644" y="96059"/>
                </a:moveTo>
                <a:lnTo>
                  <a:pt x="0" y="96059"/>
                </a:lnTo>
                <a:lnTo>
                  <a:pt x="0" y="117252"/>
                </a:lnTo>
                <a:lnTo>
                  <a:pt x="78782" y="117252"/>
                </a:lnTo>
                <a:lnTo>
                  <a:pt x="78782" y="103431"/>
                </a:lnTo>
                <a:lnTo>
                  <a:pt x="127275" y="103431"/>
                </a:lnTo>
                <a:lnTo>
                  <a:pt x="128386" y="97672"/>
                </a:lnTo>
                <a:lnTo>
                  <a:pt x="128644" y="96059"/>
                </a:lnTo>
                <a:close/>
              </a:path>
              <a:path w="835660" h="199390">
                <a:moveTo>
                  <a:pt x="127275" y="103431"/>
                </a:moveTo>
                <a:lnTo>
                  <a:pt x="104583" y="103431"/>
                </a:lnTo>
                <a:lnTo>
                  <a:pt x="104583" y="117252"/>
                </a:lnTo>
                <a:lnTo>
                  <a:pt x="183366" y="117252"/>
                </a:lnTo>
                <a:lnTo>
                  <a:pt x="183366" y="106426"/>
                </a:lnTo>
                <a:lnTo>
                  <a:pt x="126697" y="106426"/>
                </a:lnTo>
                <a:lnTo>
                  <a:pt x="127275" y="103431"/>
                </a:lnTo>
                <a:close/>
              </a:path>
              <a:path w="835660" h="199390">
                <a:moveTo>
                  <a:pt x="158717" y="12900"/>
                </a:moveTo>
                <a:lnTo>
                  <a:pt x="20501" y="12900"/>
                </a:lnTo>
                <a:lnTo>
                  <a:pt x="20501" y="33862"/>
                </a:lnTo>
                <a:lnTo>
                  <a:pt x="132917" y="33862"/>
                </a:lnTo>
                <a:lnTo>
                  <a:pt x="132917" y="52982"/>
                </a:lnTo>
                <a:lnTo>
                  <a:pt x="132687" y="59125"/>
                </a:lnTo>
                <a:lnTo>
                  <a:pt x="132226" y="64961"/>
                </a:lnTo>
                <a:lnTo>
                  <a:pt x="131919" y="70643"/>
                </a:lnTo>
                <a:lnTo>
                  <a:pt x="131304" y="76786"/>
                </a:lnTo>
                <a:lnTo>
                  <a:pt x="130383" y="83390"/>
                </a:lnTo>
                <a:lnTo>
                  <a:pt x="129720" y="89091"/>
                </a:lnTo>
                <a:lnTo>
                  <a:pt x="129615" y="89993"/>
                </a:lnTo>
                <a:lnTo>
                  <a:pt x="128435" y="97370"/>
                </a:lnTo>
                <a:lnTo>
                  <a:pt x="126742" y="106195"/>
                </a:lnTo>
                <a:lnTo>
                  <a:pt x="126697" y="106426"/>
                </a:lnTo>
                <a:lnTo>
                  <a:pt x="152728" y="106195"/>
                </a:lnTo>
                <a:lnTo>
                  <a:pt x="157810" y="67092"/>
                </a:lnTo>
                <a:lnTo>
                  <a:pt x="158600" y="52982"/>
                </a:lnTo>
                <a:lnTo>
                  <a:pt x="158717" y="12900"/>
                </a:lnTo>
                <a:close/>
              </a:path>
              <a:path w="835660" h="199390">
                <a:moveTo>
                  <a:pt x="183366" y="96059"/>
                </a:moveTo>
                <a:lnTo>
                  <a:pt x="154314" y="96059"/>
                </a:lnTo>
                <a:lnTo>
                  <a:pt x="154125" y="97370"/>
                </a:lnTo>
                <a:lnTo>
                  <a:pt x="152728" y="106195"/>
                </a:lnTo>
                <a:lnTo>
                  <a:pt x="126697" y="106426"/>
                </a:lnTo>
                <a:lnTo>
                  <a:pt x="183366" y="106426"/>
                </a:lnTo>
                <a:lnTo>
                  <a:pt x="183366" y="96059"/>
                </a:lnTo>
                <a:close/>
              </a:path>
              <a:path w="835660" h="199390">
                <a:moveTo>
                  <a:pt x="259026" y="139137"/>
                </a:moveTo>
                <a:lnTo>
                  <a:pt x="233226" y="139137"/>
                </a:lnTo>
                <a:lnTo>
                  <a:pt x="233226" y="197648"/>
                </a:lnTo>
                <a:lnTo>
                  <a:pt x="370981" y="197648"/>
                </a:lnTo>
                <a:lnTo>
                  <a:pt x="370981" y="176455"/>
                </a:lnTo>
                <a:lnTo>
                  <a:pt x="259026" y="176455"/>
                </a:lnTo>
                <a:lnTo>
                  <a:pt x="259026" y="139137"/>
                </a:lnTo>
                <a:close/>
              </a:path>
              <a:path w="835660" h="199390">
                <a:moveTo>
                  <a:pt x="366143" y="0"/>
                </a:moveTo>
                <a:lnTo>
                  <a:pt x="340343" y="0"/>
                </a:lnTo>
                <a:lnTo>
                  <a:pt x="340343" y="153649"/>
                </a:lnTo>
                <a:lnTo>
                  <a:pt x="366143" y="153649"/>
                </a:lnTo>
                <a:lnTo>
                  <a:pt x="366143" y="118635"/>
                </a:lnTo>
                <a:lnTo>
                  <a:pt x="354165" y="118635"/>
                </a:lnTo>
                <a:lnTo>
                  <a:pt x="354165" y="98824"/>
                </a:lnTo>
                <a:lnTo>
                  <a:pt x="366143" y="98824"/>
                </a:lnTo>
                <a:lnTo>
                  <a:pt x="366143" y="75327"/>
                </a:lnTo>
                <a:lnTo>
                  <a:pt x="354165" y="75327"/>
                </a:lnTo>
                <a:lnTo>
                  <a:pt x="354165" y="55516"/>
                </a:lnTo>
                <a:lnTo>
                  <a:pt x="366143" y="55516"/>
                </a:lnTo>
                <a:lnTo>
                  <a:pt x="366143" y="0"/>
                </a:lnTo>
                <a:close/>
              </a:path>
              <a:path w="835660" h="199390">
                <a:moveTo>
                  <a:pt x="255110" y="60123"/>
                </a:moveTo>
                <a:lnTo>
                  <a:pt x="215272" y="73743"/>
                </a:lnTo>
                <a:lnTo>
                  <a:pt x="207886" y="94217"/>
                </a:lnTo>
                <a:lnTo>
                  <a:pt x="208707" y="102020"/>
                </a:lnTo>
                <a:lnTo>
                  <a:pt x="245118" y="127547"/>
                </a:lnTo>
                <a:lnTo>
                  <a:pt x="255110" y="128079"/>
                </a:lnTo>
                <a:lnTo>
                  <a:pt x="265188" y="127547"/>
                </a:lnTo>
                <a:lnTo>
                  <a:pt x="298322" y="109651"/>
                </a:lnTo>
                <a:lnTo>
                  <a:pt x="247892" y="109651"/>
                </a:lnTo>
                <a:lnTo>
                  <a:pt x="242286" y="108345"/>
                </a:lnTo>
                <a:lnTo>
                  <a:pt x="238294" y="105735"/>
                </a:lnTo>
                <a:lnTo>
                  <a:pt x="234301" y="102970"/>
                </a:lnTo>
                <a:lnTo>
                  <a:pt x="232304" y="99131"/>
                </a:lnTo>
                <a:lnTo>
                  <a:pt x="232304" y="89302"/>
                </a:lnTo>
                <a:lnTo>
                  <a:pt x="234301" y="85463"/>
                </a:lnTo>
                <a:lnTo>
                  <a:pt x="242286" y="79934"/>
                </a:lnTo>
                <a:lnTo>
                  <a:pt x="247892" y="78552"/>
                </a:lnTo>
                <a:lnTo>
                  <a:pt x="298163" y="78552"/>
                </a:lnTo>
                <a:lnTo>
                  <a:pt x="294847" y="73743"/>
                </a:lnTo>
                <a:lnTo>
                  <a:pt x="289203" y="68877"/>
                </a:lnTo>
                <a:lnTo>
                  <a:pt x="282235" y="65047"/>
                </a:lnTo>
                <a:lnTo>
                  <a:pt x="274230" y="62312"/>
                </a:lnTo>
                <a:lnTo>
                  <a:pt x="265188" y="60670"/>
                </a:lnTo>
                <a:lnTo>
                  <a:pt x="255110" y="60123"/>
                </a:lnTo>
                <a:close/>
              </a:path>
              <a:path w="835660" h="199390">
                <a:moveTo>
                  <a:pt x="340343" y="98824"/>
                </a:moveTo>
                <a:lnTo>
                  <a:pt x="311087" y="98824"/>
                </a:lnTo>
                <a:lnTo>
                  <a:pt x="311087" y="118635"/>
                </a:lnTo>
                <a:lnTo>
                  <a:pt x="340343" y="118635"/>
                </a:lnTo>
                <a:lnTo>
                  <a:pt x="340343" y="98824"/>
                </a:lnTo>
                <a:close/>
              </a:path>
              <a:path w="835660" h="199390">
                <a:moveTo>
                  <a:pt x="366143" y="98824"/>
                </a:moveTo>
                <a:lnTo>
                  <a:pt x="354165" y="98824"/>
                </a:lnTo>
                <a:lnTo>
                  <a:pt x="354165" y="118635"/>
                </a:lnTo>
                <a:lnTo>
                  <a:pt x="366143" y="118635"/>
                </a:lnTo>
                <a:lnTo>
                  <a:pt x="366143" y="98824"/>
                </a:lnTo>
                <a:close/>
              </a:path>
              <a:path w="835660" h="199390">
                <a:moveTo>
                  <a:pt x="298163" y="78552"/>
                </a:moveTo>
                <a:lnTo>
                  <a:pt x="262635" y="78552"/>
                </a:lnTo>
                <a:lnTo>
                  <a:pt x="268317" y="79934"/>
                </a:lnTo>
                <a:lnTo>
                  <a:pt x="275996" y="85463"/>
                </a:lnTo>
                <a:lnTo>
                  <a:pt x="277916" y="89302"/>
                </a:lnTo>
                <a:lnTo>
                  <a:pt x="277916" y="99131"/>
                </a:lnTo>
                <a:lnTo>
                  <a:pt x="275996" y="102970"/>
                </a:lnTo>
                <a:lnTo>
                  <a:pt x="272157" y="105735"/>
                </a:lnTo>
                <a:lnTo>
                  <a:pt x="268317" y="108345"/>
                </a:lnTo>
                <a:lnTo>
                  <a:pt x="262635" y="109651"/>
                </a:lnTo>
                <a:lnTo>
                  <a:pt x="298322" y="109651"/>
                </a:lnTo>
                <a:lnTo>
                  <a:pt x="298878" y="108844"/>
                </a:lnTo>
                <a:lnTo>
                  <a:pt x="301297" y="102020"/>
                </a:lnTo>
                <a:lnTo>
                  <a:pt x="302103" y="94217"/>
                </a:lnTo>
                <a:lnTo>
                  <a:pt x="301297" y="86413"/>
                </a:lnTo>
                <a:lnTo>
                  <a:pt x="299001" y="79934"/>
                </a:lnTo>
                <a:lnTo>
                  <a:pt x="298878" y="79589"/>
                </a:lnTo>
                <a:lnTo>
                  <a:pt x="298163" y="78552"/>
                </a:lnTo>
                <a:close/>
              </a:path>
              <a:path w="835660" h="199390">
                <a:moveTo>
                  <a:pt x="340343" y="55516"/>
                </a:moveTo>
                <a:lnTo>
                  <a:pt x="311087" y="55516"/>
                </a:lnTo>
                <a:lnTo>
                  <a:pt x="311087" y="75327"/>
                </a:lnTo>
                <a:lnTo>
                  <a:pt x="340343" y="75327"/>
                </a:lnTo>
                <a:lnTo>
                  <a:pt x="340343" y="55516"/>
                </a:lnTo>
                <a:close/>
              </a:path>
              <a:path w="835660" h="199390">
                <a:moveTo>
                  <a:pt x="366143" y="55516"/>
                </a:moveTo>
                <a:lnTo>
                  <a:pt x="354165" y="55516"/>
                </a:lnTo>
                <a:lnTo>
                  <a:pt x="354165" y="75327"/>
                </a:lnTo>
                <a:lnTo>
                  <a:pt x="366143" y="75327"/>
                </a:lnTo>
                <a:lnTo>
                  <a:pt x="366143" y="55516"/>
                </a:lnTo>
                <a:close/>
              </a:path>
              <a:path w="835660" h="199390">
                <a:moveTo>
                  <a:pt x="310627" y="32711"/>
                </a:moveTo>
                <a:lnTo>
                  <a:pt x="198672" y="32711"/>
                </a:lnTo>
                <a:lnTo>
                  <a:pt x="198672" y="51139"/>
                </a:lnTo>
                <a:lnTo>
                  <a:pt x="310396" y="51139"/>
                </a:lnTo>
                <a:lnTo>
                  <a:pt x="310627" y="32711"/>
                </a:lnTo>
                <a:close/>
              </a:path>
              <a:path w="835660" h="199390">
                <a:moveTo>
                  <a:pt x="285057" y="2994"/>
                </a:moveTo>
                <a:lnTo>
                  <a:pt x="224933" y="2994"/>
                </a:lnTo>
                <a:lnTo>
                  <a:pt x="224933" y="21653"/>
                </a:lnTo>
                <a:lnTo>
                  <a:pt x="285057" y="21653"/>
                </a:lnTo>
                <a:lnTo>
                  <a:pt x="285057" y="2994"/>
                </a:lnTo>
                <a:close/>
              </a:path>
              <a:path w="835660" h="199390">
                <a:moveTo>
                  <a:pt x="555623" y="11287"/>
                </a:moveTo>
                <a:lnTo>
                  <a:pt x="463480" y="11287"/>
                </a:lnTo>
                <a:lnTo>
                  <a:pt x="463480" y="32250"/>
                </a:lnTo>
                <a:lnTo>
                  <a:pt x="529362" y="32250"/>
                </a:lnTo>
                <a:lnTo>
                  <a:pt x="529362" y="44613"/>
                </a:lnTo>
                <a:lnTo>
                  <a:pt x="494809" y="73715"/>
                </a:lnTo>
                <a:lnTo>
                  <a:pt x="453113" y="89149"/>
                </a:lnTo>
                <a:lnTo>
                  <a:pt x="460485" y="109881"/>
                </a:lnTo>
                <a:lnTo>
                  <a:pt x="501345" y="95368"/>
                </a:lnTo>
                <a:lnTo>
                  <a:pt x="538720" y="72188"/>
                </a:lnTo>
                <a:lnTo>
                  <a:pt x="553466" y="49296"/>
                </a:lnTo>
                <a:lnTo>
                  <a:pt x="545027" y="49296"/>
                </a:lnTo>
                <a:lnTo>
                  <a:pt x="545027" y="28794"/>
                </a:lnTo>
                <a:lnTo>
                  <a:pt x="555623" y="28794"/>
                </a:lnTo>
                <a:lnTo>
                  <a:pt x="555623" y="11287"/>
                </a:lnTo>
                <a:close/>
              </a:path>
              <a:path w="835660" h="199390">
                <a:moveTo>
                  <a:pt x="620124" y="0"/>
                </a:moveTo>
                <a:lnTo>
                  <a:pt x="594324" y="0"/>
                </a:lnTo>
                <a:lnTo>
                  <a:pt x="594324" y="104122"/>
                </a:lnTo>
                <a:lnTo>
                  <a:pt x="620124" y="104122"/>
                </a:lnTo>
                <a:lnTo>
                  <a:pt x="620124" y="87306"/>
                </a:lnTo>
                <a:lnTo>
                  <a:pt x="607454" y="87306"/>
                </a:lnTo>
                <a:lnTo>
                  <a:pt x="607454" y="66804"/>
                </a:lnTo>
                <a:lnTo>
                  <a:pt x="620124" y="66804"/>
                </a:lnTo>
                <a:lnTo>
                  <a:pt x="620124" y="49296"/>
                </a:lnTo>
                <a:lnTo>
                  <a:pt x="607454" y="49296"/>
                </a:lnTo>
                <a:lnTo>
                  <a:pt x="607454" y="28794"/>
                </a:lnTo>
                <a:lnTo>
                  <a:pt x="620124" y="28794"/>
                </a:lnTo>
                <a:lnTo>
                  <a:pt x="620124" y="0"/>
                </a:lnTo>
                <a:close/>
              </a:path>
              <a:path w="835660" h="199390">
                <a:moveTo>
                  <a:pt x="594324" y="66804"/>
                </a:moveTo>
                <a:lnTo>
                  <a:pt x="548482" y="66804"/>
                </a:lnTo>
                <a:lnTo>
                  <a:pt x="548482" y="87306"/>
                </a:lnTo>
                <a:lnTo>
                  <a:pt x="594324" y="87306"/>
                </a:lnTo>
                <a:lnTo>
                  <a:pt x="594324" y="66804"/>
                </a:lnTo>
                <a:close/>
              </a:path>
              <a:path w="835660" h="199390">
                <a:moveTo>
                  <a:pt x="620124" y="66804"/>
                </a:moveTo>
                <a:lnTo>
                  <a:pt x="607454" y="66804"/>
                </a:lnTo>
                <a:lnTo>
                  <a:pt x="607454" y="87306"/>
                </a:lnTo>
                <a:lnTo>
                  <a:pt x="620124" y="87306"/>
                </a:lnTo>
                <a:lnTo>
                  <a:pt x="620124" y="66804"/>
                </a:lnTo>
                <a:close/>
              </a:path>
              <a:path w="835660" h="199390">
                <a:moveTo>
                  <a:pt x="555623" y="28794"/>
                </a:moveTo>
                <a:lnTo>
                  <a:pt x="545027" y="28794"/>
                </a:lnTo>
                <a:lnTo>
                  <a:pt x="545027" y="49296"/>
                </a:lnTo>
                <a:lnTo>
                  <a:pt x="553466" y="49296"/>
                </a:lnTo>
                <a:lnTo>
                  <a:pt x="554947" y="43710"/>
                </a:lnTo>
                <a:lnTo>
                  <a:pt x="555623" y="35705"/>
                </a:lnTo>
                <a:lnTo>
                  <a:pt x="555623" y="28794"/>
                </a:lnTo>
                <a:close/>
              </a:path>
              <a:path w="835660" h="199390">
                <a:moveTo>
                  <a:pt x="594324" y="28794"/>
                </a:moveTo>
                <a:lnTo>
                  <a:pt x="555623" y="28794"/>
                </a:lnTo>
                <a:lnTo>
                  <a:pt x="555623" y="35705"/>
                </a:lnTo>
                <a:lnTo>
                  <a:pt x="554947" y="43710"/>
                </a:lnTo>
                <a:lnTo>
                  <a:pt x="553466" y="49296"/>
                </a:lnTo>
                <a:lnTo>
                  <a:pt x="594324" y="49296"/>
                </a:lnTo>
                <a:lnTo>
                  <a:pt x="594324" y="28794"/>
                </a:lnTo>
                <a:close/>
              </a:path>
              <a:path w="835660" h="199390">
                <a:moveTo>
                  <a:pt x="620124" y="28794"/>
                </a:moveTo>
                <a:lnTo>
                  <a:pt x="607454" y="28794"/>
                </a:lnTo>
                <a:lnTo>
                  <a:pt x="607454" y="49296"/>
                </a:lnTo>
                <a:lnTo>
                  <a:pt x="620124" y="49296"/>
                </a:lnTo>
                <a:lnTo>
                  <a:pt x="620124" y="28794"/>
                </a:lnTo>
                <a:close/>
              </a:path>
              <a:path w="835660" h="199390">
                <a:moveTo>
                  <a:pt x="620124" y="112415"/>
                </a:moveTo>
                <a:lnTo>
                  <a:pt x="486976" y="112415"/>
                </a:lnTo>
                <a:lnTo>
                  <a:pt x="486976" y="132456"/>
                </a:lnTo>
                <a:lnTo>
                  <a:pt x="594324" y="132456"/>
                </a:lnTo>
                <a:lnTo>
                  <a:pt x="594324" y="145356"/>
                </a:lnTo>
                <a:lnTo>
                  <a:pt x="486746" y="145356"/>
                </a:lnTo>
                <a:lnTo>
                  <a:pt x="486746" y="197878"/>
                </a:lnTo>
                <a:lnTo>
                  <a:pt x="627956" y="197878"/>
                </a:lnTo>
                <a:lnTo>
                  <a:pt x="627956" y="177837"/>
                </a:lnTo>
                <a:lnTo>
                  <a:pt x="512777" y="177837"/>
                </a:lnTo>
                <a:lnTo>
                  <a:pt x="512777" y="164476"/>
                </a:lnTo>
                <a:lnTo>
                  <a:pt x="620124" y="164476"/>
                </a:lnTo>
                <a:lnTo>
                  <a:pt x="620124" y="112415"/>
                </a:lnTo>
                <a:close/>
              </a:path>
              <a:path w="835660" h="199390">
                <a:moveTo>
                  <a:pt x="807048" y="0"/>
                </a:moveTo>
                <a:lnTo>
                  <a:pt x="781248" y="0"/>
                </a:lnTo>
                <a:lnTo>
                  <a:pt x="781248" y="199030"/>
                </a:lnTo>
                <a:lnTo>
                  <a:pt x="807048" y="199030"/>
                </a:lnTo>
                <a:lnTo>
                  <a:pt x="807048" y="101127"/>
                </a:lnTo>
                <a:lnTo>
                  <a:pt x="794148" y="101127"/>
                </a:lnTo>
                <a:lnTo>
                  <a:pt x="794148" y="79934"/>
                </a:lnTo>
                <a:lnTo>
                  <a:pt x="807048" y="79934"/>
                </a:lnTo>
                <a:lnTo>
                  <a:pt x="807048" y="0"/>
                </a:lnTo>
                <a:close/>
              </a:path>
              <a:path w="835660" h="199390">
                <a:moveTo>
                  <a:pt x="807048" y="79934"/>
                </a:moveTo>
                <a:lnTo>
                  <a:pt x="794148" y="79934"/>
                </a:lnTo>
                <a:lnTo>
                  <a:pt x="794148" y="101127"/>
                </a:lnTo>
                <a:lnTo>
                  <a:pt x="807048" y="101127"/>
                </a:lnTo>
                <a:lnTo>
                  <a:pt x="807048" y="79934"/>
                </a:lnTo>
                <a:close/>
              </a:path>
              <a:path w="835660" h="199390">
                <a:moveTo>
                  <a:pt x="835382" y="79934"/>
                </a:moveTo>
                <a:lnTo>
                  <a:pt x="807048" y="79934"/>
                </a:lnTo>
                <a:lnTo>
                  <a:pt x="807048" y="101127"/>
                </a:lnTo>
                <a:lnTo>
                  <a:pt x="835382" y="101127"/>
                </a:lnTo>
                <a:lnTo>
                  <a:pt x="835382" y="79934"/>
                </a:lnTo>
                <a:close/>
              </a:path>
              <a:path w="835660" h="199390">
                <a:moveTo>
                  <a:pt x="685879" y="144896"/>
                </a:moveTo>
                <a:lnTo>
                  <a:pt x="645106" y="144896"/>
                </a:lnTo>
                <a:lnTo>
                  <a:pt x="645106" y="166089"/>
                </a:lnTo>
                <a:lnTo>
                  <a:pt x="685879" y="166089"/>
                </a:lnTo>
                <a:lnTo>
                  <a:pt x="697973" y="165916"/>
                </a:lnTo>
                <a:lnTo>
                  <a:pt x="746003" y="163094"/>
                </a:lnTo>
                <a:lnTo>
                  <a:pt x="775719" y="159408"/>
                </a:lnTo>
                <a:lnTo>
                  <a:pt x="775107" y="154340"/>
                </a:lnTo>
                <a:lnTo>
                  <a:pt x="685879" y="154340"/>
                </a:lnTo>
                <a:lnTo>
                  <a:pt x="685879" y="144896"/>
                </a:lnTo>
                <a:close/>
              </a:path>
              <a:path w="835660" h="199390">
                <a:moveTo>
                  <a:pt x="711679" y="82238"/>
                </a:moveTo>
                <a:lnTo>
                  <a:pt x="685879" y="82238"/>
                </a:lnTo>
                <a:lnTo>
                  <a:pt x="685879" y="154340"/>
                </a:lnTo>
                <a:lnTo>
                  <a:pt x="711679" y="154340"/>
                </a:lnTo>
                <a:lnTo>
                  <a:pt x="711679" y="144896"/>
                </a:lnTo>
                <a:lnTo>
                  <a:pt x="692636" y="144896"/>
                </a:lnTo>
                <a:lnTo>
                  <a:pt x="707820" y="144493"/>
                </a:lnTo>
                <a:lnTo>
                  <a:pt x="711679" y="144317"/>
                </a:lnTo>
                <a:lnTo>
                  <a:pt x="711679" y="82238"/>
                </a:lnTo>
                <a:close/>
              </a:path>
              <a:path w="835660" h="199390">
                <a:moveTo>
                  <a:pt x="773185" y="138446"/>
                </a:moveTo>
                <a:lnTo>
                  <a:pt x="729647" y="143283"/>
                </a:lnTo>
                <a:lnTo>
                  <a:pt x="711679" y="144317"/>
                </a:lnTo>
                <a:lnTo>
                  <a:pt x="711679" y="154340"/>
                </a:lnTo>
                <a:lnTo>
                  <a:pt x="775107" y="154340"/>
                </a:lnTo>
                <a:lnTo>
                  <a:pt x="773185" y="138446"/>
                </a:lnTo>
                <a:close/>
              </a:path>
              <a:path w="835660" h="199390">
                <a:moveTo>
                  <a:pt x="711679" y="144317"/>
                </a:moveTo>
                <a:lnTo>
                  <a:pt x="707820" y="144493"/>
                </a:lnTo>
                <a:lnTo>
                  <a:pt x="692636" y="144896"/>
                </a:lnTo>
                <a:lnTo>
                  <a:pt x="711679" y="144896"/>
                </a:lnTo>
                <a:lnTo>
                  <a:pt x="711679" y="144317"/>
                </a:lnTo>
                <a:close/>
              </a:path>
              <a:path w="835660" h="199390">
                <a:moveTo>
                  <a:pt x="760055" y="22114"/>
                </a:moveTo>
                <a:lnTo>
                  <a:pt x="655241" y="22114"/>
                </a:lnTo>
                <a:lnTo>
                  <a:pt x="655241" y="43768"/>
                </a:lnTo>
                <a:lnTo>
                  <a:pt x="734255" y="43768"/>
                </a:lnTo>
                <a:lnTo>
                  <a:pt x="734133" y="67418"/>
                </a:lnTo>
                <a:lnTo>
                  <a:pt x="734101" y="68723"/>
                </a:lnTo>
                <a:lnTo>
                  <a:pt x="733856" y="73254"/>
                </a:lnTo>
                <a:lnTo>
                  <a:pt x="733794" y="74406"/>
                </a:lnTo>
                <a:lnTo>
                  <a:pt x="733667" y="79090"/>
                </a:lnTo>
                <a:lnTo>
                  <a:pt x="733640" y="80088"/>
                </a:lnTo>
                <a:lnTo>
                  <a:pt x="733222" y="85386"/>
                </a:lnTo>
                <a:lnTo>
                  <a:pt x="733179" y="85924"/>
                </a:lnTo>
                <a:lnTo>
                  <a:pt x="732412" y="91913"/>
                </a:lnTo>
                <a:lnTo>
                  <a:pt x="731797" y="97902"/>
                </a:lnTo>
                <a:lnTo>
                  <a:pt x="730876" y="104660"/>
                </a:lnTo>
                <a:lnTo>
                  <a:pt x="729647" y="112185"/>
                </a:lnTo>
                <a:lnTo>
                  <a:pt x="755448" y="114949"/>
                </a:lnTo>
                <a:lnTo>
                  <a:pt x="756676" y="106502"/>
                </a:lnTo>
                <a:lnTo>
                  <a:pt x="757597" y="98901"/>
                </a:lnTo>
                <a:lnTo>
                  <a:pt x="758212" y="92143"/>
                </a:lnTo>
                <a:lnTo>
                  <a:pt x="758918" y="85924"/>
                </a:lnTo>
                <a:lnTo>
                  <a:pt x="759594" y="73254"/>
                </a:lnTo>
                <a:lnTo>
                  <a:pt x="759832" y="68723"/>
                </a:lnTo>
                <a:lnTo>
                  <a:pt x="759901" y="67418"/>
                </a:lnTo>
                <a:lnTo>
                  <a:pt x="760032" y="62581"/>
                </a:lnTo>
                <a:lnTo>
                  <a:pt x="760055" y="22114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662" y="1382952"/>
            <a:ext cx="3510279" cy="480059"/>
          </a:xfrm>
          <a:custGeom>
            <a:avLst/>
            <a:gdLst/>
            <a:ahLst/>
            <a:cxnLst/>
            <a:rect l="l" t="t" r="r" b="b"/>
            <a:pathLst>
              <a:path w="3510279" h="480060">
                <a:moveTo>
                  <a:pt x="243385" y="290755"/>
                </a:moveTo>
                <a:lnTo>
                  <a:pt x="196014" y="293477"/>
                </a:lnTo>
                <a:lnTo>
                  <a:pt x="155178" y="301645"/>
                </a:lnTo>
                <a:lnTo>
                  <a:pt x="108318" y="323798"/>
                </a:lnTo>
                <a:lnTo>
                  <a:pt x="81400" y="357046"/>
                </a:lnTo>
                <a:lnTo>
                  <a:pt x="76228" y="385495"/>
                </a:lnTo>
                <a:lnTo>
                  <a:pt x="77521" y="400129"/>
                </a:lnTo>
                <a:lnTo>
                  <a:pt x="96918" y="436677"/>
                </a:lnTo>
                <a:lnTo>
                  <a:pt x="137448" y="462710"/>
                </a:lnTo>
                <a:lnTo>
                  <a:pt x="174780" y="473566"/>
                </a:lnTo>
                <a:lnTo>
                  <a:pt x="218883" y="479011"/>
                </a:lnTo>
                <a:lnTo>
                  <a:pt x="243385" y="479692"/>
                </a:lnTo>
                <a:lnTo>
                  <a:pt x="267853" y="479011"/>
                </a:lnTo>
                <a:lnTo>
                  <a:pt x="311684" y="473566"/>
                </a:lnTo>
                <a:lnTo>
                  <a:pt x="348743" y="462710"/>
                </a:lnTo>
                <a:lnTo>
                  <a:pt x="388763" y="436677"/>
                </a:lnTo>
                <a:lnTo>
                  <a:pt x="394610" y="429599"/>
                </a:lnTo>
                <a:lnTo>
                  <a:pt x="243385" y="429599"/>
                </a:lnTo>
                <a:lnTo>
                  <a:pt x="219291" y="428986"/>
                </a:lnTo>
                <a:lnTo>
                  <a:pt x="180088" y="424086"/>
                </a:lnTo>
                <a:lnTo>
                  <a:pt x="144561" y="406050"/>
                </a:lnTo>
                <a:lnTo>
                  <a:pt x="137754" y="385495"/>
                </a:lnTo>
                <a:lnTo>
                  <a:pt x="139456" y="374163"/>
                </a:lnTo>
                <a:lnTo>
                  <a:pt x="180088" y="346667"/>
                </a:lnTo>
                <a:lnTo>
                  <a:pt x="219291" y="341494"/>
                </a:lnTo>
                <a:lnTo>
                  <a:pt x="243385" y="340848"/>
                </a:lnTo>
                <a:lnTo>
                  <a:pt x="394592" y="340848"/>
                </a:lnTo>
                <a:lnTo>
                  <a:pt x="388763" y="333769"/>
                </a:lnTo>
                <a:lnTo>
                  <a:pt x="348743" y="307736"/>
                </a:lnTo>
                <a:lnTo>
                  <a:pt x="311684" y="296880"/>
                </a:lnTo>
                <a:lnTo>
                  <a:pt x="267853" y="291436"/>
                </a:lnTo>
                <a:lnTo>
                  <a:pt x="243385" y="290755"/>
                </a:lnTo>
                <a:close/>
              </a:path>
              <a:path w="3510279" h="480060">
                <a:moveTo>
                  <a:pt x="394592" y="340848"/>
                </a:moveTo>
                <a:lnTo>
                  <a:pt x="243385" y="340848"/>
                </a:lnTo>
                <a:lnTo>
                  <a:pt x="267444" y="341494"/>
                </a:lnTo>
                <a:lnTo>
                  <a:pt x="288441" y="343434"/>
                </a:lnTo>
                <a:lnTo>
                  <a:pt x="333195" y="357046"/>
                </a:lnTo>
                <a:lnTo>
                  <a:pt x="348471" y="385495"/>
                </a:lnTo>
                <a:lnTo>
                  <a:pt x="346769" y="396623"/>
                </a:lnTo>
                <a:lnTo>
                  <a:pt x="306375" y="424086"/>
                </a:lnTo>
                <a:lnTo>
                  <a:pt x="267444" y="428986"/>
                </a:lnTo>
                <a:lnTo>
                  <a:pt x="243385" y="429599"/>
                </a:lnTo>
                <a:lnTo>
                  <a:pt x="394610" y="429599"/>
                </a:lnTo>
                <a:lnTo>
                  <a:pt x="409453" y="385495"/>
                </a:lnTo>
                <a:lnTo>
                  <a:pt x="408160" y="370624"/>
                </a:lnTo>
                <a:lnTo>
                  <a:pt x="404280" y="357046"/>
                </a:lnTo>
                <a:lnTo>
                  <a:pt x="397814" y="344761"/>
                </a:lnTo>
                <a:lnTo>
                  <a:pt x="394592" y="340848"/>
                </a:lnTo>
                <a:close/>
              </a:path>
              <a:path w="3510279" h="480060">
                <a:moveTo>
                  <a:pt x="400741" y="0"/>
                </a:moveTo>
                <a:lnTo>
                  <a:pt x="340303" y="0"/>
                </a:lnTo>
                <a:lnTo>
                  <a:pt x="340303" y="282588"/>
                </a:lnTo>
                <a:lnTo>
                  <a:pt x="400741" y="282588"/>
                </a:lnTo>
                <a:lnTo>
                  <a:pt x="400741" y="138843"/>
                </a:lnTo>
                <a:lnTo>
                  <a:pt x="371339" y="138843"/>
                </a:lnTo>
                <a:lnTo>
                  <a:pt x="371339" y="88751"/>
                </a:lnTo>
                <a:lnTo>
                  <a:pt x="400741" y="88751"/>
                </a:lnTo>
                <a:lnTo>
                  <a:pt x="400741" y="0"/>
                </a:lnTo>
                <a:close/>
              </a:path>
              <a:path w="3510279" h="480060">
                <a:moveTo>
                  <a:pt x="173691" y="17968"/>
                </a:moveTo>
                <a:lnTo>
                  <a:pt x="112708" y="17968"/>
                </a:lnTo>
                <a:lnTo>
                  <a:pt x="112708" y="82761"/>
                </a:lnTo>
                <a:lnTo>
                  <a:pt x="112062" y="96339"/>
                </a:lnTo>
                <a:lnTo>
                  <a:pt x="102363" y="133399"/>
                </a:lnTo>
                <a:lnTo>
                  <a:pt x="78882" y="166885"/>
                </a:lnTo>
                <a:lnTo>
                  <a:pt x="38658" y="201731"/>
                </a:lnTo>
                <a:lnTo>
                  <a:pt x="0" y="228139"/>
                </a:lnTo>
                <a:lnTo>
                  <a:pt x="31580" y="274420"/>
                </a:lnTo>
                <a:lnTo>
                  <a:pt x="72110" y="245733"/>
                </a:lnTo>
                <a:lnTo>
                  <a:pt x="102771" y="218883"/>
                </a:lnTo>
                <a:lnTo>
                  <a:pt x="131765" y="181858"/>
                </a:lnTo>
                <a:lnTo>
                  <a:pt x="142789" y="161410"/>
                </a:lnTo>
                <a:lnTo>
                  <a:pt x="141566" y="158989"/>
                </a:lnTo>
                <a:lnTo>
                  <a:pt x="137074" y="148678"/>
                </a:lnTo>
                <a:lnTo>
                  <a:pt x="132854" y="137890"/>
                </a:lnTo>
                <a:lnTo>
                  <a:pt x="128907" y="126626"/>
                </a:lnTo>
                <a:lnTo>
                  <a:pt x="125231" y="114886"/>
                </a:lnTo>
                <a:lnTo>
                  <a:pt x="178305" y="114886"/>
                </a:lnTo>
                <a:lnTo>
                  <a:pt x="175868" y="104132"/>
                </a:lnTo>
                <a:lnTo>
                  <a:pt x="174235" y="91916"/>
                </a:lnTo>
                <a:lnTo>
                  <a:pt x="173691" y="79494"/>
                </a:lnTo>
                <a:lnTo>
                  <a:pt x="173691" y="17968"/>
                </a:lnTo>
                <a:close/>
              </a:path>
              <a:path w="3510279" h="480060">
                <a:moveTo>
                  <a:pt x="178305" y="114886"/>
                </a:moveTo>
                <a:lnTo>
                  <a:pt x="159534" y="114886"/>
                </a:lnTo>
                <a:lnTo>
                  <a:pt x="155824" y="127613"/>
                </a:lnTo>
                <a:lnTo>
                  <a:pt x="151889" y="139320"/>
                </a:lnTo>
                <a:lnTo>
                  <a:pt x="151775" y="139660"/>
                </a:lnTo>
                <a:lnTo>
                  <a:pt x="147385" y="151026"/>
                </a:lnTo>
                <a:lnTo>
                  <a:pt x="142789" y="161410"/>
                </a:lnTo>
                <a:lnTo>
                  <a:pt x="146466" y="168688"/>
                </a:lnTo>
                <a:lnTo>
                  <a:pt x="172057" y="205271"/>
                </a:lnTo>
                <a:lnTo>
                  <a:pt x="212145" y="238518"/>
                </a:lnTo>
                <a:lnTo>
                  <a:pt x="254819" y="263531"/>
                </a:lnTo>
                <a:lnTo>
                  <a:pt x="283132" y="216160"/>
                </a:lnTo>
                <a:lnTo>
                  <a:pt x="262340" y="205271"/>
                </a:lnTo>
                <a:lnTo>
                  <a:pt x="244065" y="194381"/>
                </a:lnTo>
                <a:lnTo>
                  <a:pt x="204317" y="161712"/>
                </a:lnTo>
                <a:lnTo>
                  <a:pt x="182402" y="127954"/>
                </a:lnTo>
                <a:lnTo>
                  <a:pt x="178591" y="116145"/>
                </a:lnTo>
                <a:lnTo>
                  <a:pt x="178305" y="114886"/>
                </a:lnTo>
                <a:close/>
              </a:path>
              <a:path w="3510279" h="480060">
                <a:moveTo>
                  <a:pt x="159534" y="114886"/>
                </a:moveTo>
                <a:lnTo>
                  <a:pt x="125231" y="114886"/>
                </a:lnTo>
                <a:lnTo>
                  <a:pt x="128907" y="126626"/>
                </a:lnTo>
                <a:lnTo>
                  <a:pt x="132854" y="137890"/>
                </a:lnTo>
                <a:lnTo>
                  <a:pt x="137074" y="148678"/>
                </a:lnTo>
                <a:lnTo>
                  <a:pt x="141566" y="158989"/>
                </a:lnTo>
                <a:lnTo>
                  <a:pt x="142789" y="161410"/>
                </a:lnTo>
                <a:lnTo>
                  <a:pt x="147385" y="151026"/>
                </a:lnTo>
                <a:lnTo>
                  <a:pt x="151775" y="139660"/>
                </a:lnTo>
                <a:lnTo>
                  <a:pt x="155710" y="127954"/>
                </a:lnTo>
                <a:lnTo>
                  <a:pt x="155824" y="127613"/>
                </a:lnTo>
                <a:lnTo>
                  <a:pt x="159534" y="114886"/>
                </a:lnTo>
                <a:close/>
              </a:path>
              <a:path w="3510279" h="480060">
                <a:moveTo>
                  <a:pt x="340303" y="88751"/>
                </a:moveTo>
                <a:lnTo>
                  <a:pt x="245018" y="88751"/>
                </a:lnTo>
                <a:lnTo>
                  <a:pt x="245018" y="138843"/>
                </a:lnTo>
                <a:lnTo>
                  <a:pt x="340303" y="138843"/>
                </a:lnTo>
                <a:lnTo>
                  <a:pt x="340303" y="88751"/>
                </a:lnTo>
                <a:close/>
              </a:path>
              <a:path w="3510279" h="480060">
                <a:moveTo>
                  <a:pt x="400741" y="88751"/>
                </a:moveTo>
                <a:lnTo>
                  <a:pt x="371339" y="88751"/>
                </a:lnTo>
                <a:lnTo>
                  <a:pt x="371339" y="138843"/>
                </a:lnTo>
                <a:lnTo>
                  <a:pt x="400741" y="138843"/>
                </a:lnTo>
                <a:lnTo>
                  <a:pt x="400741" y="88751"/>
                </a:lnTo>
                <a:close/>
              </a:path>
              <a:path w="3510279" h="480060">
                <a:moveTo>
                  <a:pt x="901911" y="218883"/>
                </a:moveTo>
                <a:lnTo>
                  <a:pt x="468500" y="218883"/>
                </a:lnTo>
                <a:lnTo>
                  <a:pt x="468500" y="268976"/>
                </a:lnTo>
                <a:lnTo>
                  <a:pt x="901911" y="268976"/>
                </a:lnTo>
                <a:lnTo>
                  <a:pt x="901911" y="218883"/>
                </a:lnTo>
                <a:close/>
              </a:path>
              <a:path w="3510279" h="480060">
                <a:moveTo>
                  <a:pt x="685206" y="294566"/>
                </a:moveTo>
                <a:lnTo>
                  <a:pt x="645867" y="296030"/>
                </a:lnTo>
                <a:lnTo>
                  <a:pt x="581073" y="307736"/>
                </a:lnTo>
                <a:lnTo>
                  <a:pt x="535608" y="330877"/>
                </a:lnTo>
                <a:lnTo>
                  <a:pt x="512740" y="365452"/>
                </a:lnTo>
                <a:lnTo>
                  <a:pt x="509953" y="386584"/>
                </a:lnTo>
                <a:lnTo>
                  <a:pt x="509881" y="387129"/>
                </a:lnTo>
                <a:lnTo>
                  <a:pt x="521316" y="427285"/>
                </a:lnTo>
                <a:lnTo>
                  <a:pt x="555618" y="456279"/>
                </a:lnTo>
                <a:lnTo>
                  <a:pt x="611155" y="473838"/>
                </a:lnTo>
                <a:lnTo>
                  <a:pt x="685206" y="479692"/>
                </a:lnTo>
                <a:lnTo>
                  <a:pt x="724749" y="478228"/>
                </a:lnTo>
                <a:lnTo>
                  <a:pt x="789543" y="466522"/>
                </a:lnTo>
                <a:lnTo>
                  <a:pt x="834803" y="443177"/>
                </a:lnTo>
                <a:lnTo>
                  <a:pt x="847015" y="429599"/>
                </a:lnTo>
                <a:lnTo>
                  <a:pt x="685206" y="429599"/>
                </a:lnTo>
                <a:lnTo>
                  <a:pt x="657743" y="429020"/>
                </a:lnTo>
                <a:lnTo>
                  <a:pt x="614457" y="424392"/>
                </a:lnTo>
                <a:lnTo>
                  <a:pt x="577806" y="407003"/>
                </a:lnTo>
                <a:lnTo>
                  <a:pt x="570949" y="387129"/>
                </a:lnTo>
                <a:lnTo>
                  <a:pt x="570864" y="386584"/>
                </a:lnTo>
                <a:lnTo>
                  <a:pt x="572517" y="376273"/>
                </a:lnTo>
                <a:lnTo>
                  <a:pt x="572599" y="375763"/>
                </a:lnTo>
                <a:lnTo>
                  <a:pt x="577806" y="366711"/>
                </a:lnTo>
                <a:lnTo>
                  <a:pt x="614457" y="349627"/>
                </a:lnTo>
                <a:lnTo>
                  <a:pt x="657743" y="344727"/>
                </a:lnTo>
                <a:lnTo>
                  <a:pt x="685206" y="344115"/>
                </a:lnTo>
                <a:lnTo>
                  <a:pt x="846760" y="344115"/>
                </a:lnTo>
                <a:lnTo>
                  <a:pt x="834803" y="330877"/>
                </a:lnTo>
                <a:lnTo>
                  <a:pt x="814794" y="317979"/>
                </a:lnTo>
                <a:lnTo>
                  <a:pt x="789543" y="307736"/>
                </a:lnTo>
                <a:lnTo>
                  <a:pt x="759528" y="300420"/>
                </a:lnTo>
                <a:lnTo>
                  <a:pt x="724749" y="296030"/>
                </a:lnTo>
                <a:lnTo>
                  <a:pt x="685206" y="294566"/>
                </a:lnTo>
                <a:close/>
              </a:path>
              <a:path w="3510279" h="480060">
                <a:moveTo>
                  <a:pt x="846760" y="344115"/>
                </a:moveTo>
                <a:lnTo>
                  <a:pt x="685206" y="344115"/>
                </a:lnTo>
                <a:lnTo>
                  <a:pt x="712668" y="344727"/>
                </a:lnTo>
                <a:lnTo>
                  <a:pt x="736251" y="346565"/>
                </a:lnTo>
                <a:lnTo>
                  <a:pt x="783928" y="359666"/>
                </a:lnTo>
                <a:lnTo>
                  <a:pt x="799461" y="386584"/>
                </a:lnTo>
                <a:lnTo>
                  <a:pt x="799548" y="387129"/>
                </a:lnTo>
                <a:lnTo>
                  <a:pt x="797861" y="397678"/>
                </a:lnTo>
                <a:lnTo>
                  <a:pt x="797812" y="397985"/>
                </a:lnTo>
                <a:lnTo>
                  <a:pt x="792683" y="407003"/>
                </a:lnTo>
                <a:lnTo>
                  <a:pt x="755955" y="424392"/>
                </a:lnTo>
                <a:lnTo>
                  <a:pt x="712668" y="429020"/>
                </a:lnTo>
                <a:lnTo>
                  <a:pt x="685206" y="429599"/>
                </a:lnTo>
                <a:lnTo>
                  <a:pt x="847015" y="429599"/>
                </a:lnTo>
                <a:lnTo>
                  <a:pt x="849096" y="427285"/>
                </a:lnTo>
                <a:lnTo>
                  <a:pt x="857672" y="408602"/>
                </a:lnTo>
                <a:lnTo>
                  <a:pt x="860530" y="387129"/>
                </a:lnTo>
                <a:lnTo>
                  <a:pt x="857672" y="365452"/>
                </a:lnTo>
                <a:lnTo>
                  <a:pt x="849096" y="346701"/>
                </a:lnTo>
                <a:lnTo>
                  <a:pt x="846760" y="344115"/>
                </a:lnTo>
                <a:close/>
              </a:path>
              <a:path w="3510279" h="480060">
                <a:moveTo>
                  <a:pt x="584476" y="11434"/>
                </a:moveTo>
                <a:lnTo>
                  <a:pt x="523494" y="11434"/>
                </a:lnTo>
                <a:lnTo>
                  <a:pt x="523494" y="176957"/>
                </a:lnTo>
                <a:lnTo>
                  <a:pt x="849096" y="176957"/>
                </a:lnTo>
                <a:lnTo>
                  <a:pt x="849096" y="126865"/>
                </a:lnTo>
                <a:lnTo>
                  <a:pt x="584476" y="126865"/>
                </a:lnTo>
                <a:lnTo>
                  <a:pt x="584476" y="11434"/>
                </a:lnTo>
                <a:close/>
              </a:path>
              <a:path w="3510279" h="480060">
                <a:moveTo>
                  <a:pt x="1381350" y="7622"/>
                </a:moveTo>
                <a:lnTo>
                  <a:pt x="1323635" y="7622"/>
                </a:lnTo>
                <a:lnTo>
                  <a:pt x="1323635" y="449745"/>
                </a:lnTo>
                <a:lnTo>
                  <a:pt x="1381350" y="449745"/>
                </a:lnTo>
                <a:lnTo>
                  <a:pt x="1381350" y="220516"/>
                </a:lnTo>
                <a:lnTo>
                  <a:pt x="1360115" y="220516"/>
                </a:lnTo>
                <a:lnTo>
                  <a:pt x="1360115" y="170424"/>
                </a:lnTo>
                <a:lnTo>
                  <a:pt x="1381350" y="170424"/>
                </a:lnTo>
                <a:lnTo>
                  <a:pt x="1381350" y="7622"/>
                </a:lnTo>
                <a:close/>
              </a:path>
              <a:path w="3510279" h="480060">
                <a:moveTo>
                  <a:pt x="1265919" y="55537"/>
                </a:moveTo>
                <a:lnTo>
                  <a:pt x="1088961" y="55537"/>
                </a:lnTo>
                <a:lnTo>
                  <a:pt x="1088961" y="358271"/>
                </a:lnTo>
                <a:lnTo>
                  <a:pt x="1162467" y="358271"/>
                </a:lnTo>
                <a:lnTo>
                  <a:pt x="1182479" y="358101"/>
                </a:lnTo>
                <a:lnTo>
                  <a:pt x="1234339" y="355549"/>
                </a:lnTo>
                <a:lnTo>
                  <a:pt x="1276403" y="350853"/>
                </a:lnTo>
                <a:lnTo>
                  <a:pt x="1288787" y="349015"/>
                </a:lnTo>
                <a:lnTo>
                  <a:pt x="1283785" y="307634"/>
                </a:lnTo>
                <a:lnTo>
                  <a:pt x="1148310" y="307634"/>
                </a:lnTo>
                <a:lnTo>
                  <a:pt x="1148310" y="228139"/>
                </a:lnTo>
                <a:lnTo>
                  <a:pt x="1110196" y="228139"/>
                </a:lnTo>
                <a:lnTo>
                  <a:pt x="1110196" y="178591"/>
                </a:lnTo>
                <a:lnTo>
                  <a:pt x="1148310" y="178591"/>
                </a:lnTo>
                <a:lnTo>
                  <a:pt x="1148310" y="106174"/>
                </a:lnTo>
                <a:lnTo>
                  <a:pt x="1265919" y="106174"/>
                </a:lnTo>
                <a:lnTo>
                  <a:pt x="1265919" y="55537"/>
                </a:lnTo>
                <a:close/>
              </a:path>
              <a:path w="3510279" h="480060">
                <a:moveTo>
                  <a:pt x="1282798" y="299467"/>
                </a:moveTo>
                <a:lnTo>
                  <a:pt x="1231616" y="305456"/>
                </a:lnTo>
                <a:lnTo>
                  <a:pt x="1187516" y="307498"/>
                </a:lnTo>
                <a:lnTo>
                  <a:pt x="1171723" y="307634"/>
                </a:lnTo>
                <a:lnTo>
                  <a:pt x="1283785" y="307634"/>
                </a:lnTo>
                <a:lnTo>
                  <a:pt x="1282798" y="299467"/>
                </a:lnTo>
                <a:close/>
              </a:path>
              <a:path w="3510279" h="480060">
                <a:moveTo>
                  <a:pt x="1148310" y="178591"/>
                </a:moveTo>
                <a:lnTo>
                  <a:pt x="1110196" y="178591"/>
                </a:lnTo>
                <a:lnTo>
                  <a:pt x="1110196" y="228139"/>
                </a:lnTo>
                <a:lnTo>
                  <a:pt x="1148310" y="228139"/>
                </a:lnTo>
                <a:lnTo>
                  <a:pt x="1148310" y="178591"/>
                </a:lnTo>
                <a:close/>
              </a:path>
              <a:path w="3510279" h="480060">
                <a:moveTo>
                  <a:pt x="1250673" y="178591"/>
                </a:moveTo>
                <a:lnTo>
                  <a:pt x="1148310" y="178591"/>
                </a:lnTo>
                <a:lnTo>
                  <a:pt x="1148310" y="228139"/>
                </a:lnTo>
                <a:lnTo>
                  <a:pt x="1250673" y="228139"/>
                </a:lnTo>
                <a:lnTo>
                  <a:pt x="1250673" y="178591"/>
                </a:lnTo>
                <a:close/>
              </a:path>
              <a:path w="3510279" h="480060">
                <a:moveTo>
                  <a:pt x="1323635" y="170424"/>
                </a:moveTo>
                <a:lnTo>
                  <a:pt x="1270819" y="170424"/>
                </a:lnTo>
                <a:lnTo>
                  <a:pt x="1270819" y="220516"/>
                </a:lnTo>
                <a:lnTo>
                  <a:pt x="1323635" y="220516"/>
                </a:lnTo>
                <a:lnTo>
                  <a:pt x="1323635" y="170424"/>
                </a:lnTo>
                <a:close/>
              </a:path>
              <a:path w="3510279" h="480060">
                <a:moveTo>
                  <a:pt x="1381350" y="170424"/>
                </a:moveTo>
                <a:lnTo>
                  <a:pt x="1360115" y="170424"/>
                </a:lnTo>
                <a:lnTo>
                  <a:pt x="1360115" y="220516"/>
                </a:lnTo>
                <a:lnTo>
                  <a:pt x="1381350" y="220516"/>
                </a:lnTo>
                <a:lnTo>
                  <a:pt x="1381350" y="170424"/>
                </a:lnTo>
                <a:close/>
              </a:path>
              <a:path w="3510279" h="480060">
                <a:moveTo>
                  <a:pt x="1481536" y="3266"/>
                </a:moveTo>
                <a:lnTo>
                  <a:pt x="1423276" y="3266"/>
                </a:lnTo>
                <a:lnTo>
                  <a:pt x="1423276" y="468257"/>
                </a:lnTo>
                <a:lnTo>
                  <a:pt x="1481536" y="468257"/>
                </a:lnTo>
                <a:lnTo>
                  <a:pt x="1481536" y="3266"/>
                </a:lnTo>
                <a:close/>
              </a:path>
              <a:path w="3510279" h="480060">
                <a:moveTo>
                  <a:pt x="1782333" y="32669"/>
                </a:moveTo>
                <a:lnTo>
                  <a:pt x="1721350" y="32669"/>
                </a:lnTo>
                <a:lnTo>
                  <a:pt x="1721350" y="79494"/>
                </a:lnTo>
                <a:lnTo>
                  <a:pt x="1720125" y="97769"/>
                </a:lnTo>
                <a:lnTo>
                  <a:pt x="1701749" y="146466"/>
                </a:lnTo>
                <a:lnTo>
                  <a:pt x="1662549" y="186384"/>
                </a:lnTo>
                <a:lnTo>
                  <a:pt x="1625898" y="209456"/>
                </a:lnTo>
                <a:lnTo>
                  <a:pt x="1581520" y="230964"/>
                </a:lnTo>
                <a:lnTo>
                  <a:pt x="1556371" y="241207"/>
                </a:lnTo>
                <a:lnTo>
                  <a:pt x="1574339" y="290755"/>
                </a:lnTo>
                <a:lnTo>
                  <a:pt x="1623208" y="268703"/>
                </a:lnTo>
                <a:lnTo>
                  <a:pt x="1665268" y="246107"/>
                </a:lnTo>
                <a:lnTo>
                  <a:pt x="1701204" y="221197"/>
                </a:lnTo>
                <a:lnTo>
                  <a:pt x="1730606" y="192203"/>
                </a:lnTo>
                <a:lnTo>
                  <a:pt x="1752057" y="160090"/>
                </a:lnTo>
                <a:lnTo>
                  <a:pt x="1750212" y="156948"/>
                </a:lnTo>
                <a:lnTo>
                  <a:pt x="1740954" y="136564"/>
                </a:lnTo>
                <a:lnTo>
                  <a:pt x="1733329" y="114342"/>
                </a:lnTo>
                <a:lnTo>
                  <a:pt x="1787003" y="114342"/>
                </a:lnTo>
                <a:lnTo>
                  <a:pt x="1783558" y="98007"/>
                </a:lnTo>
                <a:lnTo>
                  <a:pt x="1782333" y="79494"/>
                </a:lnTo>
                <a:lnTo>
                  <a:pt x="1782333" y="32669"/>
                </a:lnTo>
                <a:close/>
              </a:path>
              <a:path w="3510279" h="480060">
                <a:moveTo>
                  <a:pt x="1787003" y="114342"/>
                </a:moveTo>
                <a:lnTo>
                  <a:pt x="1770354" y="114342"/>
                </a:lnTo>
                <a:lnTo>
                  <a:pt x="1762970" y="136564"/>
                </a:lnTo>
                <a:lnTo>
                  <a:pt x="1753885" y="156948"/>
                </a:lnTo>
                <a:lnTo>
                  <a:pt x="1773621" y="192203"/>
                </a:lnTo>
                <a:lnTo>
                  <a:pt x="1803433" y="221605"/>
                </a:lnTo>
                <a:lnTo>
                  <a:pt x="1839504" y="246652"/>
                </a:lnTo>
                <a:lnTo>
                  <a:pt x="1881704" y="269112"/>
                </a:lnTo>
                <a:lnTo>
                  <a:pt x="1929888" y="290755"/>
                </a:lnTo>
                <a:lnTo>
                  <a:pt x="1947312" y="241207"/>
                </a:lnTo>
                <a:lnTo>
                  <a:pt x="1922130" y="231202"/>
                </a:lnTo>
                <a:lnTo>
                  <a:pt x="1898855" y="220789"/>
                </a:lnTo>
                <a:lnTo>
                  <a:pt x="1858016" y="198737"/>
                </a:lnTo>
                <a:lnTo>
                  <a:pt x="1825758" y="174371"/>
                </a:lnTo>
                <a:lnTo>
                  <a:pt x="1793359" y="131765"/>
                </a:lnTo>
                <a:lnTo>
                  <a:pt x="1787233" y="115431"/>
                </a:lnTo>
                <a:lnTo>
                  <a:pt x="1787003" y="114342"/>
                </a:lnTo>
                <a:close/>
              </a:path>
              <a:path w="3510279" h="480060">
                <a:moveTo>
                  <a:pt x="1770354" y="114342"/>
                </a:moveTo>
                <a:lnTo>
                  <a:pt x="1733329" y="114342"/>
                </a:lnTo>
                <a:lnTo>
                  <a:pt x="1740954" y="136564"/>
                </a:lnTo>
                <a:lnTo>
                  <a:pt x="1750212" y="156948"/>
                </a:lnTo>
                <a:lnTo>
                  <a:pt x="1752057" y="160090"/>
                </a:lnTo>
                <a:lnTo>
                  <a:pt x="1753885" y="156948"/>
                </a:lnTo>
                <a:lnTo>
                  <a:pt x="1762970" y="136564"/>
                </a:lnTo>
                <a:lnTo>
                  <a:pt x="1770354" y="114342"/>
                </a:lnTo>
                <a:close/>
              </a:path>
              <a:path w="3510279" h="480060">
                <a:moveTo>
                  <a:pt x="1968547" y="375695"/>
                </a:moveTo>
                <a:lnTo>
                  <a:pt x="1535136" y="375695"/>
                </a:lnTo>
                <a:lnTo>
                  <a:pt x="1535136" y="426332"/>
                </a:lnTo>
                <a:lnTo>
                  <a:pt x="1968547" y="426332"/>
                </a:lnTo>
                <a:lnTo>
                  <a:pt x="1968547" y="375695"/>
                </a:lnTo>
                <a:close/>
              </a:path>
              <a:path w="3510279" h="480060">
                <a:moveTo>
                  <a:pt x="2434868" y="375695"/>
                </a:moveTo>
                <a:lnTo>
                  <a:pt x="2001457" y="375695"/>
                </a:lnTo>
                <a:lnTo>
                  <a:pt x="2001457" y="426332"/>
                </a:lnTo>
                <a:lnTo>
                  <a:pt x="2434868" y="426332"/>
                </a:lnTo>
                <a:lnTo>
                  <a:pt x="2434868" y="375695"/>
                </a:lnTo>
                <a:close/>
              </a:path>
              <a:path w="3510279" h="480060">
                <a:moveTo>
                  <a:pt x="2382608" y="38114"/>
                </a:moveTo>
                <a:lnTo>
                  <a:pt x="2054827" y="38114"/>
                </a:lnTo>
                <a:lnTo>
                  <a:pt x="2054827" y="301645"/>
                </a:lnTo>
                <a:lnTo>
                  <a:pt x="2390775" y="301645"/>
                </a:lnTo>
                <a:lnTo>
                  <a:pt x="2390775" y="251552"/>
                </a:lnTo>
                <a:lnTo>
                  <a:pt x="2115799" y="251552"/>
                </a:lnTo>
                <a:lnTo>
                  <a:pt x="2115799" y="191114"/>
                </a:lnTo>
                <a:lnTo>
                  <a:pt x="2068429" y="191114"/>
                </a:lnTo>
                <a:lnTo>
                  <a:pt x="2068429" y="142655"/>
                </a:lnTo>
                <a:lnTo>
                  <a:pt x="2115799" y="142655"/>
                </a:lnTo>
                <a:lnTo>
                  <a:pt x="2115799" y="88206"/>
                </a:lnTo>
                <a:lnTo>
                  <a:pt x="2382608" y="88206"/>
                </a:lnTo>
                <a:lnTo>
                  <a:pt x="2382608" y="38114"/>
                </a:lnTo>
                <a:close/>
              </a:path>
              <a:path w="3510279" h="480060">
                <a:moveTo>
                  <a:pt x="2115799" y="142655"/>
                </a:moveTo>
                <a:lnTo>
                  <a:pt x="2068429" y="142655"/>
                </a:lnTo>
                <a:lnTo>
                  <a:pt x="2068429" y="191114"/>
                </a:lnTo>
                <a:lnTo>
                  <a:pt x="2115799" y="191114"/>
                </a:lnTo>
                <a:lnTo>
                  <a:pt x="2115799" y="142655"/>
                </a:lnTo>
                <a:close/>
              </a:path>
              <a:path w="3510279" h="480060">
                <a:moveTo>
                  <a:pt x="2373896" y="142655"/>
                </a:moveTo>
                <a:lnTo>
                  <a:pt x="2115799" y="142655"/>
                </a:lnTo>
                <a:lnTo>
                  <a:pt x="2115799" y="191114"/>
                </a:lnTo>
                <a:lnTo>
                  <a:pt x="2373896" y="191114"/>
                </a:lnTo>
                <a:lnTo>
                  <a:pt x="2373896" y="142655"/>
                </a:lnTo>
                <a:close/>
              </a:path>
              <a:path w="3510279" h="480060">
                <a:moveTo>
                  <a:pt x="2848436" y="26679"/>
                </a:moveTo>
                <a:lnTo>
                  <a:pt x="2630642" y="26679"/>
                </a:lnTo>
                <a:lnTo>
                  <a:pt x="2630642" y="76228"/>
                </a:lnTo>
                <a:lnTo>
                  <a:pt x="2786365" y="76228"/>
                </a:lnTo>
                <a:lnTo>
                  <a:pt x="2786365" y="87662"/>
                </a:lnTo>
                <a:lnTo>
                  <a:pt x="2774725" y="124619"/>
                </a:lnTo>
                <a:lnTo>
                  <a:pt x="2740080" y="155586"/>
                </a:lnTo>
                <a:lnTo>
                  <a:pt x="2704692" y="174235"/>
                </a:lnTo>
                <a:lnTo>
                  <a:pt x="2660179" y="192339"/>
                </a:lnTo>
                <a:lnTo>
                  <a:pt x="2606140" y="210716"/>
                </a:lnTo>
                <a:lnTo>
                  <a:pt x="2623564" y="259719"/>
                </a:lnTo>
                <a:lnTo>
                  <a:pt x="2690804" y="237395"/>
                </a:lnTo>
                <a:lnTo>
                  <a:pt x="2746617" y="212894"/>
                </a:lnTo>
                <a:lnTo>
                  <a:pt x="2790990" y="185397"/>
                </a:lnTo>
                <a:lnTo>
                  <a:pt x="2822845" y="155178"/>
                </a:lnTo>
                <a:lnTo>
                  <a:pt x="2842037" y="121420"/>
                </a:lnTo>
                <a:lnTo>
                  <a:pt x="2843336" y="116520"/>
                </a:lnTo>
                <a:lnTo>
                  <a:pt x="2823390" y="116520"/>
                </a:lnTo>
                <a:lnTo>
                  <a:pt x="2823390" y="68060"/>
                </a:lnTo>
                <a:lnTo>
                  <a:pt x="2848436" y="68060"/>
                </a:lnTo>
                <a:lnTo>
                  <a:pt x="2848436" y="26679"/>
                </a:lnTo>
                <a:close/>
              </a:path>
              <a:path w="3510279" h="480060">
                <a:moveTo>
                  <a:pt x="3000892" y="0"/>
                </a:moveTo>
                <a:lnTo>
                  <a:pt x="2939910" y="0"/>
                </a:lnTo>
                <a:lnTo>
                  <a:pt x="2939910" y="246107"/>
                </a:lnTo>
                <a:lnTo>
                  <a:pt x="3000892" y="246107"/>
                </a:lnTo>
                <a:lnTo>
                  <a:pt x="3000892" y="206360"/>
                </a:lnTo>
                <a:lnTo>
                  <a:pt x="2970946" y="206360"/>
                </a:lnTo>
                <a:lnTo>
                  <a:pt x="2970946" y="157900"/>
                </a:lnTo>
                <a:lnTo>
                  <a:pt x="3000892" y="157900"/>
                </a:lnTo>
                <a:lnTo>
                  <a:pt x="3000892" y="116520"/>
                </a:lnTo>
                <a:lnTo>
                  <a:pt x="2970946" y="116520"/>
                </a:lnTo>
                <a:lnTo>
                  <a:pt x="2970946" y="68060"/>
                </a:lnTo>
                <a:lnTo>
                  <a:pt x="3000892" y="68060"/>
                </a:lnTo>
                <a:lnTo>
                  <a:pt x="3000892" y="0"/>
                </a:lnTo>
                <a:close/>
              </a:path>
              <a:path w="3510279" h="480060">
                <a:moveTo>
                  <a:pt x="2939910" y="157900"/>
                </a:moveTo>
                <a:lnTo>
                  <a:pt x="2831557" y="157900"/>
                </a:lnTo>
                <a:lnTo>
                  <a:pt x="2831557" y="206360"/>
                </a:lnTo>
                <a:lnTo>
                  <a:pt x="2939910" y="206360"/>
                </a:lnTo>
                <a:lnTo>
                  <a:pt x="2939910" y="157900"/>
                </a:lnTo>
                <a:close/>
              </a:path>
              <a:path w="3510279" h="480060">
                <a:moveTo>
                  <a:pt x="3000892" y="157900"/>
                </a:moveTo>
                <a:lnTo>
                  <a:pt x="2970946" y="157900"/>
                </a:lnTo>
                <a:lnTo>
                  <a:pt x="2970946" y="206360"/>
                </a:lnTo>
                <a:lnTo>
                  <a:pt x="3000892" y="206360"/>
                </a:lnTo>
                <a:lnTo>
                  <a:pt x="3000892" y="157900"/>
                </a:lnTo>
                <a:close/>
              </a:path>
              <a:path w="3510279" h="480060">
                <a:moveTo>
                  <a:pt x="2848436" y="68060"/>
                </a:moveTo>
                <a:lnTo>
                  <a:pt x="2823390" y="68060"/>
                </a:lnTo>
                <a:lnTo>
                  <a:pt x="2823390" y="116520"/>
                </a:lnTo>
                <a:lnTo>
                  <a:pt x="2843336" y="116520"/>
                </a:lnTo>
                <a:lnTo>
                  <a:pt x="2846836" y="103316"/>
                </a:lnTo>
                <a:lnTo>
                  <a:pt x="2848436" y="84395"/>
                </a:lnTo>
                <a:lnTo>
                  <a:pt x="2848436" y="68060"/>
                </a:lnTo>
                <a:close/>
              </a:path>
              <a:path w="3510279" h="480060">
                <a:moveTo>
                  <a:pt x="2939910" y="68060"/>
                </a:moveTo>
                <a:lnTo>
                  <a:pt x="2848436" y="68060"/>
                </a:lnTo>
                <a:lnTo>
                  <a:pt x="2848436" y="84395"/>
                </a:lnTo>
                <a:lnTo>
                  <a:pt x="2846836" y="103316"/>
                </a:lnTo>
                <a:lnTo>
                  <a:pt x="2843336" y="116520"/>
                </a:lnTo>
                <a:lnTo>
                  <a:pt x="2939910" y="116520"/>
                </a:lnTo>
                <a:lnTo>
                  <a:pt x="2939910" y="68060"/>
                </a:lnTo>
                <a:close/>
              </a:path>
              <a:path w="3510279" h="480060">
                <a:moveTo>
                  <a:pt x="3000892" y="68060"/>
                </a:moveTo>
                <a:lnTo>
                  <a:pt x="2970946" y="68060"/>
                </a:lnTo>
                <a:lnTo>
                  <a:pt x="2970946" y="116520"/>
                </a:lnTo>
                <a:lnTo>
                  <a:pt x="3000892" y="116520"/>
                </a:lnTo>
                <a:lnTo>
                  <a:pt x="3000892" y="68060"/>
                </a:lnTo>
                <a:close/>
              </a:path>
              <a:path w="3510279" h="480060">
                <a:moveTo>
                  <a:pt x="3000892" y="265709"/>
                </a:moveTo>
                <a:lnTo>
                  <a:pt x="2686179" y="265709"/>
                </a:lnTo>
                <a:lnTo>
                  <a:pt x="2686179" y="313079"/>
                </a:lnTo>
                <a:lnTo>
                  <a:pt x="2939910" y="313079"/>
                </a:lnTo>
                <a:lnTo>
                  <a:pt x="2939910" y="343570"/>
                </a:lnTo>
                <a:lnTo>
                  <a:pt x="2685635" y="343570"/>
                </a:lnTo>
                <a:lnTo>
                  <a:pt x="2685635" y="467713"/>
                </a:lnTo>
                <a:lnTo>
                  <a:pt x="3019405" y="467713"/>
                </a:lnTo>
                <a:lnTo>
                  <a:pt x="3019405" y="420343"/>
                </a:lnTo>
                <a:lnTo>
                  <a:pt x="2747162" y="420343"/>
                </a:lnTo>
                <a:lnTo>
                  <a:pt x="2747162" y="388762"/>
                </a:lnTo>
                <a:lnTo>
                  <a:pt x="3000892" y="388762"/>
                </a:lnTo>
                <a:lnTo>
                  <a:pt x="3000892" y="265709"/>
                </a:lnTo>
                <a:close/>
              </a:path>
              <a:path w="3510279" h="480060">
                <a:moveTo>
                  <a:pt x="3442711" y="0"/>
                </a:moveTo>
                <a:lnTo>
                  <a:pt x="3381729" y="0"/>
                </a:lnTo>
                <a:lnTo>
                  <a:pt x="3381729" y="470435"/>
                </a:lnTo>
                <a:lnTo>
                  <a:pt x="3442711" y="470435"/>
                </a:lnTo>
                <a:lnTo>
                  <a:pt x="3442711" y="239029"/>
                </a:lnTo>
                <a:lnTo>
                  <a:pt x="3412220" y="239029"/>
                </a:lnTo>
                <a:lnTo>
                  <a:pt x="3412220" y="188936"/>
                </a:lnTo>
                <a:lnTo>
                  <a:pt x="3442711" y="188936"/>
                </a:lnTo>
                <a:lnTo>
                  <a:pt x="3442711" y="0"/>
                </a:lnTo>
                <a:close/>
              </a:path>
              <a:path w="3510279" h="480060">
                <a:moveTo>
                  <a:pt x="3442711" y="188936"/>
                </a:moveTo>
                <a:lnTo>
                  <a:pt x="3412220" y="188936"/>
                </a:lnTo>
                <a:lnTo>
                  <a:pt x="3412220" y="239029"/>
                </a:lnTo>
                <a:lnTo>
                  <a:pt x="3442711" y="239029"/>
                </a:lnTo>
                <a:lnTo>
                  <a:pt x="3442711" y="188936"/>
                </a:lnTo>
                <a:close/>
              </a:path>
              <a:path w="3510279" h="480060">
                <a:moveTo>
                  <a:pt x="3509683" y="188936"/>
                </a:moveTo>
                <a:lnTo>
                  <a:pt x="3442711" y="188936"/>
                </a:lnTo>
                <a:lnTo>
                  <a:pt x="3442711" y="239029"/>
                </a:lnTo>
                <a:lnTo>
                  <a:pt x="3509683" y="239029"/>
                </a:lnTo>
                <a:lnTo>
                  <a:pt x="3509683" y="188936"/>
                </a:lnTo>
                <a:close/>
              </a:path>
              <a:path w="3510279" h="480060">
                <a:moveTo>
                  <a:pt x="3156312" y="342481"/>
                </a:moveTo>
                <a:lnTo>
                  <a:pt x="3059938" y="342481"/>
                </a:lnTo>
                <a:lnTo>
                  <a:pt x="3059938" y="392574"/>
                </a:lnTo>
                <a:lnTo>
                  <a:pt x="3156311" y="392574"/>
                </a:lnTo>
                <a:lnTo>
                  <a:pt x="3184896" y="392165"/>
                </a:lnTo>
                <a:lnTo>
                  <a:pt x="3224917" y="390940"/>
                </a:lnTo>
                <a:lnTo>
                  <a:pt x="3298423" y="385495"/>
                </a:lnTo>
                <a:lnTo>
                  <a:pt x="3368661" y="376784"/>
                </a:lnTo>
                <a:lnTo>
                  <a:pt x="3367213" y="364805"/>
                </a:lnTo>
                <a:lnTo>
                  <a:pt x="3156312" y="364805"/>
                </a:lnTo>
                <a:lnTo>
                  <a:pt x="3156312" y="342481"/>
                </a:lnTo>
                <a:close/>
              </a:path>
              <a:path w="3510279" h="480060">
                <a:moveTo>
                  <a:pt x="3217294" y="194381"/>
                </a:moveTo>
                <a:lnTo>
                  <a:pt x="3156312" y="194381"/>
                </a:lnTo>
                <a:lnTo>
                  <a:pt x="3156312" y="364805"/>
                </a:lnTo>
                <a:lnTo>
                  <a:pt x="3217294" y="364805"/>
                </a:lnTo>
                <a:lnTo>
                  <a:pt x="3217294" y="342481"/>
                </a:lnTo>
                <a:lnTo>
                  <a:pt x="3153589" y="342481"/>
                </a:lnTo>
                <a:lnTo>
                  <a:pt x="3181252" y="342243"/>
                </a:lnTo>
                <a:lnTo>
                  <a:pt x="3208169" y="341528"/>
                </a:lnTo>
                <a:lnTo>
                  <a:pt x="3217294" y="341113"/>
                </a:lnTo>
                <a:lnTo>
                  <a:pt x="3217294" y="194381"/>
                </a:lnTo>
                <a:close/>
              </a:path>
              <a:path w="3510279" h="480060">
                <a:moveTo>
                  <a:pt x="3362672" y="327236"/>
                </a:moveTo>
                <a:lnTo>
                  <a:pt x="3310535" y="333905"/>
                </a:lnTo>
                <a:lnTo>
                  <a:pt x="3259764" y="338670"/>
                </a:lnTo>
                <a:lnTo>
                  <a:pt x="3217294" y="341113"/>
                </a:lnTo>
                <a:lnTo>
                  <a:pt x="3217294" y="364805"/>
                </a:lnTo>
                <a:lnTo>
                  <a:pt x="3367213" y="364805"/>
                </a:lnTo>
                <a:lnTo>
                  <a:pt x="3362672" y="327236"/>
                </a:lnTo>
                <a:close/>
              </a:path>
              <a:path w="3510279" h="480060">
                <a:moveTo>
                  <a:pt x="3217294" y="341113"/>
                </a:moveTo>
                <a:lnTo>
                  <a:pt x="3208169" y="341528"/>
                </a:lnTo>
                <a:lnTo>
                  <a:pt x="3181252" y="342243"/>
                </a:lnTo>
                <a:lnTo>
                  <a:pt x="3153589" y="342481"/>
                </a:lnTo>
                <a:lnTo>
                  <a:pt x="3217294" y="342481"/>
                </a:lnTo>
                <a:lnTo>
                  <a:pt x="3217294" y="341113"/>
                </a:lnTo>
                <a:close/>
              </a:path>
              <a:path w="3510279" h="480060">
                <a:moveTo>
                  <a:pt x="3331636" y="52270"/>
                </a:moveTo>
                <a:lnTo>
                  <a:pt x="3083895" y="52270"/>
                </a:lnTo>
                <a:lnTo>
                  <a:pt x="3083895" y="103452"/>
                </a:lnTo>
                <a:lnTo>
                  <a:pt x="3270654" y="103452"/>
                </a:lnTo>
                <a:lnTo>
                  <a:pt x="3270585" y="143812"/>
                </a:lnTo>
                <a:lnTo>
                  <a:pt x="3270421" y="152728"/>
                </a:lnTo>
                <a:lnTo>
                  <a:pt x="3270380" y="154906"/>
                </a:lnTo>
                <a:lnTo>
                  <a:pt x="3270127" y="162869"/>
                </a:lnTo>
                <a:lnTo>
                  <a:pt x="3270040" y="165591"/>
                </a:lnTo>
                <a:lnTo>
                  <a:pt x="3269691" y="173146"/>
                </a:lnTo>
                <a:lnTo>
                  <a:pt x="3269248" y="183695"/>
                </a:lnTo>
                <a:lnTo>
                  <a:pt x="3269155" y="186010"/>
                </a:lnTo>
                <a:lnTo>
                  <a:pt x="3268600" y="194381"/>
                </a:lnTo>
                <a:lnTo>
                  <a:pt x="3268473" y="196287"/>
                </a:lnTo>
                <a:lnTo>
                  <a:pt x="3267583" y="206020"/>
                </a:lnTo>
                <a:lnTo>
                  <a:pt x="3267521" y="206700"/>
                </a:lnTo>
                <a:lnTo>
                  <a:pt x="3266298" y="217249"/>
                </a:lnTo>
                <a:lnTo>
                  <a:pt x="3265071" y="228207"/>
                </a:lnTo>
                <a:lnTo>
                  <a:pt x="3263573" y="239845"/>
                </a:lnTo>
                <a:lnTo>
                  <a:pt x="3261804" y="252164"/>
                </a:lnTo>
                <a:lnTo>
                  <a:pt x="3259764" y="265164"/>
                </a:lnTo>
                <a:lnTo>
                  <a:pt x="3320747" y="271698"/>
                </a:lnTo>
                <a:lnTo>
                  <a:pt x="3322786" y="257099"/>
                </a:lnTo>
                <a:lnTo>
                  <a:pt x="3324555" y="243248"/>
                </a:lnTo>
                <a:lnTo>
                  <a:pt x="3326053" y="230147"/>
                </a:lnTo>
                <a:lnTo>
                  <a:pt x="3327280" y="217794"/>
                </a:lnTo>
                <a:lnTo>
                  <a:pt x="3328433" y="206700"/>
                </a:lnTo>
                <a:lnTo>
                  <a:pt x="3330547" y="173146"/>
                </a:lnTo>
                <a:lnTo>
                  <a:pt x="3330896" y="165591"/>
                </a:lnTo>
                <a:lnTo>
                  <a:pt x="3331022" y="162869"/>
                </a:lnTo>
                <a:lnTo>
                  <a:pt x="3331290" y="154906"/>
                </a:lnTo>
                <a:lnTo>
                  <a:pt x="3331363" y="152728"/>
                </a:lnTo>
                <a:lnTo>
                  <a:pt x="3331545" y="143812"/>
                </a:lnTo>
                <a:lnTo>
                  <a:pt x="3331636" y="52270"/>
                </a:lnTo>
                <a:close/>
              </a:path>
            </a:pathLst>
          </a:custGeom>
          <a:solidFill>
            <a:srgbClr val="0B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56506" y="2136060"/>
            <a:ext cx="838200" cy="52705"/>
          </a:xfrm>
          <a:custGeom>
            <a:avLst/>
            <a:gdLst/>
            <a:ahLst/>
            <a:cxnLst/>
            <a:rect l="l" t="t" r="r" b="b"/>
            <a:pathLst>
              <a:path w="838200" h="52705">
                <a:moveTo>
                  <a:pt x="811493" y="0"/>
                </a:moveTo>
                <a:lnTo>
                  <a:pt x="26177" y="0"/>
                </a:lnTo>
                <a:lnTo>
                  <a:pt x="15987" y="2057"/>
                </a:lnTo>
                <a:lnTo>
                  <a:pt x="7667" y="7667"/>
                </a:lnTo>
                <a:lnTo>
                  <a:pt x="2057" y="15987"/>
                </a:lnTo>
                <a:lnTo>
                  <a:pt x="0" y="26177"/>
                </a:lnTo>
                <a:lnTo>
                  <a:pt x="2057" y="36366"/>
                </a:lnTo>
                <a:lnTo>
                  <a:pt x="7667" y="44687"/>
                </a:lnTo>
                <a:lnTo>
                  <a:pt x="15987" y="50297"/>
                </a:lnTo>
                <a:lnTo>
                  <a:pt x="26177" y="52354"/>
                </a:lnTo>
                <a:lnTo>
                  <a:pt x="811493" y="52354"/>
                </a:lnTo>
                <a:lnTo>
                  <a:pt x="821682" y="50297"/>
                </a:lnTo>
                <a:lnTo>
                  <a:pt x="830003" y="44687"/>
                </a:lnTo>
                <a:lnTo>
                  <a:pt x="835613" y="36366"/>
                </a:lnTo>
                <a:lnTo>
                  <a:pt x="837670" y="26177"/>
                </a:lnTo>
                <a:lnTo>
                  <a:pt x="835613" y="15987"/>
                </a:lnTo>
                <a:lnTo>
                  <a:pt x="830003" y="7667"/>
                </a:lnTo>
                <a:lnTo>
                  <a:pt x="821682" y="2057"/>
                </a:lnTo>
                <a:lnTo>
                  <a:pt x="811493" y="0"/>
                </a:lnTo>
                <a:close/>
              </a:path>
            </a:pathLst>
          </a:custGeom>
          <a:solidFill>
            <a:srgbClr val="1BAF7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8351" y="2242622"/>
            <a:ext cx="5486063" cy="26752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246035" y="2732901"/>
            <a:ext cx="5466080" cy="1937385"/>
            <a:chOff x="1246035" y="2732901"/>
            <a:chExt cx="5466080" cy="1937385"/>
          </a:xfrm>
        </p:grpSpPr>
        <p:sp>
          <p:nvSpPr>
            <p:cNvPr id="6" name="object 6"/>
            <p:cNvSpPr/>
            <p:nvPr/>
          </p:nvSpPr>
          <p:spPr>
            <a:xfrm>
              <a:off x="1246035" y="2732901"/>
              <a:ext cx="5466080" cy="1937385"/>
            </a:xfrm>
            <a:custGeom>
              <a:avLst/>
              <a:gdLst/>
              <a:ahLst/>
              <a:cxnLst/>
              <a:rect l="l" t="t" r="r" b="b"/>
              <a:pathLst>
                <a:path w="5466080" h="1937385">
                  <a:moveTo>
                    <a:pt x="219888" y="0"/>
                  </a:moveTo>
                  <a:lnTo>
                    <a:pt x="170270" y="4483"/>
                  </a:lnTo>
                  <a:lnTo>
                    <a:pt x="124299" y="17315"/>
                  </a:lnTo>
                  <a:lnTo>
                    <a:pt x="83427" y="37569"/>
                  </a:lnTo>
                  <a:lnTo>
                    <a:pt x="49107" y="64317"/>
                  </a:lnTo>
                  <a:lnTo>
                    <a:pt x="22794" y="96630"/>
                  </a:lnTo>
                  <a:lnTo>
                    <a:pt x="5940" y="133582"/>
                  </a:lnTo>
                  <a:lnTo>
                    <a:pt x="0" y="174246"/>
                  </a:lnTo>
                  <a:lnTo>
                    <a:pt x="0" y="1762867"/>
                  </a:lnTo>
                  <a:lnTo>
                    <a:pt x="5840" y="1802840"/>
                  </a:lnTo>
                  <a:lnTo>
                    <a:pt x="5940" y="1803529"/>
                  </a:lnTo>
                  <a:lnTo>
                    <a:pt x="22794" y="1840480"/>
                  </a:lnTo>
                  <a:lnTo>
                    <a:pt x="49107" y="1872794"/>
                  </a:lnTo>
                  <a:lnTo>
                    <a:pt x="83427" y="1899542"/>
                  </a:lnTo>
                  <a:lnTo>
                    <a:pt x="124299" y="1919796"/>
                  </a:lnTo>
                  <a:lnTo>
                    <a:pt x="170270" y="1932629"/>
                  </a:lnTo>
                  <a:lnTo>
                    <a:pt x="219888" y="1937113"/>
                  </a:lnTo>
                  <a:lnTo>
                    <a:pt x="219888" y="1916172"/>
                  </a:lnTo>
                  <a:lnTo>
                    <a:pt x="166117" y="1910539"/>
                  </a:lnTo>
                  <a:lnTo>
                    <a:pt x="118346" y="1894741"/>
                  </a:lnTo>
                  <a:lnTo>
                    <a:pt x="78258" y="1870426"/>
                  </a:lnTo>
                  <a:lnTo>
                    <a:pt x="47538" y="1839242"/>
                  </a:lnTo>
                  <a:lnTo>
                    <a:pt x="27871" y="1802840"/>
                  </a:lnTo>
                  <a:lnTo>
                    <a:pt x="20941" y="1762867"/>
                  </a:lnTo>
                  <a:lnTo>
                    <a:pt x="20941" y="174246"/>
                  </a:lnTo>
                  <a:lnTo>
                    <a:pt x="27871" y="134273"/>
                  </a:lnTo>
                  <a:lnTo>
                    <a:pt x="47538" y="97870"/>
                  </a:lnTo>
                  <a:lnTo>
                    <a:pt x="78258" y="66687"/>
                  </a:lnTo>
                  <a:lnTo>
                    <a:pt x="118346" y="42372"/>
                  </a:lnTo>
                  <a:lnTo>
                    <a:pt x="166117" y="26574"/>
                  </a:lnTo>
                  <a:lnTo>
                    <a:pt x="219888" y="20941"/>
                  </a:lnTo>
                  <a:lnTo>
                    <a:pt x="219888" y="0"/>
                  </a:lnTo>
                  <a:close/>
                </a:path>
                <a:path w="5466080" h="1937385">
                  <a:moveTo>
                    <a:pt x="5245913" y="1916172"/>
                  </a:moveTo>
                  <a:lnTo>
                    <a:pt x="219888" y="1916172"/>
                  </a:lnTo>
                  <a:lnTo>
                    <a:pt x="219888" y="1937113"/>
                  </a:lnTo>
                  <a:lnTo>
                    <a:pt x="5245913" y="1937113"/>
                  </a:lnTo>
                  <a:lnTo>
                    <a:pt x="5245913" y="1916172"/>
                  </a:lnTo>
                  <a:close/>
                </a:path>
                <a:path w="5466080" h="1937385">
                  <a:moveTo>
                    <a:pt x="5245913" y="0"/>
                  </a:moveTo>
                  <a:lnTo>
                    <a:pt x="5245913" y="20941"/>
                  </a:lnTo>
                  <a:lnTo>
                    <a:pt x="5299683" y="26574"/>
                  </a:lnTo>
                  <a:lnTo>
                    <a:pt x="5347454" y="42372"/>
                  </a:lnTo>
                  <a:lnTo>
                    <a:pt x="5387542" y="66687"/>
                  </a:lnTo>
                  <a:lnTo>
                    <a:pt x="5418262" y="97870"/>
                  </a:lnTo>
                  <a:lnTo>
                    <a:pt x="5437930" y="134273"/>
                  </a:lnTo>
                  <a:lnTo>
                    <a:pt x="5444860" y="174246"/>
                  </a:lnTo>
                  <a:lnTo>
                    <a:pt x="5444860" y="1762867"/>
                  </a:lnTo>
                  <a:lnTo>
                    <a:pt x="5437930" y="1802840"/>
                  </a:lnTo>
                  <a:lnTo>
                    <a:pt x="5418262" y="1839242"/>
                  </a:lnTo>
                  <a:lnTo>
                    <a:pt x="5387542" y="1870426"/>
                  </a:lnTo>
                  <a:lnTo>
                    <a:pt x="5347454" y="1894741"/>
                  </a:lnTo>
                  <a:lnTo>
                    <a:pt x="5299683" y="1910539"/>
                  </a:lnTo>
                  <a:lnTo>
                    <a:pt x="5245913" y="1916172"/>
                  </a:lnTo>
                  <a:lnTo>
                    <a:pt x="5245913" y="1937113"/>
                  </a:lnTo>
                  <a:lnTo>
                    <a:pt x="5295530" y="1932629"/>
                  </a:lnTo>
                  <a:lnTo>
                    <a:pt x="5341502" y="1919796"/>
                  </a:lnTo>
                  <a:lnTo>
                    <a:pt x="5382374" y="1899542"/>
                  </a:lnTo>
                  <a:lnTo>
                    <a:pt x="5416694" y="1872794"/>
                  </a:lnTo>
                  <a:lnTo>
                    <a:pt x="5443007" y="1840480"/>
                  </a:lnTo>
                  <a:lnTo>
                    <a:pt x="5459861" y="1803529"/>
                  </a:lnTo>
                  <a:lnTo>
                    <a:pt x="5465802" y="1762867"/>
                  </a:lnTo>
                  <a:lnTo>
                    <a:pt x="5465802" y="174246"/>
                  </a:lnTo>
                  <a:lnTo>
                    <a:pt x="5459962" y="134273"/>
                  </a:lnTo>
                  <a:lnTo>
                    <a:pt x="5443007" y="96630"/>
                  </a:lnTo>
                  <a:lnTo>
                    <a:pt x="5416694" y="64317"/>
                  </a:lnTo>
                  <a:lnTo>
                    <a:pt x="5382374" y="37569"/>
                  </a:lnTo>
                  <a:lnTo>
                    <a:pt x="5341502" y="17315"/>
                  </a:lnTo>
                  <a:lnTo>
                    <a:pt x="5295530" y="4483"/>
                  </a:lnTo>
                  <a:lnTo>
                    <a:pt x="5245913" y="0"/>
                  </a:lnTo>
                  <a:close/>
                </a:path>
                <a:path w="5466080" h="1937385">
                  <a:moveTo>
                    <a:pt x="5245913" y="0"/>
                  </a:moveTo>
                  <a:lnTo>
                    <a:pt x="219888" y="0"/>
                  </a:lnTo>
                  <a:lnTo>
                    <a:pt x="219888" y="20941"/>
                  </a:lnTo>
                  <a:lnTo>
                    <a:pt x="5245913" y="20941"/>
                  </a:lnTo>
                  <a:lnTo>
                    <a:pt x="5245913" y="0"/>
                  </a:lnTo>
                  <a:close/>
                </a:path>
              </a:pathLst>
            </a:custGeom>
            <a:solidFill>
              <a:srgbClr val="E1E0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56506" y="2743371"/>
              <a:ext cx="5445125" cy="104775"/>
            </a:xfrm>
            <a:custGeom>
              <a:avLst/>
              <a:gdLst/>
              <a:ahLst/>
              <a:cxnLst/>
              <a:rect l="l" t="t" r="r" b="b"/>
              <a:pathLst>
                <a:path w="5445125" h="104775">
                  <a:moveTo>
                    <a:pt x="5392505" y="0"/>
                  </a:moveTo>
                  <a:lnTo>
                    <a:pt x="52354" y="0"/>
                  </a:lnTo>
                  <a:lnTo>
                    <a:pt x="31975" y="4114"/>
                  </a:lnTo>
                  <a:lnTo>
                    <a:pt x="15334" y="15334"/>
                  </a:lnTo>
                  <a:lnTo>
                    <a:pt x="4114" y="31975"/>
                  </a:lnTo>
                  <a:lnTo>
                    <a:pt x="0" y="52354"/>
                  </a:lnTo>
                  <a:lnTo>
                    <a:pt x="4114" y="72733"/>
                  </a:lnTo>
                  <a:lnTo>
                    <a:pt x="15334" y="89374"/>
                  </a:lnTo>
                  <a:lnTo>
                    <a:pt x="31975" y="100594"/>
                  </a:lnTo>
                  <a:lnTo>
                    <a:pt x="52354" y="104708"/>
                  </a:lnTo>
                  <a:lnTo>
                    <a:pt x="5392505" y="104708"/>
                  </a:lnTo>
                  <a:lnTo>
                    <a:pt x="5412882" y="100594"/>
                  </a:lnTo>
                  <a:lnTo>
                    <a:pt x="5429524" y="89374"/>
                  </a:lnTo>
                  <a:lnTo>
                    <a:pt x="5440745" y="72733"/>
                  </a:lnTo>
                  <a:lnTo>
                    <a:pt x="5444860" y="52354"/>
                  </a:lnTo>
                  <a:lnTo>
                    <a:pt x="5440745" y="31975"/>
                  </a:lnTo>
                  <a:lnTo>
                    <a:pt x="5429524" y="15334"/>
                  </a:lnTo>
                  <a:lnTo>
                    <a:pt x="5412882" y="4114"/>
                  </a:lnTo>
                  <a:lnTo>
                    <a:pt x="5392505" y="0"/>
                  </a:lnTo>
                  <a:close/>
                </a:path>
              </a:pathLst>
            </a:custGeom>
            <a:solidFill>
              <a:srgbClr val="008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0997" y="3226205"/>
              <a:ext cx="1184910" cy="221615"/>
            </a:xfrm>
            <a:custGeom>
              <a:avLst/>
              <a:gdLst/>
              <a:ahLst/>
              <a:cxnLst/>
              <a:rect l="l" t="t" r="r" b="b"/>
              <a:pathLst>
                <a:path w="1184910" h="221614">
                  <a:moveTo>
                    <a:pt x="85945" y="111326"/>
                  </a:moveTo>
                  <a:lnTo>
                    <a:pt x="0" y="111326"/>
                  </a:lnTo>
                  <a:lnTo>
                    <a:pt x="0" y="134446"/>
                  </a:lnTo>
                  <a:lnTo>
                    <a:pt x="200035" y="134446"/>
                  </a:lnTo>
                  <a:lnTo>
                    <a:pt x="200035" y="122383"/>
                  </a:lnTo>
                  <a:lnTo>
                    <a:pt x="85945" y="122383"/>
                  </a:lnTo>
                  <a:lnTo>
                    <a:pt x="85945" y="111326"/>
                  </a:lnTo>
                  <a:close/>
                </a:path>
                <a:path w="1184910" h="221614">
                  <a:moveTo>
                    <a:pt x="114090" y="90719"/>
                  </a:moveTo>
                  <a:lnTo>
                    <a:pt x="85945" y="90719"/>
                  </a:lnTo>
                  <a:lnTo>
                    <a:pt x="85945" y="122383"/>
                  </a:lnTo>
                  <a:lnTo>
                    <a:pt x="114090" y="122383"/>
                  </a:lnTo>
                  <a:lnTo>
                    <a:pt x="114090" y="90719"/>
                  </a:lnTo>
                  <a:close/>
                </a:path>
                <a:path w="1184910" h="221614">
                  <a:moveTo>
                    <a:pt x="200035" y="111326"/>
                  </a:moveTo>
                  <a:lnTo>
                    <a:pt x="114090" y="111326"/>
                  </a:lnTo>
                  <a:lnTo>
                    <a:pt x="114090" y="122383"/>
                  </a:lnTo>
                  <a:lnTo>
                    <a:pt x="200035" y="122383"/>
                  </a:lnTo>
                  <a:lnTo>
                    <a:pt x="200035" y="111326"/>
                  </a:lnTo>
                  <a:close/>
                </a:path>
                <a:path w="1184910" h="221614">
                  <a:moveTo>
                    <a:pt x="114090" y="45234"/>
                  </a:moveTo>
                  <a:lnTo>
                    <a:pt x="85945" y="45234"/>
                  </a:lnTo>
                  <a:lnTo>
                    <a:pt x="85945" y="55370"/>
                  </a:lnTo>
                  <a:lnTo>
                    <a:pt x="83180" y="59893"/>
                  </a:lnTo>
                  <a:lnTo>
                    <a:pt x="44763" y="73521"/>
                  </a:lnTo>
                  <a:lnTo>
                    <a:pt x="13570" y="76395"/>
                  </a:lnTo>
                  <a:lnTo>
                    <a:pt x="16334" y="99766"/>
                  </a:lnTo>
                  <a:lnTo>
                    <a:pt x="59055" y="93986"/>
                  </a:lnTo>
                  <a:lnTo>
                    <a:pt x="97332" y="77966"/>
                  </a:lnTo>
                  <a:lnTo>
                    <a:pt x="100017" y="75478"/>
                  </a:lnTo>
                  <a:lnTo>
                    <a:pt x="96939" y="72626"/>
                  </a:lnTo>
                  <a:lnTo>
                    <a:pt x="91772" y="66406"/>
                  </a:lnTo>
                  <a:lnTo>
                    <a:pt x="87201" y="59307"/>
                  </a:lnTo>
                  <a:lnTo>
                    <a:pt x="116496" y="59307"/>
                  </a:lnTo>
                  <a:lnTo>
                    <a:pt x="114090" y="55370"/>
                  </a:lnTo>
                  <a:lnTo>
                    <a:pt x="114090" y="45234"/>
                  </a:lnTo>
                  <a:close/>
                </a:path>
                <a:path w="1184910" h="221614">
                  <a:moveTo>
                    <a:pt x="116496" y="59307"/>
                  </a:moveTo>
                  <a:lnTo>
                    <a:pt x="112834" y="59307"/>
                  </a:lnTo>
                  <a:lnTo>
                    <a:pt x="108263" y="66406"/>
                  </a:lnTo>
                  <a:lnTo>
                    <a:pt x="103096" y="72626"/>
                  </a:lnTo>
                  <a:lnTo>
                    <a:pt x="100017" y="75478"/>
                  </a:lnTo>
                  <a:lnTo>
                    <a:pt x="102703" y="77966"/>
                  </a:lnTo>
                  <a:lnTo>
                    <a:pt x="109064" y="82427"/>
                  </a:lnTo>
                  <a:lnTo>
                    <a:pt x="150859" y="95667"/>
                  </a:lnTo>
                  <a:lnTo>
                    <a:pt x="183701" y="99766"/>
                  </a:lnTo>
                  <a:lnTo>
                    <a:pt x="186465" y="76395"/>
                  </a:lnTo>
                  <a:lnTo>
                    <a:pt x="175125" y="75657"/>
                  </a:lnTo>
                  <a:lnTo>
                    <a:pt x="164727" y="74699"/>
                  </a:lnTo>
                  <a:lnTo>
                    <a:pt x="127017" y="66186"/>
                  </a:lnTo>
                  <a:lnTo>
                    <a:pt x="116855" y="59893"/>
                  </a:lnTo>
                  <a:lnTo>
                    <a:pt x="116496" y="59307"/>
                  </a:lnTo>
                  <a:close/>
                </a:path>
                <a:path w="1184910" h="221614">
                  <a:moveTo>
                    <a:pt x="112834" y="59307"/>
                  </a:moveTo>
                  <a:lnTo>
                    <a:pt x="87201" y="59307"/>
                  </a:lnTo>
                  <a:lnTo>
                    <a:pt x="91772" y="66406"/>
                  </a:lnTo>
                  <a:lnTo>
                    <a:pt x="96939" y="72626"/>
                  </a:lnTo>
                  <a:lnTo>
                    <a:pt x="100017" y="75478"/>
                  </a:lnTo>
                  <a:lnTo>
                    <a:pt x="103096" y="72626"/>
                  </a:lnTo>
                  <a:lnTo>
                    <a:pt x="108263" y="66406"/>
                  </a:lnTo>
                  <a:lnTo>
                    <a:pt x="112834" y="59307"/>
                  </a:lnTo>
                  <a:close/>
                </a:path>
                <a:path w="1184910" h="221614">
                  <a:moveTo>
                    <a:pt x="175910" y="36438"/>
                  </a:moveTo>
                  <a:lnTo>
                    <a:pt x="24124" y="36438"/>
                  </a:lnTo>
                  <a:lnTo>
                    <a:pt x="24124" y="58553"/>
                  </a:lnTo>
                  <a:lnTo>
                    <a:pt x="83999" y="58553"/>
                  </a:lnTo>
                  <a:lnTo>
                    <a:pt x="85945" y="55370"/>
                  </a:lnTo>
                  <a:lnTo>
                    <a:pt x="85945" y="45234"/>
                  </a:lnTo>
                  <a:lnTo>
                    <a:pt x="175910" y="45234"/>
                  </a:lnTo>
                  <a:lnTo>
                    <a:pt x="175910" y="36438"/>
                  </a:lnTo>
                  <a:close/>
                </a:path>
                <a:path w="1184910" h="221614">
                  <a:moveTo>
                    <a:pt x="175910" y="45234"/>
                  </a:moveTo>
                  <a:lnTo>
                    <a:pt x="114090" y="45234"/>
                  </a:lnTo>
                  <a:lnTo>
                    <a:pt x="114090" y="55370"/>
                  </a:lnTo>
                  <a:lnTo>
                    <a:pt x="116036" y="58553"/>
                  </a:lnTo>
                  <a:lnTo>
                    <a:pt x="175910" y="58553"/>
                  </a:lnTo>
                  <a:lnTo>
                    <a:pt x="175910" y="45234"/>
                  </a:lnTo>
                  <a:close/>
                </a:path>
                <a:path w="1184910" h="221614">
                  <a:moveTo>
                    <a:pt x="100017" y="144247"/>
                  </a:moveTo>
                  <a:lnTo>
                    <a:pt x="51296" y="149477"/>
                  </a:lnTo>
                  <a:lnTo>
                    <a:pt x="20386" y="173429"/>
                  </a:lnTo>
                  <a:lnTo>
                    <a:pt x="19098" y="182696"/>
                  </a:lnTo>
                  <a:lnTo>
                    <a:pt x="20386" y="191962"/>
                  </a:lnTo>
                  <a:lnTo>
                    <a:pt x="51296" y="216025"/>
                  </a:lnTo>
                  <a:lnTo>
                    <a:pt x="100017" y="221396"/>
                  </a:lnTo>
                  <a:lnTo>
                    <a:pt x="118567" y="220799"/>
                  </a:lnTo>
                  <a:lnTo>
                    <a:pt x="160078" y="211847"/>
                  </a:lnTo>
                  <a:lnTo>
                    <a:pt x="176278" y="198779"/>
                  </a:lnTo>
                  <a:lnTo>
                    <a:pt x="100017" y="198779"/>
                  </a:lnTo>
                  <a:lnTo>
                    <a:pt x="87138" y="198559"/>
                  </a:lnTo>
                  <a:lnTo>
                    <a:pt x="47244" y="188727"/>
                  </a:lnTo>
                  <a:lnTo>
                    <a:pt x="47244" y="176832"/>
                  </a:lnTo>
                  <a:lnTo>
                    <a:pt x="87138" y="167084"/>
                  </a:lnTo>
                  <a:lnTo>
                    <a:pt x="100017" y="166864"/>
                  </a:lnTo>
                  <a:lnTo>
                    <a:pt x="176402" y="166864"/>
                  </a:lnTo>
                  <a:lnTo>
                    <a:pt x="175722" y="165482"/>
                  </a:lnTo>
                  <a:lnTo>
                    <a:pt x="134760" y="146571"/>
                  </a:lnTo>
                  <a:lnTo>
                    <a:pt x="118567" y="144828"/>
                  </a:lnTo>
                  <a:lnTo>
                    <a:pt x="100017" y="144247"/>
                  </a:lnTo>
                  <a:close/>
                </a:path>
                <a:path w="1184910" h="221614">
                  <a:moveTo>
                    <a:pt x="176402" y="166864"/>
                  </a:moveTo>
                  <a:lnTo>
                    <a:pt x="100017" y="166864"/>
                  </a:lnTo>
                  <a:lnTo>
                    <a:pt x="112897" y="167084"/>
                  </a:lnTo>
                  <a:lnTo>
                    <a:pt x="123891" y="167743"/>
                  </a:lnTo>
                  <a:lnTo>
                    <a:pt x="133001" y="168843"/>
                  </a:lnTo>
                  <a:lnTo>
                    <a:pt x="140226" y="170382"/>
                  </a:lnTo>
                  <a:lnTo>
                    <a:pt x="148602" y="172727"/>
                  </a:lnTo>
                  <a:lnTo>
                    <a:pt x="152791" y="176832"/>
                  </a:lnTo>
                  <a:lnTo>
                    <a:pt x="152791" y="188727"/>
                  </a:lnTo>
                  <a:lnTo>
                    <a:pt x="112897" y="198559"/>
                  </a:lnTo>
                  <a:lnTo>
                    <a:pt x="100017" y="198779"/>
                  </a:lnTo>
                  <a:lnTo>
                    <a:pt x="176278" y="198779"/>
                  </a:lnTo>
                  <a:lnTo>
                    <a:pt x="179633" y="191962"/>
                  </a:lnTo>
                  <a:lnTo>
                    <a:pt x="180936" y="182696"/>
                  </a:lnTo>
                  <a:lnTo>
                    <a:pt x="179633" y="173429"/>
                  </a:lnTo>
                  <a:lnTo>
                    <a:pt x="176510" y="167084"/>
                  </a:lnTo>
                  <a:lnTo>
                    <a:pt x="176402" y="166864"/>
                  </a:lnTo>
                  <a:close/>
                </a:path>
                <a:path w="1184910" h="221614">
                  <a:moveTo>
                    <a:pt x="138215" y="1507"/>
                  </a:moveTo>
                  <a:lnTo>
                    <a:pt x="60563" y="1507"/>
                  </a:lnTo>
                  <a:lnTo>
                    <a:pt x="60563" y="23873"/>
                  </a:lnTo>
                  <a:lnTo>
                    <a:pt x="138215" y="23873"/>
                  </a:lnTo>
                  <a:lnTo>
                    <a:pt x="138215" y="1507"/>
                  </a:lnTo>
                  <a:close/>
                </a:path>
                <a:path w="1184910" h="221614">
                  <a:moveTo>
                    <a:pt x="338386" y="146760"/>
                  </a:moveTo>
                  <a:lnTo>
                    <a:pt x="309989" y="146760"/>
                  </a:lnTo>
                  <a:lnTo>
                    <a:pt x="309989" y="215616"/>
                  </a:lnTo>
                  <a:lnTo>
                    <a:pt x="460518" y="215616"/>
                  </a:lnTo>
                  <a:lnTo>
                    <a:pt x="460518" y="192496"/>
                  </a:lnTo>
                  <a:lnTo>
                    <a:pt x="338386" y="192496"/>
                  </a:lnTo>
                  <a:lnTo>
                    <a:pt x="338386" y="146760"/>
                  </a:lnTo>
                  <a:close/>
                </a:path>
                <a:path w="1184910" h="221614">
                  <a:moveTo>
                    <a:pt x="449964" y="0"/>
                  </a:moveTo>
                  <a:lnTo>
                    <a:pt x="422069" y="0"/>
                  </a:lnTo>
                  <a:lnTo>
                    <a:pt x="422069" y="160079"/>
                  </a:lnTo>
                  <a:lnTo>
                    <a:pt x="449964" y="160079"/>
                  </a:lnTo>
                  <a:lnTo>
                    <a:pt x="449964" y="86447"/>
                  </a:lnTo>
                  <a:lnTo>
                    <a:pt x="435891" y="86447"/>
                  </a:lnTo>
                  <a:lnTo>
                    <a:pt x="435891" y="63327"/>
                  </a:lnTo>
                  <a:lnTo>
                    <a:pt x="449964" y="63327"/>
                  </a:lnTo>
                  <a:lnTo>
                    <a:pt x="449964" y="0"/>
                  </a:lnTo>
                  <a:close/>
                </a:path>
                <a:path w="1184910" h="221614">
                  <a:moveTo>
                    <a:pt x="391662" y="17088"/>
                  </a:moveTo>
                  <a:lnTo>
                    <a:pt x="286367" y="17088"/>
                  </a:lnTo>
                  <a:lnTo>
                    <a:pt x="286367" y="129922"/>
                  </a:lnTo>
                  <a:lnTo>
                    <a:pt x="335220" y="129922"/>
                  </a:lnTo>
                  <a:lnTo>
                    <a:pt x="357736" y="129420"/>
                  </a:lnTo>
                  <a:lnTo>
                    <a:pt x="398615" y="125734"/>
                  </a:lnTo>
                  <a:lnTo>
                    <a:pt x="404981" y="124896"/>
                  </a:lnTo>
                  <a:lnTo>
                    <a:pt x="403020" y="107054"/>
                  </a:lnTo>
                  <a:lnTo>
                    <a:pt x="314512" y="107054"/>
                  </a:lnTo>
                  <a:lnTo>
                    <a:pt x="314512" y="83432"/>
                  </a:lnTo>
                  <a:lnTo>
                    <a:pt x="296167" y="83432"/>
                  </a:lnTo>
                  <a:lnTo>
                    <a:pt x="296167" y="61317"/>
                  </a:lnTo>
                  <a:lnTo>
                    <a:pt x="314512" y="61317"/>
                  </a:lnTo>
                  <a:lnTo>
                    <a:pt x="314512" y="39705"/>
                  </a:lnTo>
                  <a:lnTo>
                    <a:pt x="391662" y="39705"/>
                  </a:lnTo>
                  <a:lnTo>
                    <a:pt x="391662" y="17088"/>
                  </a:lnTo>
                  <a:close/>
                </a:path>
                <a:path w="1184910" h="221614">
                  <a:moveTo>
                    <a:pt x="402468" y="102028"/>
                  </a:moveTo>
                  <a:lnTo>
                    <a:pt x="361851" y="106206"/>
                  </a:lnTo>
                  <a:lnTo>
                    <a:pt x="337381" y="107054"/>
                  </a:lnTo>
                  <a:lnTo>
                    <a:pt x="403020" y="107054"/>
                  </a:lnTo>
                  <a:lnTo>
                    <a:pt x="402927" y="106206"/>
                  </a:lnTo>
                  <a:lnTo>
                    <a:pt x="402854" y="105546"/>
                  </a:lnTo>
                  <a:lnTo>
                    <a:pt x="402758" y="104667"/>
                  </a:lnTo>
                  <a:lnTo>
                    <a:pt x="402661" y="103787"/>
                  </a:lnTo>
                  <a:lnTo>
                    <a:pt x="402565" y="102908"/>
                  </a:lnTo>
                  <a:lnTo>
                    <a:pt x="402468" y="102028"/>
                  </a:lnTo>
                  <a:close/>
                </a:path>
                <a:path w="1184910" h="221614">
                  <a:moveTo>
                    <a:pt x="449964" y="63327"/>
                  </a:moveTo>
                  <a:lnTo>
                    <a:pt x="435891" y="63327"/>
                  </a:lnTo>
                  <a:lnTo>
                    <a:pt x="435891" y="86447"/>
                  </a:lnTo>
                  <a:lnTo>
                    <a:pt x="449964" y="86447"/>
                  </a:lnTo>
                  <a:lnTo>
                    <a:pt x="449964" y="63327"/>
                  </a:lnTo>
                  <a:close/>
                </a:path>
                <a:path w="1184910" h="221614">
                  <a:moveTo>
                    <a:pt x="480874" y="63327"/>
                  </a:moveTo>
                  <a:lnTo>
                    <a:pt x="449964" y="63327"/>
                  </a:lnTo>
                  <a:lnTo>
                    <a:pt x="449964" y="86447"/>
                  </a:lnTo>
                  <a:lnTo>
                    <a:pt x="480874" y="86447"/>
                  </a:lnTo>
                  <a:lnTo>
                    <a:pt x="480874" y="63327"/>
                  </a:lnTo>
                  <a:close/>
                </a:path>
                <a:path w="1184910" h="221614">
                  <a:moveTo>
                    <a:pt x="314512" y="61317"/>
                  </a:moveTo>
                  <a:lnTo>
                    <a:pt x="296167" y="61317"/>
                  </a:lnTo>
                  <a:lnTo>
                    <a:pt x="296167" y="83432"/>
                  </a:lnTo>
                  <a:lnTo>
                    <a:pt x="314512" y="83432"/>
                  </a:lnTo>
                  <a:lnTo>
                    <a:pt x="314512" y="61317"/>
                  </a:lnTo>
                  <a:close/>
                </a:path>
                <a:path w="1184910" h="221614">
                  <a:moveTo>
                    <a:pt x="383872" y="61317"/>
                  </a:moveTo>
                  <a:lnTo>
                    <a:pt x="314512" y="61317"/>
                  </a:lnTo>
                  <a:lnTo>
                    <a:pt x="314512" y="83432"/>
                  </a:lnTo>
                  <a:lnTo>
                    <a:pt x="383872" y="83432"/>
                  </a:lnTo>
                  <a:lnTo>
                    <a:pt x="383872" y="61317"/>
                  </a:lnTo>
                  <a:close/>
                </a:path>
                <a:path w="1184910" h="221614">
                  <a:moveTo>
                    <a:pt x="578239" y="173398"/>
                  </a:moveTo>
                  <a:lnTo>
                    <a:pt x="492294" y="173398"/>
                  </a:lnTo>
                  <a:lnTo>
                    <a:pt x="492294" y="196769"/>
                  </a:lnTo>
                  <a:lnTo>
                    <a:pt x="692330" y="196769"/>
                  </a:lnTo>
                  <a:lnTo>
                    <a:pt x="692330" y="188476"/>
                  </a:lnTo>
                  <a:lnTo>
                    <a:pt x="578239" y="188476"/>
                  </a:lnTo>
                  <a:lnTo>
                    <a:pt x="578239" y="173398"/>
                  </a:lnTo>
                  <a:close/>
                </a:path>
                <a:path w="1184910" h="221614">
                  <a:moveTo>
                    <a:pt x="606385" y="118614"/>
                  </a:moveTo>
                  <a:lnTo>
                    <a:pt x="578239" y="118614"/>
                  </a:lnTo>
                  <a:lnTo>
                    <a:pt x="578239" y="188476"/>
                  </a:lnTo>
                  <a:lnTo>
                    <a:pt x="606385" y="188476"/>
                  </a:lnTo>
                  <a:lnTo>
                    <a:pt x="606385" y="118614"/>
                  </a:lnTo>
                  <a:close/>
                </a:path>
                <a:path w="1184910" h="221614">
                  <a:moveTo>
                    <a:pt x="692330" y="173398"/>
                  </a:moveTo>
                  <a:lnTo>
                    <a:pt x="606385" y="173398"/>
                  </a:lnTo>
                  <a:lnTo>
                    <a:pt x="606385" y="188476"/>
                  </a:lnTo>
                  <a:lnTo>
                    <a:pt x="692330" y="188476"/>
                  </a:lnTo>
                  <a:lnTo>
                    <a:pt x="692330" y="173398"/>
                  </a:lnTo>
                  <a:close/>
                </a:path>
                <a:path w="1184910" h="221614">
                  <a:moveTo>
                    <a:pt x="606385" y="14575"/>
                  </a:moveTo>
                  <a:lnTo>
                    <a:pt x="578239" y="14575"/>
                  </a:lnTo>
                  <a:lnTo>
                    <a:pt x="578239" y="34679"/>
                  </a:lnTo>
                  <a:lnTo>
                    <a:pt x="577649" y="42846"/>
                  </a:lnTo>
                  <a:lnTo>
                    <a:pt x="576104" y="49757"/>
                  </a:lnTo>
                  <a:lnTo>
                    <a:pt x="575978" y="50323"/>
                  </a:lnTo>
                  <a:lnTo>
                    <a:pt x="573151" y="57438"/>
                  </a:lnTo>
                  <a:lnTo>
                    <a:pt x="543309" y="86950"/>
                  </a:lnTo>
                  <a:lnTo>
                    <a:pt x="502095" y="105546"/>
                  </a:lnTo>
                  <a:lnTo>
                    <a:pt x="510137" y="128666"/>
                  </a:lnTo>
                  <a:lnTo>
                    <a:pt x="552355" y="109064"/>
                  </a:lnTo>
                  <a:lnTo>
                    <a:pt x="583014" y="84688"/>
                  </a:lnTo>
                  <a:lnTo>
                    <a:pt x="592388" y="71034"/>
                  </a:lnTo>
                  <a:lnTo>
                    <a:pt x="591181" y="68982"/>
                  </a:lnTo>
                  <a:lnTo>
                    <a:pt x="587066" y="59778"/>
                  </a:lnTo>
                  <a:lnTo>
                    <a:pt x="583768" y="49757"/>
                  </a:lnTo>
                  <a:lnTo>
                    <a:pt x="608422" y="49757"/>
                  </a:lnTo>
                  <a:lnTo>
                    <a:pt x="606935" y="42846"/>
                  </a:lnTo>
                  <a:lnTo>
                    <a:pt x="606385" y="34679"/>
                  </a:lnTo>
                  <a:lnTo>
                    <a:pt x="606385" y="14575"/>
                  </a:lnTo>
                  <a:close/>
                </a:path>
                <a:path w="1184910" h="221614">
                  <a:moveTo>
                    <a:pt x="608422" y="49757"/>
                  </a:moveTo>
                  <a:lnTo>
                    <a:pt x="600857" y="49757"/>
                  </a:lnTo>
                  <a:lnTo>
                    <a:pt x="597661" y="59778"/>
                  </a:lnTo>
                  <a:lnTo>
                    <a:pt x="593595" y="68982"/>
                  </a:lnTo>
                  <a:lnTo>
                    <a:pt x="592388" y="71034"/>
                  </a:lnTo>
                  <a:lnTo>
                    <a:pt x="596030" y="77228"/>
                  </a:lnTo>
                  <a:lnTo>
                    <a:pt x="596113" y="77369"/>
                  </a:lnTo>
                  <a:lnTo>
                    <a:pt x="623725" y="103928"/>
                  </a:lnTo>
                  <a:lnTo>
                    <a:pt x="663148" y="123970"/>
                  </a:lnTo>
                  <a:lnTo>
                    <a:pt x="674739" y="128666"/>
                  </a:lnTo>
                  <a:lnTo>
                    <a:pt x="682530" y="105546"/>
                  </a:lnTo>
                  <a:lnTo>
                    <a:pt x="670797" y="101196"/>
                  </a:lnTo>
                  <a:lnTo>
                    <a:pt x="659975" y="96688"/>
                  </a:lnTo>
                  <a:lnTo>
                    <a:pt x="626175" y="76458"/>
                  </a:lnTo>
                  <a:lnTo>
                    <a:pt x="608544" y="50323"/>
                  </a:lnTo>
                  <a:lnTo>
                    <a:pt x="608422" y="49757"/>
                  </a:lnTo>
                  <a:close/>
                </a:path>
                <a:path w="1184910" h="221614">
                  <a:moveTo>
                    <a:pt x="600857" y="49757"/>
                  </a:moveTo>
                  <a:lnTo>
                    <a:pt x="583768" y="49757"/>
                  </a:lnTo>
                  <a:lnTo>
                    <a:pt x="587066" y="59778"/>
                  </a:lnTo>
                  <a:lnTo>
                    <a:pt x="591181" y="68982"/>
                  </a:lnTo>
                  <a:lnTo>
                    <a:pt x="592388" y="71034"/>
                  </a:lnTo>
                  <a:lnTo>
                    <a:pt x="593595" y="68982"/>
                  </a:lnTo>
                  <a:lnTo>
                    <a:pt x="597661" y="59778"/>
                  </a:lnTo>
                  <a:lnTo>
                    <a:pt x="600857" y="49757"/>
                  </a:lnTo>
                  <a:close/>
                </a:path>
                <a:path w="1184910" h="221614">
                  <a:moveTo>
                    <a:pt x="959851" y="1256"/>
                  </a:moveTo>
                  <a:lnTo>
                    <a:pt x="932962" y="1256"/>
                  </a:lnTo>
                  <a:lnTo>
                    <a:pt x="932962" y="216119"/>
                  </a:lnTo>
                  <a:lnTo>
                    <a:pt x="959851" y="216119"/>
                  </a:lnTo>
                  <a:lnTo>
                    <a:pt x="959851" y="104541"/>
                  </a:lnTo>
                  <a:lnTo>
                    <a:pt x="944773" y="104541"/>
                  </a:lnTo>
                  <a:lnTo>
                    <a:pt x="944773" y="81421"/>
                  </a:lnTo>
                  <a:lnTo>
                    <a:pt x="959851" y="81421"/>
                  </a:lnTo>
                  <a:lnTo>
                    <a:pt x="959851" y="1256"/>
                  </a:lnTo>
                  <a:close/>
                </a:path>
                <a:path w="1184910" h="221614">
                  <a:moveTo>
                    <a:pt x="911098" y="3518"/>
                  </a:moveTo>
                  <a:lnTo>
                    <a:pt x="884461" y="3518"/>
                  </a:lnTo>
                  <a:lnTo>
                    <a:pt x="884461" y="207575"/>
                  </a:lnTo>
                  <a:lnTo>
                    <a:pt x="911098" y="207575"/>
                  </a:lnTo>
                  <a:lnTo>
                    <a:pt x="911098" y="104541"/>
                  </a:lnTo>
                  <a:lnTo>
                    <a:pt x="895518" y="104541"/>
                  </a:lnTo>
                  <a:lnTo>
                    <a:pt x="895518" y="81421"/>
                  </a:lnTo>
                  <a:lnTo>
                    <a:pt x="911098" y="81421"/>
                  </a:lnTo>
                  <a:lnTo>
                    <a:pt x="911098" y="3518"/>
                  </a:lnTo>
                  <a:close/>
                </a:path>
                <a:path w="1184910" h="221614">
                  <a:moveTo>
                    <a:pt x="911098" y="81421"/>
                  </a:moveTo>
                  <a:lnTo>
                    <a:pt x="895518" y="81421"/>
                  </a:lnTo>
                  <a:lnTo>
                    <a:pt x="895518" y="104541"/>
                  </a:lnTo>
                  <a:lnTo>
                    <a:pt x="911098" y="104541"/>
                  </a:lnTo>
                  <a:lnTo>
                    <a:pt x="911098" y="81421"/>
                  </a:lnTo>
                  <a:close/>
                </a:path>
                <a:path w="1184910" h="221614">
                  <a:moveTo>
                    <a:pt x="932962" y="81421"/>
                  </a:moveTo>
                  <a:lnTo>
                    <a:pt x="911098" y="81421"/>
                  </a:lnTo>
                  <a:lnTo>
                    <a:pt x="911098" y="104541"/>
                  </a:lnTo>
                  <a:lnTo>
                    <a:pt x="932962" y="104541"/>
                  </a:lnTo>
                  <a:lnTo>
                    <a:pt x="932962" y="81421"/>
                  </a:lnTo>
                  <a:close/>
                </a:path>
                <a:path w="1184910" h="221614">
                  <a:moveTo>
                    <a:pt x="959851" y="81421"/>
                  </a:moveTo>
                  <a:lnTo>
                    <a:pt x="944773" y="81421"/>
                  </a:lnTo>
                  <a:lnTo>
                    <a:pt x="944773" y="104541"/>
                  </a:lnTo>
                  <a:lnTo>
                    <a:pt x="959851" y="104541"/>
                  </a:lnTo>
                  <a:lnTo>
                    <a:pt x="959851" y="81421"/>
                  </a:lnTo>
                  <a:close/>
                </a:path>
                <a:path w="1184910" h="221614">
                  <a:moveTo>
                    <a:pt x="806055" y="20606"/>
                  </a:moveTo>
                  <a:lnTo>
                    <a:pt x="778663" y="20606"/>
                  </a:lnTo>
                  <a:lnTo>
                    <a:pt x="778663" y="162340"/>
                  </a:lnTo>
                  <a:lnTo>
                    <a:pt x="864356" y="162340"/>
                  </a:lnTo>
                  <a:lnTo>
                    <a:pt x="864356" y="139221"/>
                  </a:lnTo>
                  <a:lnTo>
                    <a:pt x="806055" y="139221"/>
                  </a:lnTo>
                  <a:lnTo>
                    <a:pt x="806055" y="92227"/>
                  </a:lnTo>
                  <a:lnTo>
                    <a:pt x="784191" y="92227"/>
                  </a:lnTo>
                  <a:lnTo>
                    <a:pt x="784191" y="69359"/>
                  </a:lnTo>
                  <a:lnTo>
                    <a:pt x="806055" y="69359"/>
                  </a:lnTo>
                  <a:lnTo>
                    <a:pt x="806055" y="20606"/>
                  </a:lnTo>
                  <a:close/>
                </a:path>
                <a:path w="1184910" h="221614">
                  <a:moveTo>
                    <a:pt x="864356" y="20606"/>
                  </a:moveTo>
                  <a:lnTo>
                    <a:pt x="836462" y="20606"/>
                  </a:lnTo>
                  <a:lnTo>
                    <a:pt x="836462" y="139221"/>
                  </a:lnTo>
                  <a:lnTo>
                    <a:pt x="864356" y="139221"/>
                  </a:lnTo>
                  <a:lnTo>
                    <a:pt x="864356" y="92227"/>
                  </a:lnTo>
                  <a:lnTo>
                    <a:pt x="859330" y="92227"/>
                  </a:lnTo>
                  <a:lnTo>
                    <a:pt x="859330" y="69359"/>
                  </a:lnTo>
                  <a:lnTo>
                    <a:pt x="864356" y="69359"/>
                  </a:lnTo>
                  <a:lnTo>
                    <a:pt x="864356" y="20606"/>
                  </a:lnTo>
                  <a:close/>
                </a:path>
                <a:path w="1184910" h="221614">
                  <a:moveTo>
                    <a:pt x="806055" y="69359"/>
                  </a:moveTo>
                  <a:lnTo>
                    <a:pt x="784191" y="69359"/>
                  </a:lnTo>
                  <a:lnTo>
                    <a:pt x="784191" y="92227"/>
                  </a:lnTo>
                  <a:lnTo>
                    <a:pt x="806055" y="92227"/>
                  </a:lnTo>
                  <a:lnTo>
                    <a:pt x="806055" y="69359"/>
                  </a:lnTo>
                  <a:close/>
                </a:path>
                <a:path w="1184910" h="221614">
                  <a:moveTo>
                    <a:pt x="836462" y="69359"/>
                  </a:moveTo>
                  <a:lnTo>
                    <a:pt x="806055" y="69359"/>
                  </a:lnTo>
                  <a:lnTo>
                    <a:pt x="806055" y="92227"/>
                  </a:lnTo>
                  <a:lnTo>
                    <a:pt x="836462" y="92227"/>
                  </a:lnTo>
                  <a:lnTo>
                    <a:pt x="836462" y="69359"/>
                  </a:lnTo>
                  <a:close/>
                </a:path>
                <a:path w="1184910" h="221614">
                  <a:moveTo>
                    <a:pt x="864356" y="69359"/>
                  </a:moveTo>
                  <a:lnTo>
                    <a:pt x="859330" y="69359"/>
                  </a:lnTo>
                  <a:lnTo>
                    <a:pt x="859330" y="92227"/>
                  </a:lnTo>
                  <a:lnTo>
                    <a:pt x="864356" y="92227"/>
                  </a:lnTo>
                  <a:lnTo>
                    <a:pt x="864356" y="69359"/>
                  </a:lnTo>
                  <a:close/>
                </a:path>
                <a:path w="1184910" h="221614">
                  <a:moveTo>
                    <a:pt x="1070532" y="136456"/>
                  </a:moveTo>
                  <a:lnTo>
                    <a:pt x="1009217" y="136456"/>
                  </a:lnTo>
                  <a:lnTo>
                    <a:pt x="1009217" y="156812"/>
                  </a:lnTo>
                  <a:lnTo>
                    <a:pt x="1132352" y="156812"/>
                  </a:lnTo>
                  <a:lnTo>
                    <a:pt x="1132352" y="166361"/>
                  </a:lnTo>
                  <a:lnTo>
                    <a:pt x="1008966" y="166361"/>
                  </a:lnTo>
                  <a:lnTo>
                    <a:pt x="1008966" y="215867"/>
                  </a:lnTo>
                  <a:lnTo>
                    <a:pt x="1169294" y="215867"/>
                  </a:lnTo>
                  <a:lnTo>
                    <a:pt x="1169294" y="195009"/>
                  </a:lnTo>
                  <a:lnTo>
                    <a:pt x="1037112" y="195009"/>
                  </a:lnTo>
                  <a:lnTo>
                    <a:pt x="1037112" y="185209"/>
                  </a:lnTo>
                  <a:lnTo>
                    <a:pt x="1160498" y="185209"/>
                  </a:lnTo>
                  <a:lnTo>
                    <a:pt x="1160498" y="146760"/>
                  </a:lnTo>
                  <a:lnTo>
                    <a:pt x="1070532" y="146760"/>
                  </a:lnTo>
                  <a:lnTo>
                    <a:pt x="1070532" y="136456"/>
                  </a:lnTo>
                  <a:close/>
                </a:path>
                <a:path w="1184910" h="221614">
                  <a:moveTo>
                    <a:pt x="1098678" y="112331"/>
                  </a:moveTo>
                  <a:lnTo>
                    <a:pt x="1070532" y="112331"/>
                  </a:lnTo>
                  <a:lnTo>
                    <a:pt x="1070532" y="146760"/>
                  </a:lnTo>
                  <a:lnTo>
                    <a:pt x="1098678" y="146760"/>
                  </a:lnTo>
                  <a:lnTo>
                    <a:pt x="1098678" y="112331"/>
                  </a:lnTo>
                  <a:close/>
                </a:path>
                <a:path w="1184910" h="221614">
                  <a:moveTo>
                    <a:pt x="1160498" y="136456"/>
                  </a:moveTo>
                  <a:lnTo>
                    <a:pt x="1098678" y="136456"/>
                  </a:lnTo>
                  <a:lnTo>
                    <a:pt x="1098678" y="146760"/>
                  </a:lnTo>
                  <a:lnTo>
                    <a:pt x="1160498" y="146760"/>
                  </a:lnTo>
                  <a:lnTo>
                    <a:pt x="1160498" y="136456"/>
                  </a:lnTo>
                  <a:close/>
                </a:path>
                <a:path w="1184910" h="221614">
                  <a:moveTo>
                    <a:pt x="1184623" y="102531"/>
                  </a:moveTo>
                  <a:lnTo>
                    <a:pt x="984590" y="102531"/>
                  </a:lnTo>
                  <a:lnTo>
                    <a:pt x="984590" y="125148"/>
                  </a:lnTo>
                  <a:lnTo>
                    <a:pt x="1070532" y="125148"/>
                  </a:lnTo>
                  <a:lnTo>
                    <a:pt x="1070532" y="112331"/>
                  </a:lnTo>
                  <a:lnTo>
                    <a:pt x="1184623" y="112331"/>
                  </a:lnTo>
                  <a:lnTo>
                    <a:pt x="1184623" y="102531"/>
                  </a:lnTo>
                  <a:close/>
                </a:path>
                <a:path w="1184910" h="221614">
                  <a:moveTo>
                    <a:pt x="1184623" y="112331"/>
                  </a:moveTo>
                  <a:lnTo>
                    <a:pt x="1098678" y="112331"/>
                  </a:lnTo>
                  <a:lnTo>
                    <a:pt x="1098678" y="125148"/>
                  </a:lnTo>
                  <a:lnTo>
                    <a:pt x="1184623" y="125148"/>
                  </a:lnTo>
                  <a:lnTo>
                    <a:pt x="1184623" y="112331"/>
                  </a:lnTo>
                  <a:close/>
                </a:path>
                <a:path w="1184910" h="221614">
                  <a:moveTo>
                    <a:pt x="1098678" y="42972"/>
                  </a:moveTo>
                  <a:lnTo>
                    <a:pt x="1070532" y="42972"/>
                  </a:lnTo>
                  <a:lnTo>
                    <a:pt x="1070532" y="52857"/>
                  </a:lnTo>
                  <a:lnTo>
                    <a:pt x="1067768" y="57380"/>
                  </a:lnTo>
                  <a:lnTo>
                    <a:pt x="1029353" y="70741"/>
                  </a:lnTo>
                  <a:lnTo>
                    <a:pt x="1019373" y="71934"/>
                  </a:lnTo>
                  <a:lnTo>
                    <a:pt x="1019155" y="71934"/>
                  </a:lnTo>
                  <a:lnTo>
                    <a:pt x="1009217" y="72767"/>
                  </a:lnTo>
                  <a:lnTo>
                    <a:pt x="998160" y="73379"/>
                  </a:lnTo>
                  <a:lnTo>
                    <a:pt x="1000924" y="96751"/>
                  </a:lnTo>
                  <a:lnTo>
                    <a:pt x="1012641" y="95557"/>
                  </a:lnTo>
                  <a:lnTo>
                    <a:pt x="1052611" y="89196"/>
                  </a:lnTo>
                  <a:lnTo>
                    <a:pt x="1084605" y="72999"/>
                  </a:lnTo>
                  <a:lnTo>
                    <a:pt x="1081464" y="70113"/>
                  </a:lnTo>
                  <a:lnTo>
                    <a:pt x="1076218" y="63893"/>
                  </a:lnTo>
                  <a:lnTo>
                    <a:pt x="1071538" y="56794"/>
                  </a:lnTo>
                  <a:lnTo>
                    <a:pt x="1101084" y="56794"/>
                  </a:lnTo>
                  <a:lnTo>
                    <a:pt x="1098678" y="52857"/>
                  </a:lnTo>
                  <a:lnTo>
                    <a:pt x="1098678" y="42972"/>
                  </a:lnTo>
                  <a:close/>
                </a:path>
                <a:path w="1184910" h="221614">
                  <a:moveTo>
                    <a:pt x="1101084" y="56794"/>
                  </a:moveTo>
                  <a:lnTo>
                    <a:pt x="1097673" y="56794"/>
                  </a:lnTo>
                  <a:lnTo>
                    <a:pt x="1092992" y="63893"/>
                  </a:lnTo>
                  <a:lnTo>
                    <a:pt x="1087746" y="70113"/>
                  </a:lnTo>
                  <a:lnTo>
                    <a:pt x="1084605" y="72999"/>
                  </a:lnTo>
                  <a:lnTo>
                    <a:pt x="1087275" y="75453"/>
                  </a:lnTo>
                  <a:lnTo>
                    <a:pt x="1093652" y="79914"/>
                  </a:lnTo>
                  <a:lnTo>
                    <a:pt x="1135211" y="92793"/>
                  </a:lnTo>
                  <a:lnTo>
                    <a:pt x="1168289" y="96751"/>
                  </a:lnTo>
                  <a:lnTo>
                    <a:pt x="1171053" y="73379"/>
                  </a:lnTo>
                  <a:lnTo>
                    <a:pt x="1159713" y="72767"/>
                  </a:lnTo>
                  <a:lnTo>
                    <a:pt x="1149315" y="71934"/>
                  </a:lnTo>
                  <a:lnTo>
                    <a:pt x="1111604" y="63673"/>
                  </a:lnTo>
                  <a:lnTo>
                    <a:pt x="1101442" y="57380"/>
                  </a:lnTo>
                  <a:lnTo>
                    <a:pt x="1101084" y="56794"/>
                  </a:lnTo>
                  <a:close/>
                </a:path>
                <a:path w="1184910" h="221614">
                  <a:moveTo>
                    <a:pt x="1097673" y="56794"/>
                  </a:moveTo>
                  <a:lnTo>
                    <a:pt x="1071538" y="56794"/>
                  </a:lnTo>
                  <a:lnTo>
                    <a:pt x="1076218" y="63893"/>
                  </a:lnTo>
                  <a:lnTo>
                    <a:pt x="1081464" y="70113"/>
                  </a:lnTo>
                  <a:lnTo>
                    <a:pt x="1084605" y="72999"/>
                  </a:lnTo>
                  <a:lnTo>
                    <a:pt x="1087746" y="70113"/>
                  </a:lnTo>
                  <a:lnTo>
                    <a:pt x="1092992" y="63893"/>
                  </a:lnTo>
                  <a:lnTo>
                    <a:pt x="1097673" y="56794"/>
                  </a:lnTo>
                  <a:close/>
                </a:path>
                <a:path w="1184910" h="221614">
                  <a:moveTo>
                    <a:pt x="1160498" y="34176"/>
                  </a:moveTo>
                  <a:lnTo>
                    <a:pt x="1008715" y="34176"/>
                  </a:lnTo>
                  <a:lnTo>
                    <a:pt x="1008715" y="56291"/>
                  </a:lnTo>
                  <a:lnTo>
                    <a:pt x="1068434" y="56291"/>
                  </a:lnTo>
                  <a:lnTo>
                    <a:pt x="1070532" y="52857"/>
                  </a:lnTo>
                  <a:lnTo>
                    <a:pt x="1070532" y="42972"/>
                  </a:lnTo>
                  <a:lnTo>
                    <a:pt x="1160498" y="42972"/>
                  </a:lnTo>
                  <a:lnTo>
                    <a:pt x="1160498" y="34176"/>
                  </a:lnTo>
                  <a:close/>
                </a:path>
                <a:path w="1184910" h="221614">
                  <a:moveTo>
                    <a:pt x="1160498" y="42972"/>
                  </a:moveTo>
                  <a:lnTo>
                    <a:pt x="1098678" y="42972"/>
                  </a:lnTo>
                  <a:lnTo>
                    <a:pt x="1098678" y="52857"/>
                  </a:lnTo>
                  <a:lnTo>
                    <a:pt x="1100777" y="56291"/>
                  </a:lnTo>
                  <a:lnTo>
                    <a:pt x="1160498" y="56291"/>
                  </a:lnTo>
                  <a:lnTo>
                    <a:pt x="1160498" y="42972"/>
                  </a:lnTo>
                  <a:close/>
                </a:path>
                <a:path w="1184910" h="221614">
                  <a:moveTo>
                    <a:pt x="1122803" y="753"/>
                  </a:moveTo>
                  <a:lnTo>
                    <a:pt x="1045151" y="753"/>
                  </a:lnTo>
                  <a:lnTo>
                    <a:pt x="1045151" y="22617"/>
                  </a:lnTo>
                  <a:lnTo>
                    <a:pt x="1122803" y="22617"/>
                  </a:lnTo>
                  <a:lnTo>
                    <a:pt x="1122803" y="753"/>
                  </a:lnTo>
                  <a:close/>
                </a:path>
              </a:pathLst>
            </a:custGeom>
            <a:solidFill>
              <a:srgbClr val="6D6B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81833" y="3784324"/>
              <a:ext cx="2306955" cy="508000"/>
            </a:xfrm>
            <a:custGeom>
              <a:avLst/>
              <a:gdLst/>
              <a:ahLst/>
              <a:cxnLst/>
              <a:rect l="l" t="t" r="r" b="b"/>
              <a:pathLst>
                <a:path w="2306954" h="508000">
                  <a:moveTo>
                    <a:pt x="221145" y="243259"/>
                  </a:moveTo>
                  <a:lnTo>
                    <a:pt x="0" y="243259"/>
                  </a:lnTo>
                  <a:lnTo>
                    <a:pt x="0" y="315131"/>
                  </a:lnTo>
                  <a:lnTo>
                    <a:pt x="221145" y="315131"/>
                  </a:lnTo>
                  <a:lnTo>
                    <a:pt x="221145" y="243259"/>
                  </a:lnTo>
                  <a:close/>
                </a:path>
                <a:path w="2306954" h="508000">
                  <a:moveTo>
                    <a:pt x="596373" y="9675"/>
                  </a:moveTo>
                  <a:lnTo>
                    <a:pt x="501695" y="9675"/>
                  </a:lnTo>
                  <a:lnTo>
                    <a:pt x="386285" y="170696"/>
                  </a:lnTo>
                  <a:lnTo>
                    <a:pt x="361406" y="207323"/>
                  </a:lnTo>
                  <a:lnTo>
                    <a:pt x="334325" y="254619"/>
                  </a:lnTo>
                  <a:lnTo>
                    <a:pt x="317868" y="294399"/>
                  </a:lnTo>
                  <a:lnTo>
                    <a:pt x="310266" y="340701"/>
                  </a:lnTo>
                  <a:lnTo>
                    <a:pt x="312815" y="376464"/>
                  </a:lnTo>
                  <a:lnTo>
                    <a:pt x="335275" y="436588"/>
                  </a:lnTo>
                  <a:lnTo>
                    <a:pt x="380195" y="480299"/>
                  </a:lnTo>
                  <a:lnTo>
                    <a:pt x="443429" y="502414"/>
                  </a:lnTo>
                  <a:lnTo>
                    <a:pt x="481654" y="505178"/>
                  </a:lnTo>
                  <a:lnTo>
                    <a:pt x="507613" y="503925"/>
                  </a:lnTo>
                  <a:lnTo>
                    <a:pt x="553569" y="493905"/>
                  </a:lnTo>
                  <a:lnTo>
                    <a:pt x="591751" y="474122"/>
                  </a:lnTo>
                  <a:lnTo>
                    <a:pt x="621122" y="446134"/>
                  </a:lnTo>
                  <a:lnTo>
                    <a:pt x="629576" y="433306"/>
                  </a:lnTo>
                  <a:lnTo>
                    <a:pt x="481654" y="433306"/>
                  </a:lnTo>
                  <a:lnTo>
                    <a:pt x="460403" y="431794"/>
                  </a:lnTo>
                  <a:lnTo>
                    <a:pt x="415310" y="409118"/>
                  </a:lnTo>
                  <a:lnTo>
                    <a:pt x="395874" y="363507"/>
                  </a:lnTo>
                  <a:lnTo>
                    <a:pt x="394578" y="344156"/>
                  </a:lnTo>
                  <a:lnTo>
                    <a:pt x="396047" y="324590"/>
                  </a:lnTo>
                  <a:lnTo>
                    <a:pt x="418075" y="279886"/>
                  </a:lnTo>
                  <a:lnTo>
                    <a:pt x="431934" y="269520"/>
                  </a:lnTo>
                  <a:lnTo>
                    <a:pt x="407709" y="269520"/>
                  </a:lnTo>
                  <a:lnTo>
                    <a:pt x="409782" y="212161"/>
                  </a:lnTo>
                  <a:lnTo>
                    <a:pt x="445718" y="195402"/>
                  </a:lnTo>
                  <a:lnTo>
                    <a:pt x="465368" y="190106"/>
                  </a:lnTo>
                  <a:lnTo>
                    <a:pt x="596373" y="9675"/>
                  </a:lnTo>
                  <a:close/>
                </a:path>
                <a:path w="2306954" h="508000">
                  <a:moveTo>
                    <a:pt x="628964" y="257081"/>
                  </a:moveTo>
                  <a:lnTo>
                    <a:pt x="481654" y="257081"/>
                  </a:lnTo>
                  <a:lnTo>
                    <a:pt x="502905" y="258506"/>
                  </a:lnTo>
                  <a:lnTo>
                    <a:pt x="521045" y="262782"/>
                  </a:lnTo>
                  <a:lnTo>
                    <a:pt x="557068" y="292455"/>
                  </a:lnTo>
                  <a:lnTo>
                    <a:pt x="568730" y="344156"/>
                  </a:lnTo>
                  <a:lnTo>
                    <a:pt x="567391" y="363507"/>
                  </a:lnTo>
                  <a:lnTo>
                    <a:pt x="547306" y="409118"/>
                  </a:lnTo>
                  <a:lnTo>
                    <a:pt x="502602" y="431794"/>
                  </a:lnTo>
                  <a:lnTo>
                    <a:pt x="481654" y="433306"/>
                  </a:lnTo>
                  <a:lnTo>
                    <a:pt x="629576" y="433306"/>
                  </a:lnTo>
                  <a:lnTo>
                    <a:pt x="647858" y="389940"/>
                  </a:lnTo>
                  <a:lnTo>
                    <a:pt x="653041" y="344156"/>
                  </a:lnTo>
                  <a:lnTo>
                    <a:pt x="651789" y="321999"/>
                  </a:lnTo>
                  <a:lnTo>
                    <a:pt x="648031" y="301137"/>
                  </a:lnTo>
                  <a:lnTo>
                    <a:pt x="641879" y="281916"/>
                  </a:lnTo>
                  <a:lnTo>
                    <a:pt x="641768" y="281571"/>
                  </a:lnTo>
                  <a:lnTo>
                    <a:pt x="633000" y="263300"/>
                  </a:lnTo>
                  <a:lnTo>
                    <a:pt x="628964" y="257081"/>
                  </a:lnTo>
                  <a:close/>
                </a:path>
                <a:path w="2306954" h="508000">
                  <a:moveTo>
                    <a:pt x="465368" y="190106"/>
                  </a:moveTo>
                  <a:lnTo>
                    <a:pt x="421300" y="204789"/>
                  </a:lnTo>
                  <a:lnTo>
                    <a:pt x="407740" y="268656"/>
                  </a:lnTo>
                  <a:lnTo>
                    <a:pt x="407709" y="269520"/>
                  </a:lnTo>
                  <a:lnTo>
                    <a:pt x="465368" y="190106"/>
                  </a:lnTo>
                  <a:close/>
                </a:path>
                <a:path w="2306954" h="508000">
                  <a:moveTo>
                    <a:pt x="495476" y="186591"/>
                  </a:moveTo>
                  <a:lnTo>
                    <a:pt x="407709" y="269520"/>
                  </a:lnTo>
                  <a:lnTo>
                    <a:pt x="431934" y="269520"/>
                  </a:lnTo>
                  <a:lnTo>
                    <a:pt x="446063" y="262782"/>
                  </a:lnTo>
                  <a:lnTo>
                    <a:pt x="462908" y="258506"/>
                  </a:lnTo>
                  <a:lnTo>
                    <a:pt x="481654" y="257081"/>
                  </a:lnTo>
                  <a:lnTo>
                    <a:pt x="628964" y="257081"/>
                  </a:lnTo>
                  <a:lnTo>
                    <a:pt x="621986" y="246326"/>
                  </a:lnTo>
                  <a:lnTo>
                    <a:pt x="593997" y="218337"/>
                  </a:lnTo>
                  <a:lnTo>
                    <a:pt x="558709" y="198253"/>
                  </a:lnTo>
                  <a:lnTo>
                    <a:pt x="517936" y="187886"/>
                  </a:lnTo>
                  <a:lnTo>
                    <a:pt x="495476" y="186591"/>
                  </a:lnTo>
                  <a:close/>
                </a:path>
                <a:path w="2306954" h="508000">
                  <a:moveTo>
                    <a:pt x="819095" y="369726"/>
                  </a:moveTo>
                  <a:lnTo>
                    <a:pt x="734783" y="369726"/>
                  </a:lnTo>
                  <a:lnTo>
                    <a:pt x="736338" y="388601"/>
                  </a:lnTo>
                  <a:lnTo>
                    <a:pt x="755516" y="439525"/>
                  </a:lnTo>
                  <a:lnTo>
                    <a:pt x="796333" y="478139"/>
                  </a:lnTo>
                  <a:lnTo>
                    <a:pt x="834169" y="495460"/>
                  </a:lnTo>
                  <a:lnTo>
                    <a:pt x="879435" y="504098"/>
                  </a:lnTo>
                  <a:lnTo>
                    <a:pt x="904789" y="505178"/>
                  </a:lnTo>
                  <a:lnTo>
                    <a:pt x="930531" y="503925"/>
                  </a:lnTo>
                  <a:lnTo>
                    <a:pt x="976834" y="493905"/>
                  </a:lnTo>
                  <a:lnTo>
                    <a:pt x="1015923" y="473820"/>
                  </a:lnTo>
                  <a:lnTo>
                    <a:pt x="1045985" y="445486"/>
                  </a:lnTo>
                  <a:lnTo>
                    <a:pt x="1054239" y="433306"/>
                  </a:lnTo>
                  <a:lnTo>
                    <a:pt x="904789" y="433306"/>
                  </a:lnTo>
                  <a:lnTo>
                    <a:pt x="884488" y="432312"/>
                  </a:lnTo>
                  <a:lnTo>
                    <a:pt x="841209" y="417411"/>
                  </a:lnTo>
                  <a:lnTo>
                    <a:pt x="821255" y="384369"/>
                  </a:lnTo>
                  <a:lnTo>
                    <a:pt x="819095" y="369726"/>
                  </a:lnTo>
                  <a:close/>
                </a:path>
                <a:path w="2306954" h="508000">
                  <a:moveTo>
                    <a:pt x="1056164" y="257081"/>
                  </a:moveTo>
                  <a:lnTo>
                    <a:pt x="906862" y="257081"/>
                  </a:lnTo>
                  <a:lnTo>
                    <a:pt x="921979" y="257772"/>
                  </a:lnTo>
                  <a:lnTo>
                    <a:pt x="935542" y="259845"/>
                  </a:lnTo>
                  <a:lnTo>
                    <a:pt x="974588" y="281441"/>
                  </a:lnTo>
                  <a:lnTo>
                    <a:pt x="992383" y="320660"/>
                  </a:lnTo>
                  <a:lnTo>
                    <a:pt x="994629" y="346230"/>
                  </a:lnTo>
                  <a:lnTo>
                    <a:pt x="993204" y="365234"/>
                  </a:lnTo>
                  <a:lnTo>
                    <a:pt x="971823" y="409809"/>
                  </a:lnTo>
                  <a:lnTo>
                    <a:pt x="925823" y="431837"/>
                  </a:lnTo>
                  <a:lnTo>
                    <a:pt x="904789" y="433306"/>
                  </a:lnTo>
                  <a:lnTo>
                    <a:pt x="1054239" y="433306"/>
                  </a:lnTo>
                  <a:lnTo>
                    <a:pt x="1073585" y="389249"/>
                  </a:lnTo>
                  <a:lnTo>
                    <a:pt x="1078859" y="346230"/>
                  </a:lnTo>
                  <a:lnTo>
                    <a:pt x="1078940" y="344848"/>
                  </a:lnTo>
                  <a:lnTo>
                    <a:pt x="1077688" y="321480"/>
                  </a:lnTo>
                  <a:lnTo>
                    <a:pt x="1073960" y="299927"/>
                  </a:lnTo>
                  <a:lnTo>
                    <a:pt x="1073930" y="299755"/>
                  </a:lnTo>
                  <a:lnTo>
                    <a:pt x="1067667" y="279670"/>
                  </a:lnTo>
                  <a:lnTo>
                    <a:pt x="1058899" y="261227"/>
                  </a:lnTo>
                  <a:lnTo>
                    <a:pt x="1056164" y="257081"/>
                  </a:lnTo>
                  <a:close/>
                </a:path>
                <a:path w="2306954" h="508000">
                  <a:moveTo>
                    <a:pt x="1054753" y="9675"/>
                  </a:moveTo>
                  <a:lnTo>
                    <a:pt x="779012" y="9675"/>
                  </a:lnTo>
                  <a:lnTo>
                    <a:pt x="741783" y="299236"/>
                  </a:lnTo>
                  <a:lnTo>
                    <a:pt x="741694" y="299927"/>
                  </a:lnTo>
                  <a:lnTo>
                    <a:pt x="823241" y="299927"/>
                  </a:lnTo>
                  <a:lnTo>
                    <a:pt x="829720" y="289864"/>
                  </a:lnTo>
                  <a:lnTo>
                    <a:pt x="837409" y="281096"/>
                  </a:lnTo>
                  <a:lnTo>
                    <a:pt x="846306" y="273623"/>
                  </a:lnTo>
                  <a:lnTo>
                    <a:pt x="854152" y="268829"/>
                  </a:lnTo>
                  <a:lnTo>
                    <a:pt x="829461" y="268829"/>
                  </a:lnTo>
                  <a:lnTo>
                    <a:pt x="778321" y="266065"/>
                  </a:lnTo>
                  <a:lnTo>
                    <a:pt x="792877" y="249004"/>
                  </a:lnTo>
                  <a:lnTo>
                    <a:pt x="808210" y="233757"/>
                  </a:lnTo>
                  <a:lnTo>
                    <a:pt x="824321" y="220324"/>
                  </a:lnTo>
                  <a:lnTo>
                    <a:pt x="836607" y="211872"/>
                  </a:lnTo>
                  <a:lnTo>
                    <a:pt x="852958" y="81547"/>
                  </a:lnTo>
                  <a:lnTo>
                    <a:pt x="1054753" y="81547"/>
                  </a:lnTo>
                  <a:lnTo>
                    <a:pt x="1054753" y="9675"/>
                  </a:lnTo>
                  <a:close/>
                </a:path>
                <a:path w="2306954" h="508000">
                  <a:moveTo>
                    <a:pt x="836607" y="211872"/>
                  </a:moveTo>
                  <a:lnTo>
                    <a:pt x="824321" y="220324"/>
                  </a:lnTo>
                  <a:lnTo>
                    <a:pt x="808210" y="233757"/>
                  </a:lnTo>
                  <a:lnTo>
                    <a:pt x="792877" y="249004"/>
                  </a:lnTo>
                  <a:lnTo>
                    <a:pt x="778321" y="266065"/>
                  </a:lnTo>
                  <a:lnTo>
                    <a:pt x="829461" y="268829"/>
                  </a:lnTo>
                  <a:lnTo>
                    <a:pt x="836607" y="211872"/>
                  </a:lnTo>
                  <a:close/>
                </a:path>
                <a:path w="2306954" h="508000">
                  <a:moveTo>
                    <a:pt x="924139" y="186591"/>
                  </a:moveTo>
                  <a:lnTo>
                    <a:pt x="879564" y="192119"/>
                  </a:lnTo>
                  <a:lnTo>
                    <a:pt x="841209" y="208705"/>
                  </a:lnTo>
                  <a:lnTo>
                    <a:pt x="829635" y="267447"/>
                  </a:lnTo>
                  <a:lnTo>
                    <a:pt x="829548" y="268138"/>
                  </a:lnTo>
                  <a:lnTo>
                    <a:pt x="829461" y="268829"/>
                  </a:lnTo>
                  <a:lnTo>
                    <a:pt x="854152" y="268829"/>
                  </a:lnTo>
                  <a:lnTo>
                    <a:pt x="856413" y="267447"/>
                  </a:lnTo>
                  <a:lnTo>
                    <a:pt x="867600" y="262652"/>
                  </a:lnTo>
                  <a:lnTo>
                    <a:pt x="879737" y="259327"/>
                  </a:lnTo>
                  <a:lnTo>
                    <a:pt x="892824" y="257469"/>
                  </a:lnTo>
                  <a:lnTo>
                    <a:pt x="906862" y="257081"/>
                  </a:lnTo>
                  <a:lnTo>
                    <a:pt x="1056164" y="257081"/>
                  </a:lnTo>
                  <a:lnTo>
                    <a:pt x="1047928" y="244598"/>
                  </a:lnTo>
                  <a:lnTo>
                    <a:pt x="1020285" y="217300"/>
                  </a:lnTo>
                  <a:lnTo>
                    <a:pt x="985688" y="197864"/>
                  </a:lnTo>
                  <a:lnTo>
                    <a:pt x="945951" y="187843"/>
                  </a:lnTo>
                  <a:lnTo>
                    <a:pt x="924139" y="186591"/>
                  </a:lnTo>
                  <a:close/>
                </a:path>
                <a:path w="2306954" h="508000">
                  <a:moveTo>
                    <a:pt x="1260275" y="404280"/>
                  </a:moveTo>
                  <a:lnTo>
                    <a:pt x="1165598" y="404280"/>
                  </a:lnTo>
                  <a:lnTo>
                    <a:pt x="1165598" y="498267"/>
                  </a:lnTo>
                  <a:lnTo>
                    <a:pt x="1260275" y="498267"/>
                  </a:lnTo>
                  <a:lnTo>
                    <a:pt x="1260275" y="404280"/>
                  </a:lnTo>
                  <a:close/>
                </a:path>
                <a:path w="2306954" h="508000">
                  <a:moveTo>
                    <a:pt x="1639740" y="9675"/>
                  </a:moveTo>
                  <a:lnTo>
                    <a:pt x="1545062" y="9675"/>
                  </a:lnTo>
                  <a:lnTo>
                    <a:pt x="1429652" y="170696"/>
                  </a:lnTo>
                  <a:lnTo>
                    <a:pt x="1404773" y="207323"/>
                  </a:lnTo>
                  <a:lnTo>
                    <a:pt x="1377692" y="254619"/>
                  </a:lnTo>
                  <a:lnTo>
                    <a:pt x="1361236" y="294399"/>
                  </a:lnTo>
                  <a:lnTo>
                    <a:pt x="1353634" y="340701"/>
                  </a:lnTo>
                  <a:lnTo>
                    <a:pt x="1356182" y="376464"/>
                  </a:lnTo>
                  <a:lnTo>
                    <a:pt x="1378642" y="436588"/>
                  </a:lnTo>
                  <a:lnTo>
                    <a:pt x="1423562" y="480299"/>
                  </a:lnTo>
                  <a:lnTo>
                    <a:pt x="1486796" y="502414"/>
                  </a:lnTo>
                  <a:lnTo>
                    <a:pt x="1525021" y="505178"/>
                  </a:lnTo>
                  <a:lnTo>
                    <a:pt x="1550980" y="503925"/>
                  </a:lnTo>
                  <a:lnTo>
                    <a:pt x="1596936" y="493905"/>
                  </a:lnTo>
                  <a:lnTo>
                    <a:pt x="1635119" y="474122"/>
                  </a:lnTo>
                  <a:lnTo>
                    <a:pt x="1664489" y="446134"/>
                  </a:lnTo>
                  <a:lnTo>
                    <a:pt x="1672944" y="433306"/>
                  </a:lnTo>
                  <a:lnTo>
                    <a:pt x="1525021" y="433306"/>
                  </a:lnTo>
                  <a:lnTo>
                    <a:pt x="1503770" y="431794"/>
                  </a:lnTo>
                  <a:lnTo>
                    <a:pt x="1458678" y="409118"/>
                  </a:lnTo>
                  <a:lnTo>
                    <a:pt x="1439241" y="363507"/>
                  </a:lnTo>
                  <a:lnTo>
                    <a:pt x="1437945" y="344156"/>
                  </a:lnTo>
                  <a:lnTo>
                    <a:pt x="1439414" y="324590"/>
                  </a:lnTo>
                  <a:lnTo>
                    <a:pt x="1461442" y="279886"/>
                  </a:lnTo>
                  <a:lnTo>
                    <a:pt x="1475301" y="269520"/>
                  </a:lnTo>
                  <a:lnTo>
                    <a:pt x="1451076" y="269520"/>
                  </a:lnTo>
                  <a:lnTo>
                    <a:pt x="1453149" y="212161"/>
                  </a:lnTo>
                  <a:lnTo>
                    <a:pt x="1489085" y="195402"/>
                  </a:lnTo>
                  <a:lnTo>
                    <a:pt x="1508735" y="190106"/>
                  </a:lnTo>
                  <a:lnTo>
                    <a:pt x="1639740" y="9675"/>
                  </a:lnTo>
                  <a:close/>
                </a:path>
                <a:path w="2306954" h="508000">
                  <a:moveTo>
                    <a:pt x="1672332" y="257081"/>
                  </a:moveTo>
                  <a:lnTo>
                    <a:pt x="1525021" y="257081"/>
                  </a:lnTo>
                  <a:lnTo>
                    <a:pt x="1546272" y="258506"/>
                  </a:lnTo>
                  <a:lnTo>
                    <a:pt x="1564413" y="262782"/>
                  </a:lnTo>
                  <a:lnTo>
                    <a:pt x="1600435" y="292455"/>
                  </a:lnTo>
                  <a:lnTo>
                    <a:pt x="1612097" y="344156"/>
                  </a:lnTo>
                  <a:lnTo>
                    <a:pt x="1610758" y="363507"/>
                  </a:lnTo>
                  <a:lnTo>
                    <a:pt x="1590674" y="409118"/>
                  </a:lnTo>
                  <a:lnTo>
                    <a:pt x="1545969" y="431794"/>
                  </a:lnTo>
                  <a:lnTo>
                    <a:pt x="1525021" y="433306"/>
                  </a:lnTo>
                  <a:lnTo>
                    <a:pt x="1672944" y="433306"/>
                  </a:lnTo>
                  <a:lnTo>
                    <a:pt x="1691225" y="389940"/>
                  </a:lnTo>
                  <a:lnTo>
                    <a:pt x="1696409" y="344156"/>
                  </a:lnTo>
                  <a:lnTo>
                    <a:pt x="1695156" y="321999"/>
                  </a:lnTo>
                  <a:lnTo>
                    <a:pt x="1691398" y="301137"/>
                  </a:lnTo>
                  <a:lnTo>
                    <a:pt x="1685246" y="281916"/>
                  </a:lnTo>
                  <a:lnTo>
                    <a:pt x="1685135" y="281571"/>
                  </a:lnTo>
                  <a:lnTo>
                    <a:pt x="1676367" y="263300"/>
                  </a:lnTo>
                  <a:lnTo>
                    <a:pt x="1672332" y="257081"/>
                  </a:lnTo>
                  <a:close/>
                </a:path>
                <a:path w="2306954" h="508000">
                  <a:moveTo>
                    <a:pt x="1508735" y="190106"/>
                  </a:moveTo>
                  <a:lnTo>
                    <a:pt x="1464667" y="204789"/>
                  </a:lnTo>
                  <a:lnTo>
                    <a:pt x="1451107" y="268656"/>
                  </a:lnTo>
                  <a:lnTo>
                    <a:pt x="1451076" y="269520"/>
                  </a:lnTo>
                  <a:lnTo>
                    <a:pt x="1508735" y="190106"/>
                  </a:lnTo>
                  <a:close/>
                </a:path>
                <a:path w="2306954" h="508000">
                  <a:moveTo>
                    <a:pt x="1538843" y="186591"/>
                  </a:moveTo>
                  <a:lnTo>
                    <a:pt x="1451076" y="269520"/>
                  </a:lnTo>
                  <a:lnTo>
                    <a:pt x="1475301" y="269520"/>
                  </a:lnTo>
                  <a:lnTo>
                    <a:pt x="1489431" y="262782"/>
                  </a:lnTo>
                  <a:lnTo>
                    <a:pt x="1506276" y="258506"/>
                  </a:lnTo>
                  <a:lnTo>
                    <a:pt x="1525021" y="257081"/>
                  </a:lnTo>
                  <a:lnTo>
                    <a:pt x="1672332" y="257081"/>
                  </a:lnTo>
                  <a:lnTo>
                    <a:pt x="1665353" y="246326"/>
                  </a:lnTo>
                  <a:lnTo>
                    <a:pt x="1637365" y="218337"/>
                  </a:lnTo>
                  <a:lnTo>
                    <a:pt x="1602076" y="198253"/>
                  </a:lnTo>
                  <a:lnTo>
                    <a:pt x="1561303" y="187886"/>
                  </a:lnTo>
                  <a:lnTo>
                    <a:pt x="1538843" y="186591"/>
                  </a:lnTo>
                  <a:close/>
                </a:path>
                <a:path w="2306954" h="508000">
                  <a:moveTo>
                    <a:pt x="2189346" y="266756"/>
                  </a:moveTo>
                  <a:lnTo>
                    <a:pt x="2140496" y="274919"/>
                  </a:lnTo>
                  <a:lnTo>
                    <a:pt x="2103134" y="298891"/>
                  </a:lnTo>
                  <a:lnTo>
                    <a:pt x="2079335" y="336641"/>
                  </a:lnTo>
                  <a:lnTo>
                    <a:pt x="2071172" y="387694"/>
                  </a:lnTo>
                  <a:lnTo>
                    <a:pt x="2073461" y="415338"/>
                  </a:lnTo>
                  <a:lnTo>
                    <a:pt x="2089702" y="460258"/>
                  </a:lnTo>
                  <a:lnTo>
                    <a:pt x="2121189" y="490838"/>
                  </a:lnTo>
                  <a:lnTo>
                    <a:pt x="2164036" y="506042"/>
                  </a:lnTo>
                  <a:lnTo>
                    <a:pt x="2189346" y="507942"/>
                  </a:lnTo>
                  <a:lnTo>
                    <a:pt x="2214614" y="506042"/>
                  </a:lnTo>
                  <a:lnTo>
                    <a:pt x="2257115" y="490838"/>
                  </a:lnTo>
                  <a:lnTo>
                    <a:pt x="2288559" y="460258"/>
                  </a:lnTo>
                  <a:lnTo>
                    <a:pt x="2294650" y="447818"/>
                  </a:lnTo>
                  <a:lnTo>
                    <a:pt x="2189346" y="447818"/>
                  </a:lnTo>
                  <a:lnTo>
                    <a:pt x="2179542" y="446998"/>
                  </a:lnTo>
                  <a:lnTo>
                    <a:pt x="2148055" y="416029"/>
                  </a:lnTo>
                  <a:lnTo>
                    <a:pt x="2145117" y="387694"/>
                  </a:lnTo>
                  <a:lnTo>
                    <a:pt x="2145852" y="372361"/>
                  </a:lnTo>
                  <a:lnTo>
                    <a:pt x="2163301" y="335604"/>
                  </a:lnTo>
                  <a:lnTo>
                    <a:pt x="2189346" y="327571"/>
                  </a:lnTo>
                  <a:lnTo>
                    <a:pt x="2294521" y="327571"/>
                  </a:lnTo>
                  <a:lnTo>
                    <a:pt x="2288559" y="315520"/>
                  </a:lnTo>
                  <a:lnTo>
                    <a:pt x="2274349" y="298545"/>
                  </a:lnTo>
                  <a:lnTo>
                    <a:pt x="2257115" y="284896"/>
                  </a:lnTo>
                  <a:lnTo>
                    <a:pt x="2237204" y="275049"/>
                  </a:lnTo>
                  <a:lnTo>
                    <a:pt x="2214614" y="269002"/>
                  </a:lnTo>
                  <a:lnTo>
                    <a:pt x="2189346" y="266756"/>
                  </a:lnTo>
                  <a:close/>
                </a:path>
                <a:path w="2306954" h="508000">
                  <a:moveTo>
                    <a:pt x="2249470" y="6219"/>
                  </a:moveTo>
                  <a:lnTo>
                    <a:pt x="2169996" y="6219"/>
                  </a:lnTo>
                  <a:lnTo>
                    <a:pt x="1832059" y="498267"/>
                  </a:lnTo>
                  <a:lnTo>
                    <a:pt x="1911533" y="498267"/>
                  </a:lnTo>
                  <a:lnTo>
                    <a:pt x="2249470" y="6219"/>
                  </a:lnTo>
                  <a:close/>
                </a:path>
                <a:path w="2306954" h="508000">
                  <a:moveTo>
                    <a:pt x="2294521" y="327571"/>
                  </a:moveTo>
                  <a:lnTo>
                    <a:pt x="2189346" y="327571"/>
                  </a:lnTo>
                  <a:lnTo>
                    <a:pt x="2198849" y="328391"/>
                  </a:lnTo>
                  <a:lnTo>
                    <a:pt x="2207314" y="330853"/>
                  </a:lnTo>
                  <a:lnTo>
                    <a:pt x="2232150" y="372059"/>
                  </a:lnTo>
                  <a:lnTo>
                    <a:pt x="2232884" y="387694"/>
                  </a:lnTo>
                  <a:lnTo>
                    <a:pt x="2232150" y="403071"/>
                  </a:lnTo>
                  <a:lnTo>
                    <a:pt x="2214744" y="440432"/>
                  </a:lnTo>
                  <a:lnTo>
                    <a:pt x="2189346" y="447818"/>
                  </a:lnTo>
                  <a:lnTo>
                    <a:pt x="2294650" y="447818"/>
                  </a:lnTo>
                  <a:lnTo>
                    <a:pt x="2298710" y="439525"/>
                  </a:lnTo>
                  <a:lnTo>
                    <a:pt x="2304800" y="415338"/>
                  </a:lnTo>
                  <a:lnTo>
                    <a:pt x="2306830" y="387694"/>
                  </a:lnTo>
                  <a:lnTo>
                    <a:pt x="2304800" y="360094"/>
                  </a:lnTo>
                  <a:lnTo>
                    <a:pt x="2298710" y="336036"/>
                  </a:lnTo>
                  <a:lnTo>
                    <a:pt x="2294521" y="327571"/>
                  </a:lnTo>
                  <a:close/>
                </a:path>
                <a:path w="2306954" h="508000">
                  <a:moveTo>
                    <a:pt x="1892874" y="0"/>
                  </a:moveTo>
                  <a:lnTo>
                    <a:pt x="1845362" y="7601"/>
                  </a:lnTo>
                  <a:lnTo>
                    <a:pt x="1807871" y="30407"/>
                  </a:lnTo>
                  <a:lnTo>
                    <a:pt x="1783511" y="67898"/>
                  </a:lnTo>
                  <a:lnTo>
                    <a:pt x="1777563" y="91395"/>
                  </a:lnTo>
                  <a:lnTo>
                    <a:pt x="1777486" y="91697"/>
                  </a:lnTo>
                  <a:lnTo>
                    <a:pt x="1777421" y="91956"/>
                  </a:lnTo>
                  <a:lnTo>
                    <a:pt x="1775390" y="119556"/>
                  </a:lnTo>
                  <a:lnTo>
                    <a:pt x="1777377" y="147199"/>
                  </a:lnTo>
                  <a:lnTo>
                    <a:pt x="1793272" y="192119"/>
                  </a:lnTo>
                  <a:lnTo>
                    <a:pt x="1824716" y="223002"/>
                  </a:lnTo>
                  <a:lnTo>
                    <a:pt x="1867563" y="238551"/>
                  </a:lnTo>
                  <a:lnTo>
                    <a:pt x="1892874" y="240495"/>
                  </a:lnTo>
                  <a:lnTo>
                    <a:pt x="1918185" y="238551"/>
                  </a:lnTo>
                  <a:lnTo>
                    <a:pt x="1961031" y="223002"/>
                  </a:lnTo>
                  <a:lnTo>
                    <a:pt x="1992778" y="192119"/>
                  </a:lnTo>
                  <a:lnTo>
                    <a:pt x="1998868" y="179680"/>
                  </a:lnTo>
                  <a:lnTo>
                    <a:pt x="1892874" y="179680"/>
                  </a:lnTo>
                  <a:lnTo>
                    <a:pt x="1883069" y="178859"/>
                  </a:lnTo>
                  <a:lnTo>
                    <a:pt x="1852100" y="147890"/>
                  </a:lnTo>
                  <a:lnTo>
                    <a:pt x="1849336" y="119556"/>
                  </a:lnTo>
                  <a:lnTo>
                    <a:pt x="1850027" y="104223"/>
                  </a:lnTo>
                  <a:lnTo>
                    <a:pt x="1866733" y="67552"/>
                  </a:lnTo>
                  <a:lnTo>
                    <a:pt x="1892874" y="59432"/>
                  </a:lnTo>
                  <a:lnTo>
                    <a:pt x="1998894" y="59432"/>
                  </a:lnTo>
                  <a:lnTo>
                    <a:pt x="1992778" y="47122"/>
                  </a:lnTo>
                  <a:lnTo>
                    <a:pt x="1978568" y="30407"/>
                  </a:lnTo>
                  <a:lnTo>
                    <a:pt x="1961031" y="17104"/>
                  </a:lnTo>
                  <a:lnTo>
                    <a:pt x="1940904" y="7601"/>
                  </a:lnTo>
                  <a:lnTo>
                    <a:pt x="1918185" y="1900"/>
                  </a:lnTo>
                  <a:lnTo>
                    <a:pt x="1892874" y="0"/>
                  </a:lnTo>
                  <a:close/>
                </a:path>
                <a:path w="2306954" h="508000">
                  <a:moveTo>
                    <a:pt x="1998894" y="59432"/>
                  </a:moveTo>
                  <a:lnTo>
                    <a:pt x="1892874" y="59432"/>
                  </a:lnTo>
                  <a:lnTo>
                    <a:pt x="1902678" y="60253"/>
                  </a:lnTo>
                  <a:lnTo>
                    <a:pt x="1911360" y="62715"/>
                  </a:lnTo>
                  <a:lnTo>
                    <a:pt x="1936369" y="103920"/>
                  </a:lnTo>
                  <a:lnTo>
                    <a:pt x="1937103" y="119556"/>
                  </a:lnTo>
                  <a:lnTo>
                    <a:pt x="1936369" y="134933"/>
                  </a:lnTo>
                  <a:lnTo>
                    <a:pt x="1934283" y="147199"/>
                  </a:lnTo>
                  <a:lnTo>
                    <a:pt x="1934166" y="147890"/>
                  </a:lnTo>
                  <a:lnTo>
                    <a:pt x="1902678" y="178859"/>
                  </a:lnTo>
                  <a:lnTo>
                    <a:pt x="1892874" y="179680"/>
                  </a:lnTo>
                  <a:lnTo>
                    <a:pt x="1998868" y="179680"/>
                  </a:lnTo>
                  <a:lnTo>
                    <a:pt x="2002928" y="171387"/>
                  </a:lnTo>
                  <a:lnTo>
                    <a:pt x="2009018" y="147199"/>
                  </a:lnTo>
                  <a:lnTo>
                    <a:pt x="2011048" y="119556"/>
                  </a:lnTo>
                  <a:lnTo>
                    <a:pt x="2009037" y="91956"/>
                  </a:lnTo>
                  <a:lnTo>
                    <a:pt x="2008942" y="91395"/>
                  </a:lnTo>
                  <a:lnTo>
                    <a:pt x="2003015" y="67898"/>
                  </a:lnTo>
                  <a:lnTo>
                    <a:pt x="2002928" y="67552"/>
                  </a:lnTo>
                  <a:lnTo>
                    <a:pt x="1998894" y="59432"/>
                  </a:lnTo>
                  <a:close/>
                </a:path>
              </a:pathLst>
            </a:custGeom>
            <a:solidFill>
              <a:srgbClr val="008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49701" y="3231943"/>
              <a:ext cx="1831399" cy="1945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1812" y="3469423"/>
              <a:ext cx="2398869" cy="180937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246035" y="5046966"/>
            <a:ext cx="5466080" cy="1937385"/>
            <a:chOff x="1246035" y="5046966"/>
            <a:chExt cx="5466080" cy="1937385"/>
          </a:xfrm>
        </p:grpSpPr>
        <p:sp>
          <p:nvSpPr>
            <p:cNvPr id="13" name="object 13"/>
            <p:cNvSpPr/>
            <p:nvPr/>
          </p:nvSpPr>
          <p:spPr>
            <a:xfrm>
              <a:off x="1246035" y="5046966"/>
              <a:ext cx="5466080" cy="1937385"/>
            </a:xfrm>
            <a:custGeom>
              <a:avLst/>
              <a:gdLst/>
              <a:ahLst/>
              <a:cxnLst/>
              <a:rect l="l" t="t" r="r" b="b"/>
              <a:pathLst>
                <a:path w="5466080" h="1937384">
                  <a:moveTo>
                    <a:pt x="219888" y="0"/>
                  </a:moveTo>
                  <a:lnTo>
                    <a:pt x="170270" y="4483"/>
                  </a:lnTo>
                  <a:lnTo>
                    <a:pt x="124299" y="17315"/>
                  </a:lnTo>
                  <a:lnTo>
                    <a:pt x="83427" y="37569"/>
                  </a:lnTo>
                  <a:lnTo>
                    <a:pt x="49107" y="64317"/>
                  </a:lnTo>
                  <a:lnTo>
                    <a:pt x="22794" y="96630"/>
                  </a:lnTo>
                  <a:lnTo>
                    <a:pt x="5940" y="133582"/>
                  </a:lnTo>
                  <a:lnTo>
                    <a:pt x="0" y="174246"/>
                  </a:lnTo>
                  <a:lnTo>
                    <a:pt x="0" y="1762867"/>
                  </a:lnTo>
                  <a:lnTo>
                    <a:pt x="5840" y="1802840"/>
                  </a:lnTo>
                  <a:lnTo>
                    <a:pt x="5940" y="1803529"/>
                  </a:lnTo>
                  <a:lnTo>
                    <a:pt x="22794" y="1840480"/>
                  </a:lnTo>
                  <a:lnTo>
                    <a:pt x="49107" y="1872794"/>
                  </a:lnTo>
                  <a:lnTo>
                    <a:pt x="83427" y="1899542"/>
                  </a:lnTo>
                  <a:lnTo>
                    <a:pt x="124299" y="1919796"/>
                  </a:lnTo>
                  <a:lnTo>
                    <a:pt x="170270" y="1932629"/>
                  </a:lnTo>
                  <a:lnTo>
                    <a:pt x="219888" y="1937113"/>
                  </a:lnTo>
                  <a:lnTo>
                    <a:pt x="219888" y="1916172"/>
                  </a:lnTo>
                  <a:lnTo>
                    <a:pt x="166117" y="1910539"/>
                  </a:lnTo>
                  <a:lnTo>
                    <a:pt x="118346" y="1894741"/>
                  </a:lnTo>
                  <a:lnTo>
                    <a:pt x="78258" y="1870426"/>
                  </a:lnTo>
                  <a:lnTo>
                    <a:pt x="47538" y="1839242"/>
                  </a:lnTo>
                  <a:lnTo>
                    <a:pt x="27871" y="1802840"/>
                  </a:lnTo>
                  <a:lnTo>
                    <a:pt x="20941" y="1762867"/>
                  </a:lnTo>
                  <a:lnTo>
                    <a:pt x="20941" y="174246"/>
                  </a:lnTo>
                  <a:lnTo>
                    <a:pt x="27871" y="134273"/>
                  </a:lnTo>
                  <a:lnTo>
                    <a:pt x="47538" y="97870"/>
                  </a:lnTo>
                  <a:lnTo>
                    <a:pt x="78258" y="66687"/>
                  </a:lnTo>
                  <a:lnTo>
                    <a:pt x="118346" y="42372"/>
                  </a:lnTo>
                  <a:lnTo>
                    <a:pt x="166117" y="26574"/>
                  </a:lnTo>
                  <a:lnTo>
                    <a:pt x="219888" y="20941"/>
                  </a:lnTo>
                  <a:lnTo>
                    <a:pt x="219888" y="0"/>
                  </a:lnTo>
                  <a:close/>
                </a:path>
                <a:path w="5466080" h="1937384">
                  <a:moveTo>
                    <a:pt x="2732901" y="1916172"/>
                  </a:moveTo>
                  <a:lnTo>
                    <a:pt x="219888" y="1916172"/>
                  </a:lnTo>
                  <a:lnTo>
                    <a:pt x="219888" y="1937113"/>
                  </a:lnTo>
                  <a:lnTo>
                    <a:pt x="2732901" y="1937113"/>
                  </a:lnTo>
                  <a:lnTo>
                    <a:pt x="2732901" y="1916172"/>
                  </a:lnTo>
                  <a:close/>
                </a:path>
                <a:path w="5466080" h="1937384">
                  <a:moveTo>
                    <a:pt x="5245913" y="1916172"/>
                  </a:moveTo>
                  <a:lnTo>
                    <a:pt x="2732901" y="1916172"/>
                  </a:lnTo>
                  <a:lnTo>
                    <a:pt x="2732901" y="1937113"/>
                  </a:lnTo>
                  <a:lnTo>
                    <a:pt x="5245913" y="1937113"/>
                  </a:lnTo>
                  <a:lnTo>
                    <a:pt x="5245913" y="1916172"/>
                  </a:lnTo>
                  <a:close/>
                </a:path>
                <a:path w="5466080" h="1937384">
                  <a:moveTo>
                    <a:pt x="5245913" y="0"/>
                  </a:moveTo>
                  <a:lnTo>
                    <a:pt x="5245913" y="20941"/>
                  </a:lnTo>
                  <a:lnTo>
                    <a:pt x="5299683" y="26574"/>
                  </a:lnTo>
                  <a:lnTo>
                    <a:pt x="5347454" y="42372"/>
                  </a:lnTo>
                  <a:lnTo>
                    <a:pt x="5387542" y="66687"/>
                  </a:lnTo>
                  <a:lnTo>
                    <a:pt x="5418262" y="97870"/>
                  </a:lnTo>
                  <a:lnTo>
                    <a:pt x="5437930" y="134273"/>
                  </a:lnTo>
                  <a:lnTo>
                    <a:pt x="5444860" y="174246"/>
                  </a:lnTo>
                  <a:lnTo>
                    <a:pt x="5444860" y="1762867"/>
                  </a:lnTo>
                  <a:lnTo>
                    <a:pt x="5437930" y="1802840"/>
                  </a:lnTo>
                  <a:lnTo>
                    <a:pt x="5418262" y="1839242"/>
                  </a:lnTo>
                  <a:lnTo>
                    <a:pt x="5387542" y="1870426"/>
                  </a:lnTo>
                  <a:lnTo>
                    <a:pt x="5347454" y="1894741"/>
                  </a:lnTo>
                  <a:lnTo>
                    <a:pt x="5299683" y="1910539"/>
                  </a:lnTo>
                  <a:lnTo>
                    <a:pt x="5245913" y="1916172"/>
                  </a:lnTo>
                  <a:lnTo>
                    <a:pt x="5245913" y="1937113"/>
                  </a:lnTo>
                  <a:lnTo>
                    <a:pt x="5295530" y="1932629"/>
                  </a:lnTo>
                  <a:lnTo>
                    <a:pt x="5341502" y="1919796"/>
                  </a:lnTo>
                  <a:lnTo>
                    <a:pt x="5382374" y="1899542"/>
                  </a:lnTo>
                  <a:lnTo>
                    <a:pt x="5416694" y="1872794"/>
                  </a:lnTo>
                  <a:lnTo>
                    <a:pt x="5443007" y="1840480"/>
                  </a:lnTo>
                  <a:lnTo>
                    <a:pt x="5459861" y="1803529"/>
                  </a:lnTo>
                  <a:lnTo>
                    <a:pt x="5465802" y="1762867"/>
                  </a:lnTo>
                  <a:lnTo>
                    <a:pt x="5465802" y="174246"/>
                  </a:lnTo>
                  <a:lnTo>
                    <a:pt x="5459962" y="134273"/>
                  </a:lnTo>
                  <a:lnTo>
                    <a:pt x="5443007" y="96630"/>
                  </a:lnTo>
                  <a:lnTo>
                    <a:pt x="5416694" y="64317"/>
                  </a:lnTo>
                  <a:lnTo>
                    <a:pt x="5382374" y="37569"/>
                  </a:lnTo>
                  <a:lnTo>
                    <a:pt x="5341502" y="17315"/>
                  </a:lnTo>
                  <a:lnTo>
                    <a:pt x="5295530" y="4483"/>
                  </a:lnTo>
                  <a:lnTo>
                    <a:pt x="5245913" y="0"/>
                  </a:lnTo>
                  <a:close/>
                </a:path>
                <a:path w="5466080" h="1937384">
                  <a:moveTo>
                    <a:pt x="5245913" y="0"/>
                  </a:moveTo>
                  <a:lnTo>
                    <a:pt x="219888" y="0"/>
                  </a:lnTo>
                  <a:lnTo>
                    <a:pt x="219888" y="20941"/>
                  </a:lnTo>
                  <a:lnTo>
                    <a:pt x="5245913" y="20941"/>
                  </a:lnTo>
                  <a:lnTo>
                    <a:pt x="5245913" y="0"/>
                  </a:lnTo>
                  <a:close/>
                </a:path>
              </a:pathLst>
            </a:custGeom>
            <a:solidFill>
              <a:srgbClr val="E1E0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56506" y="5057437"/>
              <a:ext cx="5445125" cy="104775"/>
            </a:xfrm>
            <a:custGeom>
              <a:avLst/>
              <a:gdLst/>
              <a:ahLst/>
              <a:cxnLst/>
              <a:rect l="l" t="t" r="r" b="b"/>
              <a:pathLst>
                <a:path w="5445125" h="104775">
                  <a:moveTo>
                    <a:pt x="5392505" y="0"/>
                  </a:moveTo>
                  <a:lnTo>
                    <a:pt x="52354" y="0"/>
                  </a:lnTo>
                  <a:lnTo>
                    <a:pt x="31975" y="4114"/>
                  </a:lnTo>
                  <a:lnTo>
                    <a:pt x="15334" y="15334"/>
                  </a:lnTo>
                  <a:lnTo>
                    <a:pt x="4114" y="31975"/>
                  </a:lnTo>
                  <a:lnTo>
                    <a:pt x="0" y="52354"/>
                  </a:lnTo>
                  <a:lnTo>
                    <a:pt x="4114" y="72733"/>
                  </a:lnTo>
                  <a:lnTo>
                    <a:pt x="15334" y="89374"/>
                  </a:lnTo>
                  <a:lnTo>
                    <a:pt x="31975" y="100594"/>
                  </a:lnTo>
                  <a:lnTo>
                    <a:pt x="52354" y="104708"/>
                  </a:lnTo>
                  <a:lnTo>
                    <a:pt x="5392505" y="104708"/>
                  </a:lnTo>
                  <a:lnTo>
                    <a:pt x="5412882" y="100594"/>
                  </a:lnTo>
                  <a:lnTo>
                    <a:pt x="5429524" y="89374"/>
                  </a:lnTo>
                  <a:lnTo>
                    <a:pt x="5440745" y="72733"/>
                  </a:lnTo>
                  <a:lnTo>
                    <a:pt x="5444860" y="52354"/>
                  </a:lnTo>
                  <a:lnTo>
                    <a:pt x="5440745" y="31975"/>
                  </a:lnTo>
                  <a:lnTo>
                    <a:pt x="5429524" y="15334"/>
                  </a:lnTo>
                  <a:lnTo>
                    <a:pt x="5412882" y="4114"/>
                  </a:lnTo>
                  <a:lnTo>
                    <a:pt x="5392505" y="0"/>
                  </a:lnTo>
                  <a:close/>
                </a:path>
              </a:pathLst>
            </a:custGeom>
            <a:solidFill>
              <a:srgbClr val="2A7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40521" y="5540271"/>
              <a:ext cx="908050" cy="221615"/>
            </a:xfrm>
            <a:custGeom>
              <a:avLst/>
              <a:gdLst/>
              <a:ahLst/>
              <a:cxnLst/>
              <a:rect l="l" t="t" r="r" b="b"/>
              <a:pathLst>
                <a:path w="908050" h="221614">
                  <a:moveTo>
                    <a:pt x="184428" y="0"/>
                  </a:moveTo>
                  <a:lnTo>
                    <a:pt x="156533" y="0"/>
                  </a:lnTo>
                  <a:lnTo>
                    <a:pt x="156533" y="217124"/>
                  </a:lnTo>
                  <a:lnTo>
                    <a:pt x="184428" y="217124"/>
                  </a:lnTo>
                  <a:lnTo>
                    <a:pt x="184428" y="0"/>
                  </a:lnTo>
                  <a:close/>
                </a:path>
                <a:path w="908050" h="221614">
                  <a:moveTo>
                    <a:pt x="84159" y="26637"/>
                  </a:moveTo>
                  <a:lnTo>
                    <a:pt x="56013" y="26637"/>
                  </a:lnTo>
                  <a:lnTo>
                    <a:pt x="56013" y="58301"/>
                  </a:lnTo>
                  <a:lnTo>
                    <a:pt x="55714" y="67066"/>
                  </a:lnTo>
                  <a:lnTo>
                    <a:pt x="54846" y="75264"/>
                  </a:lnTo>
                  <a:lnTo>
                    <a:pt x="54819" y="75516"/>
                  </a:lnTo>
                  <a:lnTo>
                    <a:pt x="53396" y="83275"/>
                  </a:lnTo>
                  <a:lnTo>
                    <a:pt x="53327" y="83652"/>
                  </a:lnTo>
                  <a:lnTo>
                    <a:pt x="34150" y="121881"/>
                  </a:lnTo>
                  <a:lnTo>
                    <a:pt x="1748" y="153545"/>
                  </a:lnTo>
                  <a:lnTo>
                    <a:pt x="0" y="155084"/>
                  </a:lnTo>
                  <a:lnTo>
                    <a:pt x="17815" y="175911"/>
                  </a:lnTo>
                  <a:lnTo>
                    <a:pt x="25684" y="168906"/>
                  </a:lnTo>
                  <a:lnTo>
                    <a:pt x="32956" y="161963"/>
                  </a:lnTo>
                  <a:lnTo>
                    <a:pt x="60929" y="126923"/>
                  </a:lnTo>
                  <a:lnTo>
                    <a:pt x="70149" y="107851"/>
                  </a:lnTo>
                  <a:lnTo>
                    <a:pt x="67887" y="101965"/>
                  </a:lnTo>
                  <a:lnTo>
                    <a:pt x="65138" y="93217"/>
                  </a:lnTo>
                  <a:lnTo>
                    <a:pt x="62798" y="83934"/>
                  </a:lnTo>
                  <a:lnTo>
                    <a:pt x="87023" y="83934"/>
                  </a:lnTo>
                  <a:lnTo>
                    <a:pt x="86947" y="83652"/>
                  </a:lnTo>
                  <a:lnTo>
                    <a:pt x="84159" y="58301"/>
                  </a:lnTo>
                  <a:lnTo>
                    <a:pt x="84159" y="26637"/>
                  </a:lnTo>
                  <a:close/>
                </a:path>
                <a:path w="908050" h="221614">
                  <a:moveTo>
                    <a:pt x="87023" y="83934"/>
                  </a:moveTo>
                  <a:lnTo>
                    <a:pt x="77625" y="83934"/>
                  </a:lnTo>
                  <a:lnTo>
                    <a:pt x="75173" y="93217"/>
                  </a:lnTo>
                  <a:lnTo>
                    <a:pt x="75049" y="93688"/>
                  </a:lnTo>
                  <a:lnTo>
                    <a:pt x="72096" y="102845"/>
                  </a:lnTo>
                  <a:lnTo>
                    <a:pt x="70149" y="107851"/>
                  </a:lnTo>
                  <a:lnTo>
                    <a:pt x="71044" y="110180"/>
                  </a:lnTo>
                  <a:lnTo>
                    <a:pt x="74609" y="117860"/>
                  </a:lnTo>
                  <a:lnTo>
                    <a:pt x="99943" y="152634"/>
                  </a:lnTo>
                  <a:lnTo>
                    <a:pt x="122608" y="173649"/>
                  </a:lnTo>
                  <a:lnTo>
                    <a:pt x="140199" y="153545"/>
                  </a:lnTo>
                  <a:lnTo>
                    <a:pt x="129864" y="144812"/>
                  </a:lnTo>
                  <a:lnTo>
                    <a:pt x="120723" y="136456"/>
                  </a:lnTo>
                  <a:lnTo>
                    <a:pt x="95593" y="105860"/>
                  </a:lnTo>
                  <a:lnTo>
                    <a:pt x="88933" y="90971"/>
                  </a:lnTo>
                  <a:lnTo>
                    <a:pt x="87023" y="83934"/>
                  </a:lnTo>
                  <a:close/>
                </a:path>
                <a:path w="908050" h="221614">
                  <a:moveTo>
                    <a:pt x="77625" y="83934"/>
                  </a:moveTo>
                  <a:lnTo>
                    <a:pt x="62798" y="83934"/>
                  </a:lnTo>
                  <a:lnTo>
                    <a:pt x="65138" y="93217"/>
                  </a:lnTo>
                  <a:lnTo>
                    <a:pt x="67887" y="101965"/>
                  </a:lnTo>
                  <a:lnTo>
                    <a:pt x="70149" y="107851"/>
                  </a:lnTo>
                  <a:lnTo>
                    <a:pt x="72096" y="102845"/>
                  </a:lnTo>
                  <a:lnTo>
                    <a:pt x="75049" y="93688"/>
                  </a:lnTo>
                  <a:lnTo>
                    <a:pt x="77625" y="83934"/>
                  </a:lnTo>
                  <a:close/>
                </a:path>
                <a:path w="908050" h="221614">
                  <a:moveTo>
                    <a:pt x="128890" y="21863"/>
                  </a:moveTo>
                  <a:lnTo>
                    <a:pt x="11532" y="21863"/>
                  </a:lnTo>
                  <a:lnTo>
                    <a:pt x="11532" y="44982"/>
                  </a:lnTo>
                  <a:lnTo>
                    <a:pt x="56013" y="44982"/>
                  </a:lnTo>
                  <a:lnTo>
                    <a:pt x="56013" y="26637"/>
                  </a:lnTo>
                  <a:lnTo>
                    <a:pt x="128890" y="26637"/>
                  </a:lnTo>
                  <a:lnTo>
                    <a:pt x="128890" y="21863"/>
                  </a:lnTo>
                  <a:close/>
                </a:path>
                <a:path w="908050" h="221614">
                  <a:moveTo>
                    <a:pt x="128890" y="26637"/>
                  </a:moveTo>
                  <a:lnTo>
                    <a:pt x="84159" y="26637"/>
                  </a:lnTo>
                  <a:lnTo>
                    <a:pt x="84159" y="44982"/>
                  </a:lnTo>
                  <a:lnTo>
                    <a:pt x="128890" y="44982"/>
                  </a:lnTo>
                  <a:lnTo>
                    <a:pt x="128890" y="26637"/>
                  </a:lnTo>
                  <a:close/>
                </a:path>
                <a:path w="908050" h="221614">
                  <a:moveTo>
                    <a:pt x="283050" y="142990"/>
                  </a:moveTo>
                  <a:lnTo>
                    <a:pt x="254904" y="142990"/>
                  </a:lnTo>
                  <a:lnTo>
                    <a:pt x="254904" y="215616"/>
                  </a:lnTo>
                  <a:lnTo>
                    <a:pt x="405434" y="215616"/>
                  </a:lnTo>
                  <a:lnTo>
                    <a:pt x="405434" y="192496"/>
                  </a:lnTo>
                  <a:lnTo>
                    <a:pt x="283050" y="192496"/>
                  </a:lnTo>
                  <a:lnTo>
                    <a:pt x="283050" y="142990"/>
                  </a:lnTo>
                  <a:close/>
                </a:path>
                <a:path w="908050" h="221614">
                  <a:moveTo>
                    <a:pt x="399905" y="0"/>
                  </a:moveTo>
                  <a:lnTo>
                    <a:pt x="371759" y="0"/>
                  </a:lnTo>
                  <a:lnTo>
                    <a:pt x="371759" y="159073"/>
                  </a:lnTo>
                  <a:lnTo>
                    <a:pt x="399905" y="159073"/>
                  </a:lnTo>
                  <a:lnTo>
                    <a:pt x="399905" y="106551"/>
                  </a:lnTo>
                  <a:lnTo>
                    <a:pt x="386083" y="106551"/>
                  </a:lnTo>
                  <a:lnTo>
                    <a:pt x="386083" y="83934"/>
                  </a:lnTo>
                  <a:lnTo>
                    <a:pt x="399905" y="83934"/>
                  </a:lnTo>
                  <a:lnTo>
                    <a:pt x="399905" y="53778"/>
                  </a:lnTo>
                  <a:lnTo>
                    <a:pt x="386083" y="53778"/>
                  </a:lnTo>
                  <a:lnTo>
                    <a:pt x="386083" y="31161"/>
                  </a:lnTo>
                  <a:lnTo>
                    <a:pt x="399905" y="31161"/>
                  </a:lnTo>
                  <a:lnTo>
                    <a:pt x="399905" y="0"/>
                  </a:lnTo>
                  <a:close/>
                </a:path>
                <a:path w="908050" h="221614">
                  <a:moveTo>
                    <a:pt x="276767" y="14575"/>
                  </a:moveTo>
                  <a:lnTo>
                    <a:pt x="234737" y="29088"/>
                  </a:lnTo>
                  <a:lnTo>
                    <a:pt x="218717" y="68856"/>
                  </a:lnTo>
                  <a:lnTo>
                    <a:pt x="219172" y="76992"/>
                  </a:lnTo>
                  <a:lnTo>
                    <a:pt x="220425" y="83934"/>
                  </a:lnTo>
                  <a:lnTo>
                    <a:pt x="220539" y="84563"/>
                  </a:lnTo>
                  <a:lnTo>
                    <a:pt x="246360" y="117106"/>
                  </a:lnTo>
                  <a:lnTo>
                    <a:pt x="276767" y="123640"/>
                  </a:lnTo>
                  <a:lnTo>
                    <a:pt x="285280" y="123232"/>
                  </a:lnTo>
                  <a:lnTo>
                    <a:pt x="321253" y="106551"/>
                  </a:lnTo>
                  <a:lnTo>
                    <a:pt x="313960" y="106551"/>
                  </a:lnTo>
                  <a:lnTo>
                    <a:pt x="313960" y="101274"/>
                  </a:lnTo>
                  <a:lnTo>
                    <a:pt x="266715" y="101274"/>
                  </a:lnTo>
                  <a:lnTo>
                    <a:pt x="259009" y="98426"/>
                  </a:lnTo>
                  <a:lnTo>
                    <a:pt x="248287" y="87034"/>
                  </a:lnTo>
                  <a:lnTo>
                    <a:pt x="245606" y="79076"/>
                  </a:lnTo>
                  <a:lnTo>
                    <a:pt x="245606" y="58636"/>
                  </a:lnTo>
                  <a:lnTo>
                    <a:pt x="248287" y="50762"/>
                  </a:lnTo>
                  <a:lnTo>
                    <a:pt x="253648" y="45234"/>
                  </a:lnTo>
                  <a:lnTo>
                    <a:pt x="259009" y="39538"/>
                  </a:lnTo>
                  <a:lnTo>
                    <a:pt x="266715" y="36689"/>
                  </a:lnTo>
                  <a:lnTo>
                    <a:pt x="313960" y="36689"/>
                  </a:lnTo>
                  <a:lnTo>
                    <a:pt x="313960" y="31161"/>
                  </a:lnTo>
                  <a:lnTo>
                    <a:pt x="320981" y="31161"/>
                  </a:lnTo>
                  <a:lnTo>
                    <a:pt x="319049" y="29088"/>
                  </a:lnTo>
                  <a:lnTo>
                    <a:pt x="285280" y="14983"/>
                  </a:lnTo>
                  <a:lnTo>
                    <a:pt x="276767" y="14575"/>
                  </a:lnTo>
                  <a:close/>
                </a:path>
                <a:path w="908050" h="221614">
                  <a:moveTo>
                    <a:pt x="333361" y="83934"/>
                  </a:moveTo>
                  <a:lnTo>
                    <a:pt x="313960" y="83934"/>
                  </a:lnTo>
                  <a:lnTo>
                    <a:pt x="313960" y="106551"/>
                  </a:lnTo>
                  <a:lnTo>
                    <a:pt x="321253" y="106551"/>
                  </a:lnTo>
                  <a:lnTo>
                    <a:pt x="323776" y="103819"/>
                  </a:lnTo>
                  <a:lnTo>
                    <a:pt x="327781" y="98007"/>
                  </a:lnTo>
                  <a:lnTo>
                    <a:pt x="330970" y="91568"/>
                  </a:lnTo>
                  <a:lnTo>
                    <a:pt x="333247" y="84563"/>
                  </a:lnTo>
                  <a:lnTo>
                    <a:pt x="333361" y="83934"/>
                  </a:lnTo>
                  <a:close/>
                </a:path>
                <a:path w="908050" h="221614">
                  <a:moveTo>
                    <a:pt x="371759" y="83934"/>
                  </a:moveTo>
                  <a:lnTo>
                    <a:pt x="333361" y="83934"/>
                  </a:lnTo>
                  <a:lnTo>
                    <a:pt x="333247" y="84563"/>
                  </a:lnTo>
                  <a:lnTo>
                    <a:pt x="330970" y="91568"/>
                  </a:lnTo>
                  <a:lnTo>
                    <a:pt x="327781" y="98007"/>
                  </a:lnTo>
                  <a:lnTo>
                    <a:pt x="323776" y="103819"/>
                  </a:lnTo>
                  <a:lnTo>
                    <a:pt x="321253" y="106551"/>
                  </a:lnTo>
                  <a:lnTo>
                    <a:pt x="371759" y="106551"/>
                  </a:lnTo>
                  <a:lnTo>
                    <a:pt x="371759" y="83934"/>
                  </a:lnTo>
                  <a:close/>
                </a:path>
                <a:path w="908050" h="221614">
                  <a:moveTo>
                    <a:pt x="399905" y="83934"/>
                  </a:moveTo>
                  <a:lnTo>
                    <a:pt x="386083" y="83934"/>
                  </a:lnTo>
                  <a:lnTo>
                    <a:pt x="386083" y="106551"/>
                  </a:lnTo>
                  <a:lnTo>
                    <a:pt x="399905" y="106551"/>
                  </a:lnTo>
                  <a:lnTo>
                    <a:pt x="399905" y="83934"/>
                  </a:lnTo>
                  <a:close/>
                </a:path>
                <a:path w="908050" h="221614">
                  <a:moveTo>
                    <a:pt x="313960" y="36689"/>
                  </a:moveTo>
                  <a:lnTo>
                    <a:pt x="286987" y="36689"/>
                  </a:lnTo>
                  <a:lnTo>
                    <a:pt x="294777" y="39538"/>
                  </a:lnTo>
                  <a:lnTo>
                    <a:pt x="300138" y="45234"/>
                  </a:lnTo>
                  <a:lnTo>
                    <a:pt x="305499" y="50762"/>
                  </a:lnTo>
                  <a:lnTo>
                    <a:pt x="308180" y="58636"/>
                  </a:lnTo>
                  <a:lnTo>
                    <a:pt x="308180" y="79076"/>
                  </a:lnTo>
                  <a:lnTo>
                    <a:pt x="305499" y="87034"/>
                  </a:lnTo>
                  <a:lnTo>
                    <a:pt x="294777" y="98426"/>
                  </a:lnTo>
                  <a:lnTo>
                    <a:pt x="286987" y="101274"/>
                  </a:lnTo>
                  <a:lnTo>
                    <a:pt x="313960" y="101274"/>
                  </a:lnTo>
                  <a:lnTo>
                    <a:pt x="313960" y="83934"/>
                  </a:lnTo>
                  <a:lnTo>
                    <a:pt x="333361" y="83934"/>
                  </a:lnTo>
                  <a:lnTo>
                    <a:pt x="334614" y="76992"/>
                  </a:lnTo>
                  <a:lnTo>
                    <a:pt x="335069" y="68856"/>
                  </a:lnTo>
                  <a:lnTo>
                    <a:pt x="334614" y="60736"/>
                  </a:lnTo>
                  <a:lnTo>
                    <a:pt x="333350" y="53778"/>
                  </a:lnTo>
                  <a:lnTo>
                    <a:pt x="313960" y="53778"/>
                  </a:lnTo>
                  <a:lnTo>
                    <a:pt x="313960" y="36689"/>
                  </a:lnTo>
                  <a:close/>
                </a:path>
                <a:path w="908050" h="221614">
                  <a:moveTo>
                    <a:pt x="320981" y="31161"/>
                  </a:moveTo>
                  <a:lnTo>
                    <a:pt x="313960" y="31161"/>
                  </a:lnTo>
                  <a:lnTo>
                    <a:pt x="313960" y="53778"/>
                  </a:lnTo>
                  <a:lnTo>
                    <a:pt x="333350" y="53778"/>
                  </a:lnTo>
                  <a:lnTo>
                    <a:pt x="333247" y="53213"/>
                  </a:lnTo>
                  <a:lnTo>
                    <a:pt x="330970" y="46286"/>
                  </a:lnTo>
                  <a:lnTo>
                    <a:pt x="327781" y="39956"/>
                  </a:lnTo>
                  <a:lnTo>
                    <a:pt x="323776" y="34161"/>
                  </a:lnTo>
                  <a:lnTo>
                    <a:pt x="320981" y="31161"/>
                  </a:lnTo>
                  <a:close/>
                </a:path>
                <a:path w="908050" h="221614">
                  <a:moveTo>
                    <a:pt x="371759" y="31161"/>
                  </a:moveTo>
                  <a:lnTo>
                    <a:pt x="320981" y="31161"/>
                  </a:lnTo>
                  <a:lnTo>
                    <a:pt x="323776" y="34161"/>
                  </a:lnTo>
                  <a:lnTo>
                    <a:pt x="327781" y="39956"/>
                  </a:lnTo>
                  <a:lnTo>
                    <a:pt x="330970" y="46286"/>
                  </a:lnTo>
                  <a:lnTo>
                    <a:pt x="333247" y="53213"/>
                  </a:lnTo>
                  <a:lnTo>
                    <a:pt x="333350" y="53778"/>
                  </a:lnTo>
                  <a:lnTo>
                    <a:pt x="371759" y="53778"/>
                  </a:lnTo>
                  <a:lnTo>
                    <a:pt x="371759" y="31161"/>
                  </a:lnTo>
                  <a:close/>
                </a:path>
                <a:path w="908050" h="221614">
                  <a:moveTo>
                    <a:pt x="399905" y="31161"/>
                  </a:moveTo>
                  <a:lnTo>
                    <a:pt x="386083" y="31161"/>
                  </a:lnTo>
                  <a:lnTo>
                    <a:pt x="386083" y="53778"/>
                  </a:lnTo>
                  <a:lnTo>
                    <a:pt x="399905" y="53778"/>
                  </a:lnTo>
                  <a:lnTo>
                    <a:pt x="399905" y="31161"/>
                  </a:lnTo>
                  <a:close/>
                </a:path>
                <a:path w="908050" h="221614">
                  <a:moveTo>
                    <a:pt x="604097" y="137210"/>
                  </a:moveTo>
                  <a:lnTo>
                    <a:pt x="563135" y="141985"/>
                  </a:lnTo>
                  <a:lnTo>
                    <a:pt x="529879" y="162089"/>
                  </a:lnTo>
                  <a:lnTo>
                    <a:pt x="526696" y="169879"/>
                  </a:lnTo>
                  <a:lnTo>
                    <a:pt x="526696" y="188476"/>
                  </a:lnTo>
                  <a:lnTo>
                    <a:pt x="563135" y="216621"/>
                  </a:lnTo>
                  <a:lnTo>
                    <a:pt x="604097" y="221396"/>
                  </a:lnTo>
                  <a:lnTo>
                    <a:pt x="620887" y="220721"/>
                  </a:lnTo>
                  <a:lnTo>
                    <a:pt x="659988" y="210653"/>
                  </a:lnTo>
                  <a:lnTo>
                    <a:pt x="674688" y="198528"/>
                  </a:lnTo>
                  <a:lnTo>
                    <a:pt x="604097" y="198528"/>
                  </a:lnTo>
                  <a:lnTo>
                    <a:pt x="592867" y="198261"/>
                  </a:lnTo>
                  <a:lnTo>
                    <a:pt x="583820" y="197522"/>
                  </a:lnTo>
                  <a:lnTo>
                    <a:pt x="583446" y="197522"/>
                  </a:lnTo>
                  <a:lnTo>
                    <a:pt x="574647" y="196125"/>
                  </a:lnTo>
                  <a:lnTo>
                    <a:pt x="567658" y="194256"/>
                  </a:lnTo>
                  <a:lnTo>
                    <a:pt x="559449" y="191407"/>
                  </a:lnTo>
                  <a:lnTo>
                    <a:pt x="555344" y="186465"/>
                  </a:lnTo>
                  <a:lnTo>
                    <a:pt x="555344" y="172225"/>
                  </a:lnTo>
                  <a:lnTo>
                    <a:pt x="592867" y="160346"/>
                  </a:lnTo>
                  <a:lnTo>
                    <a:pt x="604097" y="160079"/>
                  </a:lnTo>
                  <a:lnTo>
                    <a:pt x="674811" y="160079"/>
                  </a:lnTo>
                  <a:lnTo>
                    <a:pt x="669152" y="153702"/>
                  </a:lnTo>
                  <a:lnTo>
                    <a:pt x="660328" y="147890"/>
                  </a:lnTo>
                  <a:lnTo>
                    <a:pt x="648907" y="143147"/>
                  </a:lnTo>
                  <a:lnTo>
                    <a:pt x="636010" y="139896"/>
                  </a:lnTo>
                  <a:lnTo>
                    <a:pt x="636179" y="139896"/>
                  </a:lnTo>
                  <a:lnTo>
                    <a:pt x="620887" y="137870"/>
                  </a:lnTo>
                  <a:lnTo>
                    <a:pt x="604097" y="137210"/>
                  </a:lnTo>
                  <a:close/>
                </a:path>
                <a:path w="908050" h="221614">
                  <a:moveTo>
                    <a:pt x="674811" y="160079"/>
                  </a:moveTo>
                  <a:lnTo>
                    <a:pt x="604097" y="160079"/>
                  </a:lnTo>
                  <a:lnTo>
                    <a:pt x="615311" y="160346"/>
                  </a:lnTo>
                  <a:lnTo>
                    <a:pt x="625080" y="161147"/>
                  </a:lnTo>
                  <a:lnTo>
                    <a:pt x="633405" y="162482"/>
                  </a:lnTo>
                  <a:lnTo>
                    <a:pt x="640284" y="164351"/>
                  </a:lnTo>
                  <a:lnTo>
                    <a:pt x="648493" y="167199"/>
                  </a:lnTo>
                  <a:lnTo>
                    <a:pt x="652598" y="172225"/>
                  </a:lnTo>
                  <a:lnTo>
                    <a:pt x="652598" y="186130"/>
                  </a:lnTo>
                  <a:lnTo>
                    <a:pt x="648493" y="190989"/>
                  </a:lnTo>
                  <a:lnTo>
                    <a:pt x="640284" y="194004"/>
                  </a:lnTo>
                  <a:lnTo>
                    <a:pt x="632913" y="196125"/>
                  </a:lnTo>
                  <a:lnTo>
                    <a:pt x="632572" y="196125"/>
                  </a:lnTo>
                  <a:lnTo>
                    <a:pt x="624340" y="197522"/>
                  </a:lnTo>
                  <a:lnTo>
                    <a:pt x="623633" y="197522"/>
                  </a:lnTo>
                  <a:lnTo>
                    <a:pt x="615130" y="198261"/>
                  </a:lnTo>
                  <a:lnTo>
                    <a:pt x="604097" y="198528"/>
                  </a:lnTo>
                  <a:lnTo>
                    <a:pt x="674688" y="198528"/>
                  </a:lnTo>
                  <a:lnTo>
                    <a:pt x="675592" y="197522"/>
                  </a:lnTo>
                  <a:lnTo>
                    <a:pt x="679456" y="189104"/>
                  </a:lnTo>
                  <a:lnTo>
                    <a:pt x="680744" y="179429"/>
                  </a:lnTo>
                  <a:lnTo>
                    <a:pt x="679501" y="169879"/>
                  </a:lnTo>
                  <a:lnTo>
                    <a:pt x="679456" y="169534"/>
                  </a:lnTo>
                  <a:lnTo>
                    <a:pt x="675677" y="161147"/>
                  </a:lnTo>
                  <a:lnTo>
                    <a:pt x="675592" y="160958"/>
                  </a:lnTo>
                  <a:lnTo>
                    <a:pt x="674811" y="160079"/>
                  </a:lnTo>
                  <a:close/>
                </a:path>
                <a:path w="908050" h="221614">
                  <a:moveTo>
                    <a:pt x="676723" y="0"/>
                  </a:moveTo>
                  <a:lnTo>
                    <a:pt x="648828" y="0"/>
                  </a:lnTo>
                  <a:lnTo>
                    <a:pt x="648828" y="134195"/>
                  </a:lnTo>
                  <a:lnTo>
                    <a:pt x="676723" y="134195"/>
                  </a:lnTo>
                  <a:lnTo>
                    <a:pt x="676723" y="96248"/>
                  </a:lnTo>
                  <a:lnTo>
                    <a:pt x="663152" y="96248"/>
                  </a:lnTo>
                  <a:lnTo>
                    <a:pt x="663152" y="75139"/>
                  </a:lnTo>
                  <a:lnTo>
                    <a:pt x="676723" y="75139"/>
                  </a:lnTo>
                  <a:lnTo>
                    <a:pt x="676723" y="52773"/>
                  </a:lnTo>
                  <a:lnTo>
                    <a:pt x="663152" y="52773"/>
                  </a:lnTo>
                  <a:lnTo>
                    <a:pt x="663152" y="31663"/>
                  </a:lnTo>
                  <a:lnTo>
                    <a:pt x="676723" y="31663"/>
                  </a:lnTo>
                  <a:lnTo>
                    <a:pt x="676723" y="0"/>
                  </a:lnTo>
                  <a:close/>
                </a:path>
                <a:path w="908050" h="221614">
                  <a:moveTo>
                    <a:pt x="513628" y="103285"/>
                  </a:moveTo>
                  <a:lnTo>
                    <a:pt x="490508" y="103285"/>
                  </a:lnTo>
                  <a:lnTo>
                    <a:pt x="490508" y="125902"/>
                  </a:lnTo>
                  <a:lnTo>
                    <a:pt x="537083" y="125902"/>
                  </a:lnTo>
                  <a:lnTo>
                    <a:pt x="554465" y="125399"/>
                  </a:lnTo>
                  <a:lnTo>
                    <a:pt x="598191" y="121504"/>
                  </a:lnTo>
                  <a:lnTo>
                    <a:pt x="616410" y="118865"/>
                  </a:lnTo>
                  <a:lnTo>
                    <a:pt x="616337" y="118363"/>
                  </a:lnTo>
                  <a:lnTo>
                    <a:pt x="513628" y="118363"/>
                  </a:lnTo>
                  <a:lnTo>
                    <a:pt x="513628" y="103285"/>
                  </a:lnTo>
                  <a:close/>
                </a:path>
                <a:path w="908050" h="221614">
                  <a:moveTo>
                    <a:pt x="540266" y="48752"/>
                  </a:moveTo>
                  <a:lnTo>
                    <a:pt x="513628" y="48752"/>
                  </a:lnTo>
                  <a:lnTo>
                    <a:pt x="513628" y="118363"/>
                  </a:lnTo>
                  <a:lnTo>
                    <a:pt x="540266" y="118363"/>
                  </a:lnTo>
                  <a:lnTo>
                    <a:pt x="540266" y="48752"/>
                  </a:lnTo>
                  <a:close/>
                </a:path>
                <a:path w="908050" h="221614">
                  <a:moveTo>
                    <a:pt x="562129" y="102395"/>
                  </a:moveTo>
                  <a:lnTo>
                    <a:pt x="555658" y="102782"/>
                  </a:lnTo>
                  <a:lnTo>
                    <a:pt x="541020" y="103285"/>
                  </a:lnTo>
                  <a:lnTo>
                    <a:pt x="540266" y="103285"/>
                  </a:lnTo>
                  <a:lnTo>
                    <a:pt x="540266" y="118363"/>
                  </a:lnTo>
                  <a:lnTo>
                    <a:pt x="616337" y="118363"/>
                  </a:lnTo>
                  <a:lnTo>
                    <a:pt x="615713" y="114090"/>
                  </a:lnTo>
                  <a:lnTo>
                    <a:pt x="562129" y="114090"/>
                  </a:lnTo>
                  <a:lnTo>
                    <a:pt x="562129" y="102395"/>
                  </a:lnTo>
                  <a:close/>
                </a:path>
                <a:path w="908050" h="221614">
                  <a:moveTo>
                    <a:pt x="588516" y="99910"/>
                  </a:moveTo>
                  <a:lnTo>
                    <a:pt x="585956" y="100222"/>
                  </a:lnTo>
                  <a:lnTo>
                    <a:pt x="576202" y="101274"/>
                  </a:lnTo>
                  <a:lnTo>
                    <a:pt x="566166" y="102154"/>
                  </a:lnTo>
                  <a:lnTo>
                    <a:pt x="562129" y="102395"/>
                  </a:lnTo>
                  <a:lnTo>
                    <a:pt x="562129" y="114090"/>
                  </a:lnTo>
                  <a:lnTo>
                    <a:pt x="588516" y="114090"/>
                  </a:lnTo>
                  <a:lnTo>
                    <a:pt x="588516" y="99910"/>
                  </a:lnTo>
                  <a:close/>
                </a:path>
                <a:path w="908050" h="221614">
                  <a:moveTo>
                    <a:pt x="613143" y="96499"/>
                  </a:moveTo>
                  <a:lnTo>
                    <a:pt x="604426" y="97834"/>
                  </a:lnTo>
                  <a:lnTo>
                    <a:pt x="595364" y="99075"/>
                  </a:lnTo>
                  <a:lnTo>
                    <a:pt x="588516" y="99910"/>
                  </a:lnTo>
                  <a:lnTo>
                    <a:pt x="588516" y="114090"/>
                  </a:lnTo>
                  <a:lnTo>
                    <a:pt x="615713" y="114090"/>
                  </a:lnTo>
                  <a:lnTo>
                    <a:pt x="613143" y="96499"/>
                  </a:lnTo>
                  <a:close/>
                </a:path>
                <a:path w="908050" h="221614">
                  <a:moveTo>
                    <a:pt x="588516" y="48752"/>
                  </a:moveTo>
                  <a:lnTo>
                    <a:pt x="562129" y="48752"/>
                  </a:lnTo>
                  <a:lnTo>
                    <a:pt x="562129" y="102395"/>
                  </a:lnTo>
                  <a:lnTo>
                    <a:pt x="566166" y="102154"/>
                  </a:lnTo>
                  <a:lnTo>
                    <a:pt x="576202" y="101274"/>
                  </a:lnTo>
                  <a:lnTo>
                    <a:pt x="585956" y="100222"/>
                  </a:lnTo>
                  <a:lnTo>
                    <a:pt x="588516" y="99910"/>
                  </a:lnTo>
                  <a:lnTo>
                    <a:pt x="588516" y="48752"/>
                  </a:lnTo>
                  <a:close/>
                </a:path>
                <a:path w="908050" h="221614">
                  <a:moveTo>
                    <a:pt x="648828" y="75139"/>
                  </a:moveTo>
                  <a:lnTo>
                    <a:pt x="613646" y="75139"/>
                  </a:lnTo>
                  <a:lnTo>
                    <a:pt x="613646" y="96248"/>
                  </a:lnTo>
                  <a:lnTo>
                    <a:pt x="648828" y="96248"/>
                  </a:lnTo>
                  <a:lnTo>
                    <a:pt x="648828" y="75139"/>
                  </a:lnTo>
                  <a:close/>
                </a:path>
                <a:path w="908050" h="221614">
                  <a:moveTo>
                    <a:pt x="676723" y="75139"/>
                  </a:moveTo>
                  <a:lnTo>
                    <a:pt x="663152" y="75139"/>
                  </a:lnTo>
                  <a:lnTo>
                    <a:pt x="663152" y="96248"/>
                  </a:lnTo>
                  <a:lnTo>
                    <a:pt x="676723" y="96248"/>
                  </a:lnTo>
                  <a:lnTo>
                    <a:pt x="676723" y="75139"/>
                  </a:lnTo>
                  <a:close/>
                </a:path>
                <a:path w="908050" h="221614">
                  <a:moveTo>
                    <a:pt x="648828" y="31663"/>
                  </a:moveTo>
                  <a:lnTo>
                    <a:pt x="613646" y="31663"/>
                  </a:lnTo>
                  <a:lnTo>
                    <a:pt x="613646" y="52773"/>
                  </a:lnTo>
                  <a:lnTo>
                    <a:pt x="648828" y="52773"/>
                  </a:lnTo>
                  <a:lnTo>
                    <a:pt x="648828" y="31663"/>
                  </a:lnTo>
                  <a:close/>
                </a:path>
                <a:path w="908050" h="221614">
                  <a:moveTo>
                    <a:pt x="676723" y="31663"/>
                  </a:moveTo>
                  <a:lnTo>
                    <a:pt x="663152" y="31663"/>
                  </a:lnTo>
                  <a:lnTo>
                    <a:pt x="663152" y="52773"/>
                  </a:lnTo>
                  <a:lnTo>
                    <a:pt x="676723" y="52773"/>
                  </a:lnTo>
                  <a:lnTo>
                    <a:pt x="676723" y="31663"/>
                  </a:lnTo>
                  <a:close/>
                </a:path>
                <a:path w="908050" h="221614">
                  <a:moveTo>
                    <a:pt x="608117" y="17339"/>
                  </a:moveTo>
                  <a:lnTo>
                    <a:pt x="493524" y="17339"/>
                  </a:lnTo>
                  <a:lnTo>
                    <a:pt x="493524" y="39956"/>
                  </a:lnTo>
                  <a:lnTo>
                    <a:pt x="608117" y="39956"/>
                  </a:lnTo>
                  <a:lnTo>
                    <a:pt x="608117" y="17339"/>
                  </a:lnTo>
                  <a:close/>
                </a:path>
                <a:path w="908050" h="221614">
                  <a:moveTo>
                    <a:pt x="758256" y="144749"/>
                  </a:moveTo>
                  <a:lnTo>
                    <a:pt x="730111" y="144749"/>
                  </a:lnTo>
                  <a:lnTo>
                    <a:pt x="730111" y="213354"/>
                  </a:lnTo>
                  <a:lnTo>
                    <a:pt x="886923" y="213354"/>
                  </a:lnTo>
                  <a:lnTo>
                    <a:pt x="886923" y="190235"/>
                  </a:lnTo>
                  <a:lnTo>
                    <a:pt x="758256" y="190235"/>
                  </a:lnTo>
                  <a:lnTo>
                    <a:pt x="758256" y="144749"/>
                  </a:lnTo>
                  <a:close/>
                </a:path>
                <a:path w="908050" h="221614">
                  <a:moveTo>
                    <a:pt x="796454" y="103033"/>
                  </a:moveTo>
                  <a:lnTo>
                    <a:pt x="768308" y="103033"/>
                  </a:lnTo>
                  <a:lnTo>
                    <a:pt x="768308" y="161586"/>
                  </a:lnTo>
                  <a:lnTo>
                    <a:pt x="796454" y="161586"/>
                  </a:lnTo>
                  <a:lnTo>
                    <a:pt x="796454" y="103033"/>
                  </a:lnTo>
                  <a:close/>
                </a:path>
                <a:path w="908050" h="221614">
                  <a:moveTo>
                    <a:pt x="848087" y="103033"/>
                  </a:moveTo>
                  <a:lnTo>
                    <a:pt x="835406" y="103033"/>
                  </a:lnTo>
                  <a:lnTo>
                    <a:pt x="835406" y="161586"/>
                  </a:lnTo>
                  <a:lnTo>
                    <a:pt x="863552" y="161586"/>
                  </a:lnTo>
                  <a:lnTo>
                    <a:pt x="863552" y="107557"/>
                  </a:lnTo>
                  <a:lnTo>
                    <a:pt x="847217" y="107557"/>
                  </a:lnTo>
                  <a:lnTo>
                    <a:pt x="848087" y="103033"/>
                  </a:lnTo>
                  <a:close/>
                </a:path>
                <a:path w="908050" h="221614">
                  <a:moveTo>
                    <a:pt x="849610" y="94489"/>
                  </a:moveTo>
                  <a:lnTo>
                    <a:pt x="707996" y="94489"/>
                  </a:lnTo>
                  <a:lnTo>
                    <a:pt x="707996" y="117609"/>
                  </a:lnTo>
                  <a:lnTo>
                    <a:pt x="768308" y="117609"/>
                  </a:lnTo>
                  <a:lnTo>
                    <a:pt x="768308" y="103033"/>
                  </a:lnTo>
                  <a:lnTo>
                    <a:pt x="848087" y="103033"/>
                  </a:lnTo>
                  <a:lnTo>
                    <a:pt x="848892" y="98845"/>
                  </a:lnTo>
                  <a:lnTo>
                    <a:pt x="849610" y="94489"/>
                  </a:lnTo>
                  <a:close/>
                </a:path>
                <a:path w="908050" h="221614">
                  <a:moveTo>
                    <a:pt x="835406" y="103033"/>
                  </a:moveTo>
                  <a:lnTo>
                    <a:pt x="796454" y="103033"/>
                  </a:lnTo>
                  <a:lnTo>
                    <a:pt x="796454" y="117609"/>
                  </a:lnTo>
                  <a:lnTo>
                    <a:pt x="835406" y="117609"/>
                  </a:lnTo>
                  <a:lnTo>
                    <a:pt x="835406" y="103033"/>
                  </a:lnTo>
                  <a:close/>
                </a:path>
                <a:path w="908050" h="221614">
                  <a:moveTo>
                    <a:pt x="876311" y="103033"/>
                  </a:moveTo>
                  <a:lnTo>
                    <a:pt x="863552" y="103033"/>
                  </a:lnTo>
                  <a:lnTo>
                    <a:pt x="863552" y="117609"/>
                  </a:lnTo>
                  <a:lnTo>
                    <a:pt x="908032" y="117609"/>
                  </a:lnTo>
                  <a:lnTo>
                    <a:pt x="908032" y="107412"/>
                  </a:lnTo>
                  <a:lnTo>
                    <a:pt x="875597" y="107412"/>
                  </a:lnTo>
                  <a:lnTo>
                    <a:pt x="876311" y="103033"/>
                  </a:lnTo>
                  <a:close/>
                </a:path>
                <a:path w="908050" h="221614">
                  <a:moveTo>
                    <a:pt x="881645" y="12313"/>
                  </a:moveTo>
                  <a:lnTo>
                    <a:pt x="729608" y="12313"/>
                  </a:lnTo>
                  <a:lnTo>
                    <a:pt x="729608" y="35182"/>
                  </a:lnTo>
                  <a:lnTo>
                    <a:pt x="853500" y="35182"/>
                  </a:lnTo>
                  <a:lnTo>
                    <a:pt x="853500" y="54699"/>
                  </a:lnTo>
                  <a:lnTo>
                    <a:pt x="853248" y="60647"/>
                  </a:lnTo>
                  <a:lnTo>
                    <a:pt x="852746" y="66343"/>
                  </a:lnTo>
                  <a:lnTo>
                    <a:pt x="852411" y="72039"/>
                  </a:lnTo>
                  <a:lnTo>
                    <a:pt x="851824" y="78154"/>
                  </a:lnTo>
                  <a:lnTo>
                    <a:pt x="850245" y="90468"/>
                  </a:lnTo>
                  <a:lnTo>
                    <a:pt x="850149" y="91222"/>
                  </a:lnTo>
                  <a:lnTo>
                    <a:pt x="848927" y="98635"/>
                  </a:lnTo>
                  <a:lnTo>
                    <a:pt x="847245" y="107412"/>
                  </a:lnTo>
                  <a:lnTo>
                    <a:pt x="847217" y="107557"/>
                  </a:lnTo>
                  <a:lnTo>
                    <a:pt x="863552" y="107412"/>
                  </a:lnTo>
                  <a:lnTo>
                    <a:pt x="863552" y="103033"/>
                  </a:lnTo>
                  <a:lnTo>
                    <a:pt x="876311" y="103033"/>
                  </a:lnTo>
                  <a:lnTo>
                    <a:pt x="876993" y="98845"/>
                  </a:lnTo>
                  <a:lnTo>
                    <a:pt x="881537" y="54699"/>
                  </a:lnTo>
                  <a:lnTo>
                    <a:pt x="881645" y="12313"/>
                  </a:lnTo>
                  <a:close/>
                </a:path>
                <a:path w="908050" h="221614">
                  <a:moveTo>
                    <a:pt x="863552" y="107412"/>
                  </a:moveTo>
                  <a:lnTo>
                    <a:pt x="847217" y="107557"/>
                  </a:lnTo>
                  <a:lnTo>
                    <a:pt x="863552" y="107557"/>
                  </a:lnTo>
                  <a:lnTo>
                    <a:pt x="863552" y="107412"/>
                  </a:lnTo>
                  <a:close/>
                </a:path>
                <a:path w="908050" h="221614">
                  <a:moveTo>
                    <a:pt x="908032" y="94489"/>
                  </a:moveTo>
                  <a:lnTo>
                    <a:pt x="877650" y="94489"/>
                  </a:lnTo>
                  <a:lnTo>
                    <a:pt x="877028" y="98635"/>
                  </a:lnTo>
                  <a:lnTo>
                    <a:pt x="875597" y="107412"/>
                  </a:lnTo>
                  <a:lnTo>
                    <a:pt x="908032" y="107412"/>
                  </a:lnTo>
                  <a:lnTo>
                    <a:pt x="908032" y="94489"/>
                  </a:lnTo>
                  <a:close/>
                </a:path>
              </a:pathLst>
            </a:custGeom>
            <a:solidFill>
              <a:srgbClr val="6D6B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71467" y="6101154"/>
              <a:ext cx="2508250" cy="502920"/>
            </a:xfrm>
            <a:custGeom>
              <a:avLst/>
              <a:gdLst/>
              <a:ahLst/>
              <a:cxnLst/>
              <a:rect l="l" t="t" r="r" b="b"/>
              <a:pathLst>
                <a:path w="2508250" h="502920">
                  <a:moveTo>
                    <a:pt x="87075" y="360051"/>
                  </a:moveTo>
                  <a:lnTo>
                    <a:pt x="0" y="360051"/>
                  </a:lnTo>
                  <a:lnTo>
                    <a:pt x="1554" y="380525"/>
                  </a:lnTo>
                  <a:lnTo>
                    <a:pt x="11859" y="417670"/>
                  </a:lnTo>
                  <a:lnTo>
                    <a:pt x="46129" y="463022"/>
                  </a:lnTo>
                  <a:lnTo>
                    <a:pt x="80856" y="484445"/>
                  </a:lnTo>
                  <a:lnTo>
                    <a:pt x="124394" y="497922"/>
                  </a:lnTo>
                  <a:lnTo>
                    <a:pt x="176225" y="502414"/>
                  </a:lnTo>
                  <a:lnTo>
                    <a:pt x="200128" y="501291"/>
                  </a:lnTo>
                  <a:lnTo>
                    <a:pt x="201395" y="501291"/>
                  </a:lnTo>
                  <a:lnTo>
                    <a:pt x="248269" y="491529"/>
                  </a:lnTo>
                  <a:lnTo>
                    <a:pt x="287402" y="472395"/>
                  </a:lnTo>
                  <a:lnTo>
                    <a:pt x="317809" y="445097"/>
                  </a:lnTo>
                  <a:lnTo>
                    <a:pt x="328168" y="430541"/>
                  </a:lnTo>
                  <a:lnTo>
                    <a:pt x="176916" y="430541"/>
                  </a:lnTo>
                  <a:lnTo>
                    <a:pt x="161194" y="430023"/>
                  </a:lnTo>
                  <a:lnTo>
                    <a:pt x="115712" y="417670"/>
                  </a:lnTo>
                  <a:lnTo>
                    <a:pt x="90704" y="381129"/>
                  </a:lnTo>
                  <a:lnTo>
                    <a:pt x="88501" y="371022"/>
                  </a:lnTo>
                  <a:lnTo>
                    <a:pt x="87075" y="360051"/>
                  </a:lnTo>
                  <a:close/>
                </a:path>
                <a:path w="2508250" h="502920">
                  <a:moveTo>
                    <a:pt x="288179" y="17968"/>
                  </a:moveTo>
                  <a:lnTo>
                    <a:pt x="104352" y="203177"/>
                  </a:lnTo>
                  <a:lnTo>
                    <a:pt x="104352" y="260536"/>
                  </a:lnTo>
                  <a:lnTo>
                    <a:pt x="175533" y="260536"/>
                  </a:lnTo>
                  <a:lnTo>
                    <a:pt x="196050" y="261832"/>
                  </a:lnTo>
                  <a:lnTo>
                    <a:pt x="242568" y="281269"/>
                  </a:lnTo>
                  <a:lnTo>
                    <a:pt x="265244" y="324029"/>
                  </a:lnTo>
                  <a:lnTo>
                    <a:pt x="266756" y="343466"/>
                  </a:lnTo>
                  <a:lnTo>
                    <a:pt x="265374" y="364155"/>
                  </a:lnTo>
                  <a:lnTo>
                    <a:pt x="244641" y="409118"/>
                  </a:lnTo>
                  <a:lnTo>
                    <a:pt x="198253" y="429203"/>
                  </a:lnTo>
                  <a:lnTo>
                    <a:pt x="176916" y="430541"/>
                  </a:lnTo>
                  <a:lnTo>
                    <a:pt x="328168" y="430541"/>
                  </a:lnTo>
                  <a:lnTo>
                    <a:pt x="346230" y="389249"/>
                  </a:lnTo>
                  <a:lnTo>
                    <a:pt x="351758" y="343466"/>
                  </a:lnTo>
                  <a:lnTo>
                    <a:pt x="351154" y="328435"/>
                  </a:lnTo>
                  <a:lnTo>
                    <a:pt x="342083" y="285415"/>
                  </a:lnTo>
                  <a:lnTo>
                    <a:pt x="320185" y="246801"/>
                  </a:lnTo>
                  <a:lnTo>
                    <a:pt x="319447" y="246024"/>
                  </a:lnTo>
                  <a:lnTo>
                    <a:pt x="160330" y="246024"/>
                  </a:lnTo>
                  <a:lnTo>
                    <a:pt x="158436" y="196784"/>
                  </a:lnTo>
                  <a:lnTo>
                    <a:pt x="158310" y="193501"/>
                  </a:lnTo>
                  <a:lnTo>
                    <a:pt x="158256" y="192119"/>
                  </a:lnTo>
                  <a:lnTo>
                    <a:pt x="214407" y="191947"/>
                  </a:lnTo>
                  <a:lnTo>
                    <a:pt x="327571" y="78782"/>
                  </a:lnTo>
                  <a:lnTo>
                    <a:pt x="289561" y="78782"/>
                  </a:lnTo>
                  <a:lnTo>
                    <a:pt x="288179" y="17968"/>
                  </a:lnTo>
                  <a:close/>
                </a:path>
                <a:path w="2508250" h="502920">
                  <a:moveTo>
                    <a:pt x="184733" y="191947"/>
                  </a:moveTo>
                  <a:lnTo>
                    <a:pt x="158256" y="192119"/>
                  </a:lnTo>
                  <a:lnTo>
                    <a:pt x="160330" y="246024"/>
                  </a:lnTo>
                  <a:lnTo>
                    <a:pt x="212332" y="194021"/>
                  </a:lnTo>
                  <a:lnTo>
                    <a:pt x="208878" y="193501"/>
                  </a:lnTo>
                  <a:lnTo>
                    <a:pt x="184733" y="191947"/>
                  </a:lnTo>
                  <a:close/>
                </a:path>
                <a:path w="2508250" h="502920">
                  <a:moveTo>
                    <a:pt x="212332" y="194021"/>
                  </a:moveTo>
                  <a:lnTo>
                    <a:pt x="160330" y="246024"/>
                  </a:lnTo>
                  <a:lnTo>
                    <a:pt x="319447" y="246024"/>
                  </a:lnTo>
                  <a:lnTo>
                    <a:pt x="283687" y="216134"/>
                  </a:lnTo>
                  <a:lnTo>
                    <a:pt x="230690" y="196784"/>
                  </a:lnTo>
                  <a:lnTo>
                    <a:pt x="212332" y="194021"/>
                  </a:lnTo>
                  <a:close/>
                </a:path>
                <a:path w="2508250" h="502920">
                  <a:moveTo>
                    <a:pt x="214407" y="191947"/>
                  </a:moveTo>
                  <a:lnTo>
                    <a:pt x="184733" y="191947"/>
                  </a:lnTo>
                  <a:lnTo>
                    <a:pt x="208878" y="193501"/>
                  </a:lnTo>
                  <a:lnTo>
                    <a:pt x="212332" y="194021"/>
                  </a:lnTo>
                  <a:lnTo>
                    <a:pt x="214407" y="191947"/>
                  </a:lnTo>
                  <a:close/>
                </a:path>
                <a:path w="2508250" h="502920">
                  <a:moveTo>
                    <a:pt x="340010" y="6910"/>
                  </a:moveTo>
                  <a:lnTo>
                    <a:pt x="22114" y="6910"/>
                  </a:lnTo>
                  <a:lnTo>
                    <a:pt x="22114" y="78782"/>
                  </a:lnTo>
                  <a:lnTo>
                    <a:pt x="227818" y="78782"/>
                  </a:lnTo>
                  <a:lnTo>
                    <a:pt x="288179" y="17968"/>
                  </a:lnTo>
                  <a:lnTo>
                    <a:pt x="340140" y="17968"/>
                  </a:lnTo>
                  <a:lnTo>
                    <a:pt x="340010" y="6910"/>
                  </a:lnTo>
                  <a:close/>
                </a:path>
                <a:path w="2508250" h="502920">
                  <a:moveTo>
                    <a:pt x="340140" y="17968"/>
                  </a:moveTo>
                  <a:lnTo>
                    <a:pt x="288179" y="17968"/>
                  </a:lnTo>
                  <a:lnTo>
                    <a:pt x="289561" y="78782"/>
                  </a:lnTo>
                  <a:lnTo>
                    <a:pt x="327571" y="78782"/>
                  </a:lnTo>
                  <a:lnTo>
                    <a:pt x="340701" y="65652"/>
                  </a:lnTo>
                  <a:lnTo>
                    <a:pt x="340140" y="17968"/>
                  </a:lnTo>
                  <a:close/>
                </a:path>
                <a:path w="2508250" h="502920">
                  <a:moveTo>
                    <a:pt x="714720" y="6910"/>
                  </a:moveTo>
                  <a:lnTo>
                    <a:pt x="620042" y="6910"/>
                  </a:lnTo>
                  <a:lnTo>
                    <a:pt x="504632" y="167932"/>
                  </a:lnTo>
                  <a:lnTo>
                    <a:pt x="479753" y="204559"/>
                  </a:lnTo>
                  <a:lnTo>
                    <a:pt x="452672" y="251854"/>
                  </a:lnTo>
                  <a:lnTo>
                    <a:pt x="436216" y="291635"/>
                  </a:lnTo>
                  <a:lnTo>
                    <a:pt x="428614" y="337937"/>
                  </a:lnTo>
                  <a:lnTo>
                    <a:pt x="431162" y="373700"/>
                  </a:lnTo>
                  <a:lnTo>
                    <a:pt x="453622" y="433824"/>
                  </a:lnTo>
                  <a:lnTo>
                    <a:pt x="498542" y="477535"/>
                  </a:lnTo>
                  <a:lnTo>
                    <a:pt x="561776" y="499649"/>
                  </a:lnTo>
                  <a:lnTo>
                    <a:pt x="600001" y="502414"/>
                  </a:lnTo>
                  <a:lnTo>
                    <a:pt x="625960" y="501161"/>
                  </a:lnTo>
                  <a:lnTo>
                    <a:pt x="671916" y="491140"/>
                  </a:lnTo>
                  <a:lnTo>
                    <a:pt x="710099" y="471358"/>
                  </a:lnTo>
                  <a:lnTo>
                    <a:pt x="739469" y="443370"/>
                  </a:lnTo>
                  <a:lnTo>
                    <a:pt x="747924" y="430541"/>
                  </a:lnTo>
                  <a:lnTo>
                    <a:pt x="600001" y="430541"/>
                  </a:lnTo>
                  <a:lnTo>
                    <a:pt x="578750" y="429030"/>
                  </a:lnTo>
                  <a:lnTo>
                    <a:pt x="533658" y="406354"/>
                  </a:lnTo>
                  <a:lnTo>
                    <a:pt x="514221" y="360742"/>
                  </a:lnTo>
                  <a:lnTo>
                    <a:pt x="512925" y="341392"/>
                  </a:lnTo>
                  <a:lnTo>
                    <a:pt x="514394" y="321826"/>
                  </a:lnTo>
                  <a:lnTo>
                    <a:pt x="536422" y="277122"/>
                  </a:lnTo>
                  <a:lnTo>
                    <a:pt x="550281" y="266756"/>
                  </a:lnTo>
                  <a:lnTo>
                    <a:pt x="526056" y="266756"/>
                  </a:lnTo>
                  <a:lnTo>
                    <a:pt x="528129" y="209396"/>
                  </a:lnTo>
                  <a:lnTo>
                    <a:pt x="564065" y="192638"/>
                  </a:lnTo>
                  <a:lnTo>
                    <a:pt x="583715" y="187342"/>
                  </a:lnTo>
                  <a:lnTo>
                    <a:pt x="714720" y="6910"/>
                  </a:lnTo>
                  <a:close/>
                </a:path>
                <a:path w="2508250" h="502920">
                  <a:moveTo>
                    <a:pt x="747312" y="254316"/>
                  </a:moveTo>
                  <a:lnTo>
                    <a:pt x="600001" y="254316"/>
                  </a:lnTo>
                  <a:lnTo>
                    <a:pt x="621252" y="255742"/>
                  </a:lnTo>
                  <a:lnTo>
                    <a:pt x="639393" y="260018"/>
                  </a:lnTo>
                  <a:lnTo>
                    <a:pt x="675415" y="289691"/>
                  </a:lnTo>
                  <a:lnTo>
                    <a:pt x="687077" y="341392"/>
                  </a:lnTo>
                  <a:lnTo>
                    <a:pt x="685738" y="360742"/>
                  </a:lnTo>
                  <a:lnTo>
                    <a:pt x="665654" y="406354"/>
                  </a:lnTo>
                  <a:lnTo>
                    <a:pt x="620949" y="429030"/>
                  </a:lnTo>
                  <a:lnTo>
                    <a:pt x="600001" y="430541"/>
                  </a:lnTo>
                  <a:lnTo>
                    <a:pt x="747924" y="430541"/>
                  </a:lnTo>
                  <a:lnTo>
                    <a:pt x="766205" y="387176"/>
                  </a:lnTo>
                  <a:lnTo>
                    <a:pt x="771389" y="341392"/>
                  </a:lnTo>
                  <a:lnTo>
                    <a:pt x="770136" y="319235"/>
                  </a:lnTo>
                  <a:lnTo>
                    <a:pt x="766378" y="298373"/>
                  </a:lnTo>
                  <a:lnTo>
                    <a:pt x="760226" y="279152"/>
                  </a:lnTo>
                  <a:lnTo>
                    <a:pt x="760115" y="278807"/>
                  </a:lnTo>
                  <a:lnTo>
                    <a:pt x="751347" y="260536"/>
                  </a:lnTo>
                  <a:lnTo>
                    <a:pt x="747312" y="254316"/>
                  </a:lnTo>
                  <a:close/>
                </a:path>
                <a:path w="2508250" h="502920">
                  <a:moveTo>
                    <a:pt x="583715" y="187342"/>
                  </a:moveTo>
                  <a:lnTo>
                    <a:pt x="539647" y="202025"/>
                  </a:lnTo>
                  <a:lnTo>
                    <a:pt x="526087" y="265892"/>
                  </a:lnTo>
                  <a:lnTo>
                    <a:pt x="526056" y="266756"/>
                  </a:lnTo>
                  <a:lnTo>
                    <a:pt x="583715" y="187342"/>
                  </a:lnTo>
                  <a:close/>
                </a:path>
                <a:path w="2508250" h="502920">
                  <a:moveTo>
                    <a:pt x="613823" y="183826"/>
                  </a:moveTo>
                  <a:lnTo>
                    <a:pt x="526056" y="266756"/>
                  </a:lnTo>
                  <a:lnTo>
                    <a:pt x="550281" y="266756"/>
                  </a:lnTo>
                  <a:lnTo>
                    <a:pt x="564411" y="260018"/>
                  </a:lnTo>
                  <a:lnTo>
                    <a:pt x="581256" y="255742"/>
                  </a:lnTo>
                  <a:lnTo>
                    <a:pt x="600001" y="254316"/>
                  </a:lnTo>
                  <a:lnTo>
                    <a:pt x="747312" y="254316"/>
                  </a:lnTo>
                  <a:lnTo>
                    <a:pt x="740333" y="243562"/>
                  </a:lnTo>
                  <a:lnTo>
                    <a:pt x="712345" y="215573"/>
                  </a:lnTo>
                  <a:lnTo>
                    <a:pt x="677056" y="195488"/>
                  </a:lnTo>
                  <a:lnTo>
                    <a:pt x="636283" y="185122"/>
                  </a:lnTo>
                  <a:lnTo>
                    <a:pt x="613823" y="183826"/>
                  </a:lnTo>
                  <a:close/>
                </a:path>
                <a:path w="2508250" h="502920">
                  <a:moveTo>
                    <a:pt x="958175" y="401516"/>
                  </a:moveTo>
                  <a:lnTo>
                    <a:pt x="863497" y="401516"/>
                  </a:lnTo>
                  <a:lnTo>
                    <a:pt x="863497" y="495503"/>
                  </a:lnTo>
                  <a:lnTo>
                    <a:pt x="958175" y="495503"/>
                  </a:lnTo>
                  <a:lnTo>
                    <a:pt x="958175" y="401516"/>
                  </a:lnTo>
                  <a:close/>
                </a:path>
                <a:path w="2508250" h="502920">
                  <a:moveTo>
                    <a:pt x="1351501" y="71872"/>
                  </a:moveTo>
                  <a:lnTo>
                    <a:pt x="1208402" y="71872"/>
                  </a:lnTo>
                  <a:lnTo>
                    <a:pt x="1225679" y="72951"/>
                  </a:lnTo>
                  <a:lnTo>
                    <a:pt x="1240883" y="76191"/>
                  </a:lnTo>
                  <a:lnTo>
                    <a:pt x="1273839" y="99169"/>
                  </a:lnTo>
                  <a:lnTo>
                    <a:pt x="1285112" y="145817"/>
                  </a:lnTo>
                  <a:lnTo>
                    <a:pt x="1284551" y="156313"/>
                  </a:lnTo>
                  <a:lnTo>
                    <a:pt x="1271118" y="194322"/>
                  </a:lnTo>
                  <a:lnTo>
                    <a:pt x="1241013" y="233325"/>
                  </a:lnTo>
                  <a:lnTo>
                    <a:pt x="1043235" y="438143"/>
                  </a:lnTo>
                  <a:lnTo>
                    <a:pt x="1043926" y="495503"/>
                  </a:lnTo>
                  <a:lnTo>
                    <a:pt x="1374952" y="495503"/>
                  </a:lnTo>
                  <a:lnTo>
                    <a:pt x="1374952" y="449892"/>
                  </a:lnTo>
                  <a:lnTo>
                    <a:pt x="1135839" y="449892"/>
                  </a:lnTo>
                  <a:lnTo>
                    <a:pt x="1126164" y="423631"/>
                  </a:lnTo>
                  <a:lnTo>
                    <a:pt x="1161807" y="423631"/>
                  </a:lnTo>
                  <a:lnTo>
                    <a:pt x="1258160" y="326189"/>
                  </a:lnTo>
                  <a:lnTo>
                    <a:pt x="1294787" y="287834"/>
                  </a:lnTo>
                  <a:lnTo>
                    <a:pt x="1323122" y="255699"/>
                  </a:lnTo>
                  <a:lnTo>
                    <a:pt x="1352017" y="213456"/>
                  </a:lnTo>
                  <a:lnTo>
                    <a:pt x="1367178" y="173978"/>
                  </a:lnTo>
                  <a:lnTo>
                    <a:pt x="1370115" y="145817"/>
                  </a:lnTo>
                  <a:lnTo>
                    <a:pt x="1368862" y="124437"/>
                  </a:lnTo>
                  <a:lnTo>
                    <a:pt x="1365105" y="104525"/>
                  </a:lnTo>
                  <a:lnTo>
                    <a:pt x="1358842" y="86082"/>
                  </a:lnTo>
                  <a:lnTo>
                    <a:pt x="1351501" y="71872"/>
                  </a:lnTo>
                  <a:close/>
                </a:path>
                <a:path w="2508250" h="502920">
                  <a:moveTo>
                    <a:pt x="1161807" y="423631"/>
                  </a:moveTo>
                  <a:lnTo>
                    <a:pt x="1126164" y="423631"/>
                  </a:lnTo>
                  <a:lnTo>
                    <a:pt x="1135839" y="449892"/>
                  </a:lnTo>
                  <a:lnTo>
                    <a:pt x="1161807" y="423631"/>
                  </a:lnTo>
                  <a:close/>
                </a:path>
                <a:path w="2508250" h="502920">
                  <a:moveTo>
                    <a:pt x="1374952" y="423631"/>
                  </a:moveTo>
                  <a:lnTo>
                    <a:pt x="1161807" y="423631"/>
                  </a:lnTo>
                  <a:lnTo>
                    <a:pt x="1135839" y="449892"/>
                  </a:lnTo>
                  <a:lnTo>
                    <a:pt x="1374952" y="449892"/>
                  </a:lnTo>
                  <a:lnTo>
                    <a:pt x="1374952" y="423631"/>
                  </a:lnTo>
                  <a:close/>
                </a:path>
                <a:path w="2508250" h="502920">
                  <a:moveTo>
                    <a:pt x="1210476" y="0"/>
                  </a:moveTo>
                  <a:lnTo>
                    <a:pt x="1164346" y="4837"/>
                  </a:lnTo>
                  <a:lnTo>
                    <a:pt x="1124091" y="19350"/>
                  </a:lnTo>
                  <a:lnTo>
                    <a:pt x="1091437" y="41983"/>
                  </a:lnTo>
                  <a:lnTo>
                    <a:pt x="1066731" y="72563"/>
                  </a:lnTo>
                  <a:lnTo>
                    <a:pt x="1051700" y="109190"/>
                  </a:lnTo>
                  <a:lnTo>
                    <a:pt x="1046690" y="151346"/>
                  </a:lnTo>
                  <a:lnTo>
                    <a:pt x="1130311" y="151346"/>
                  </a:lnTo>
                  <a:lnTo>
                    <a:pt x="1132384" y="132298"/>
                  </a:lnTo>
                  <a:lnTo>
                    <a:pt x="1136530" y="115928"/>
                  </a:lnTo>
                  <a:lnTo>
                    <a:pt x="1161625" y="82756"/>
                  </a:lnTo>
                  <a:lnTo>
                    <a:pt x="1208402" y="71872"/>
                  </a:lnTo>
                  <a:lnTo>
                    <a:pt x="1351501" y="71872"/>
                  </a:lnTo>
                  <a:lnTo>
                    <a:pt x="1350074" y="69107"/>
                  </a:lnTo>
                  <a:lnTo>
                    <a:pt x="1311071" y="27902"/>
                  </a:lnTo>
                  <a:lnTo>
                    <a:pt x="1275653" y="10107"/>
                  </a:lnTo>
                  <a:lnTo>
                    <a:pt x="1234400" y="1209"/>
                  </a:lnTo>
                  <a:lnTo>
                    <a:pt x="1235640" y="1209"/>
                  </a:lnTo>
                  <a:lnTo>
                    <a:pt x="1210476" y="0"/>
                  </a:lnTo>
                  <a:close/>
                </a:path>
                <a:path w="2508250" h="502920">
                  <a:moveTo>
                    <a:pt x="1711035" y="139684"/>
                  </a:moveTo>
                  <a:lnTo>
                    <a:pt x="1627416" y="139684"/>
                  </a:lnTo>
                  <a:lnTo>
                    <a:pt x="1627416" y="495503"/>
                  </a:lnTo>
                  <a:lnTo>
                    <a:pt x="1711036" y="495503"/>
                  </a:lnTo>
                  <a:lnTo>
                    <a:pt x="1710345" y="290944"/>
                  </a:lnTo>
                  <a:lnTo>
                    <a:pt x="1711339" y="268700"/>
                  </a:lnTo>
                  <a:lnTo>
                    <a:pt x="1726240" y="221145"/>
                  </a:lnTo>
                  <a:lnTo>
                    <a:pt x="1762392" y="200412"/>
                  </a:lnTo>
                  <a:lnTo>
                    <a:pt x="1779453" y="199030"/>
                  </a:lnTo>
                  <a:lnTo>
                    <a:pt x="2122005" y="199030"/>
                  </a:lnTo>
                  <a:lnTo>
                    <a:pt x="2121407" y="197648"/>
                  </a:lnTo>
                  <a:lnTo>
                    <a:pt x="1901774" y="197648"/>
                  </a:lnTo>
                  <a:lnTo>
                    <a:pt x="1895337" y="183826"/>
                  </a:lnTo>
                  <a:lnTo>
                    <a:pt x="1710345" y="183826"/>
                  </a:lnTo>
                  <a:lnTo>
                    <a:pt x="1710541" y="171301"/>
                  </a:lnTo>
                  <a:lnTo>
                    <a:pt x="1710586" y="168450"/>
                  </a:lnTo>
                  <a:lnTo>
                    <a:pt x="1710707" y="160675"/>
                  </a:lnTo>
                  <a:lnTo>
                    <a:pt x="1710795" y="155017"/>
                  </a:lnTo>
                  <a:lnTo>
                    <a:pt x="1710896" y="148581"/>
                  </a:lnTo>
                  <a:lnTo>
                    <a:pt x="1711005" y="141627"/>
                  </a:lnTo>
                  <a:lnTo>
                    <a:pt x="1711035" y="139684"/>
                  </a:lnTo>
                  <a:close/>
                </a:path>
                <a:path w="2508250" h="502920">
                  <a:moveTo>
                    <a:pt x="1989541" y="199030"/>
                  </a:moveTo>
                  <a:lnTo>
                    <a:pt x="1779453" y="199030"/>
                  </a:lnTo>
                  <a:lnTo>
                    <a:pt x="1789949" y="199592"/>
                  </a:lnTo>
                  <a:lnTo>
                    <a:pt x="1799322" y="201276"/>
                  </a:lnTo>
                  <a:lnTo>
                    <a:pt x="1830118" y="225896"/>
                  </a:lnTo>
                  <a:lnTo>
                    <a:pt x="1839188" y="267058"/>
                  </a:lnTo>
                  <a:lnTo>
                    <a:pt x="1839577" y="280577"/>
                  </a:lnTo>
                  <a:lnTo>
                    <a:pt x="1839577" y="495503"/>
                  </a:lnTo>
                  <a:lnTo>
                    <a:pt x="1923197" y="495503"/>
                  </a:lnTo>
                  <a:lnTo>
                    <a:pt x="1923197" y="290944"/>
                  </a:lnTo>
                  <a:lnTo>
                    <a:pt x="1924191" y="268700"/>
                  </a:lnTo>
                  <a:lnTo>
                    <a:pt x="1939092" y="221145"/>
                  </a:lnTo>
                  <a:lnTo>
                    <a:pt x="1973430" y="200412"/>
                  </a:lnTo>
                  <a:lnTo>
                    <a:pt x="1989541" y="199030"/>
                  </a:lnTo>
                  <a:close/>
                </a:path>
                <a:path w="2508250" h="502920">
                  <a:moveTo>
                    <a:pt x="2122005" y="199030"/>
                  </a:moveTo>
                  <a:lnTo>
                    <a:pt x="1989541" y="199030"/>
                  </a:lnTo>
                  <a:lnTo>
                    <a:pt x="2005263" y="200239"/>
                  </a:lnTo>
                  <a:lnTo>
                    <a:pt x="2018566" y="203868"/>
                  </a:lnTo>
                  <a:lnTo>
                    <a:pt x="2048801" y="243605"/>
                  </a:lnTo>
                  <a:lnTo>
                    <a:pt x="2052429" y="280577"/>
                  </a:lnTo>
                  <a:lnTo>
                    <a:pt x="2052429" y="495503"/>
                  </a:lnTo>
                  <a:lnTo>
                    <a:pt x="2136050" y="495503"/>
                  </a:lnTo>
                  <a:lnTo>
                    <a:pt x="2136050" y="275740"/>
                  </a:lnTo>
                  <a:lnTo>
                    <a:pt x="2135359" y="255569"/>
                  </a:lnTo>
                  <a:lnTo>
                    <a:pt x="2133285" y="237212"/>
                  </a:lnTo>
                  <a:lnTo>
                    <a:pt x="2129929" y="221145"/>
                  </a:lnTo>
                  <a:lnTo>
                    <a:pt x="2129830" y="220669"/>
                  </a:lnTo>
                  <a:lnTo>
                    <a:pt x="2124992" y="205941"/>
                  </a:lnTo>
                  <a:lnTo>
                    <a:pt x="2122005" y="199030"/>
                  </a:lnTo>
                  <a:close/>
                </a:path>
                <a:path w="2508250" h="502920">
                  <a:moveTo>
                    <a:pt x="2009582" y="132687"/>
                  </a:moveTo>
                  <a:lnTo>
                    <a:pt x="1960473" y="142016"/>
                  </a:lnTo>
                  <a:lnTo>
                    <a:pt x="1922506" y="169659"/>
                  </a:lnTo>
                  <a:lnTo>
                    <a:pt x="1902465" y="197648"/>
                  </a:lnTo>
                  <a:lnTo>
                    <a:pt x="2121407" y="197648"/>
                  </a:lnTo>
                  <a:lnTo>
                    <a:pt x="2096658" y="162403"/>
                  </a:lnTo>
                  <a:lnTo>
                    <a:pt x="2056123" y="139684"/>
                  </a:lnTo>
                  <a:lnTo>
                    <a:pt x="2045017" y="136660"/>
                  </a:lnTo>
                  <a:lnTo>
                    <a:pt x="2045156" y="136660"/>
                  </a:lnTo>
                  <a:lnTo>
                    <a:pt x="2033252" y="134414"/>
                  </a:lnTo>
                  <a:lnTo>
                    <a:pt x="2021547" y="133118"/>
                  </a:lnTo>
                  <a:lnTo>
                    <a:pt x="2009582" y="132687"/>
                  </a:lnTo>
                  <a:close/>
                </a:path>
                <a:path w="2508250" h="502920">
                  <a:moveTo>
                    <a:pt x="1798803" y="132687"/>
                  </a:moveTo>
                  <a:lnTo>
                    <a:pt x="1761096" y="139684"/>
                  </a:lnTo>
                  <a:lnTo>
                    <a:pt x="1729177" y="160675"/>
                  </a:lnTo>
                  <a:lnTo>
                    <a:pt x="1710345" y="183826"/>
                  </a:lnTo>
                  <a:lnTo>
                    <a:pt x="1895337" y="183826"/>
                  </a:lnTo>
                  <a:lnTo>
                    <a:pt x="1863074" y="148581"/>
                  </a:lnTo>
                  <a:lnTo>
                    <a:pt x="1817838" y="133723"/>
                  </a:lnTo>
                  <a:lnTo>
                    <a:pt x="1818409" y="133723"/>
                  </a:lnTo>
                  <a:lnTo>
                    <a:pt x="1798803" y="132687"/>
                  </a:lnTo>
                  <a:close/>
                </a:path>
                <a:path w="2508250" h="502920">
                  <a:moveTo>
                    <a:pt x="2293616" y="390459"/>
                  </a:moveTo>
                  <a:lnTo>
                    <a:pt x="2207231" y="390459"/>
                  </a:lnTo>
                  <a:lnTo>
                    <a:pt x="2211420" y="415856"/>
                  </a:lnTo>
                  <a:lnTo>
                    <a:pt x="2232498" y="457321"/>
                  </a:lnTo>
                  <a:lnTo>
                    <a:pt x="2270594" y="486087"/>
                  </a:lnTo>
                  <a:lnTo>
                    <a:pt x="2324153" y="500599"/>
                  </a:lnTo>
                  <a:lnTo>
                    <a:pt x="2356504" y="502414"/>
                  </a:lnTo>
                  <a:lnTo>
                    <a:pt x="2391274" y="500599"/>
                  </a:lnTo>
                  <a:lnTo>
                    <a:pt x="2447596" y="486087"/>
                  </a:lnTo>
                  <a:lnTo>
                    <a:pt x="2485990" y="457321"/>
                  </a:lnTo>
                  <a:lnTo>
                    <a:pt x="2499232" y="435379"/>
                  </a:lnTo>
                  <a:lnTo>
                    <a:pt x="2355122" y="435379"/>
                  </a:lnTo>
                  <a:lnTo>
                    <a:pt x="2340911" y="434731"/>
                  </a:lnTo>
                  <a:lnTo>
                    <a:pt x="2303982" y="418966"/>
                  </a:lnTo>
                  <a:lnTo>
                    <a:pt x="2295689" y="401689"/>
                  </a:lnTo>
                  <a:lnTo>
                    <a:pt x="2293616" y="390459"/>
                  </a:lnTo>
                  <a:close/>
                </a:path>
                <a:path w="2508250" h="502920">
                  <a:moveTo>
                    <a:pt x="2362032" y="132687"/>
                  </a:moveTo>
                  <a:lnTo>
                    <a:pt x="2302772" y="139943"/>
                  </a:lnTo>
                  <a:lnTo>
                    <a:pt x="2257679" y="161712"/>
                  </a:lnTo>
                  <a:lnTo>
                    <a:pt x="2229691" y="195056"/>
                  </a:lnTo>
                  <a:lnTo>
                    <a:pt x="2220361" y="238422"/>
                  </a:lnTo>
                  <a:lnTo>
                    <a:pt x="2221926" y="255353"/>
                  </a:lnTo>
                  <a:lnTo>
                    <a:pt x="2222046" y="256649"/>
                  </a:lnTo>
                  <a:lnTo>
                    <a:pt x="2247313" y="302001"/>
                  </a:lnTo>
                  <a:lnTo>
                    <a:pt x="2281176" y="324461"/>
                  </a:lnTo>
                  <a:lnTo>
                    <a:pt x="2327478" y="340701"/>
                  </a:lnTo>
                  <a:lnTo>
                    <a:pt x="2377236" y="353141"/>
                  </a:lnTo>
                  <a:lnTo>
                    <a:pt x="2388768" y="356510"/>
                  </a:lnTo>
                  <a:lnTo>
                    <a:pt x="2420256" y="381648"/>
                  </a:lnTo>
                  <a:lnTo>
                    <a:pt x="2422847" y="396679"/>
                  </a:lnTo>
                  <a:lnTo>
                    <a:pt x="2421983" y="405188"/>
                  </a:lnTo>
                  <a:lnTo>
                    <a:pt x="2388639" y="432787"/>
                  </a:lnTo>
                  <a:lnTo>
                    <a:pt x="2355122" y="435379"/>
                  </a:lnTo>
                  <a:lnTo>
                    <a:pt x="2499232" y="435379"/>
                  </a:lnTo>
                  <a:lnTo>
                    <a:pt x="2505431" y="417152"/>
                  </a:lnTo>
                  <a:lnTo>
                    <a:pt x="2507850" y="393223"/>
                  </a:lnTo>
                  <a:lnTo>
                    <a:pt x="2506268" y="375298"/>
                  </a:lnTo>
                  <a:lnTo>
                    <a:pt x="2506165" y="374132"/>
                  </a:lnTo>
                  <a:lnTo>
                    <a:pt x="2480898" y="328262"/>
                  </a:lnTo>
                  <a:lnTo>
                    <a:pt x="2447380" y="305802"/>
                  </a:lnTo>
                  <a:lnTo>
                    <a:pt x="2400733" y="289561"/>
                  </a:lnTo>
                  <a:lnTo>
                    <a:pt x="2350975" y="277122"/>
                  </a:lnTo>
                  <a:lnTo>
                    <a:pt x="2339097" y="273494"/>
                  </a:lnTo>
                  <a:lnTo>
                    <a:pt x="2306055" y="249479"/>
                  </a:lnTo>
                  <a:lnTo>
                    <a:pt x="2303291" y="235657"/>
                  </a:lnTo>
                  <a:lnTo>
                    <a:pt x="2304284" y="227235"/>
                  </a:lnTo>
                  <a:lnTo>
                    <a:pt x="2337845" y="201449"/>
                  </a:lnTo>
                  <a:lnTo>
                    <a:pt x="2362032" y="199030"/>
                  </a:lnTo>
                  <a:lnTo>
                    <a:pt x="2492154" y="199030"/>
                  </a:lnTo>
                  <a:lnTo>
                    <a:pt x="2491264" y="196439"/>
                  </a:lnTo>
                  <a:lnTo>
                    <a:pt x="2462930" y="161712"/>
                  </a:lnTo>
                  <a:lnTo>
                    <a:pt x="2419392" y="139943"/>
                  </a:lnTo>
                  <a:lnTo>
                    <a:pt x="2392440" y="134501"/>
                  </a:lnTo>
                  <a:lnTo>
                    <a:pt x="2362032" y="132687"/>
                  </a:lnTo>
                  <a:close/>
                </a:path>
                <a:path w="2508250" h="502920">
                  <a:moveTo>
                    <a:pt x="2492154" y="199030"/>
                  </a:moveTo>
                  <a:lnTo>
                    <a:pt x="2362032" y="199030"/>
                  </a:lnTo>
                  <a:lnTo>
                    <a:pt x="2374688" y="199635"/>
                  </a:lnTo>
                  <a:lnTo>
                    <a:pt x="2385702" y="201449"/>
                  </a:lnTo>
                  <a:lnTo>
                    <a:pt x="2418096" y="231122"/>
                  </a:lnTo>
                  <a:lnTo>
                    <a:pt x="2420774" y="242568"/>
                  </a:lnTo>
                  <a:lnTo>
                    <a:pt x="2501630" y="242568"/>
                  </a:lnTo>
                  <a:lnTo>
                    <a:pt x="2498693" y="218078"/>
                  </a:lnTo>
                  <a:lnTo>
                    <a:pt x="2492154" y="199030"/>
                  </a:lnTo>
                  <a:close/>
                </a:path>
              </a:pathLst>
            </a:custGeom>
            <a:solidFill>
              <a:srgbClr val="2A7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7598" y="5532187"/>
              <a:ext cx="1514362" cy="1809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37986" y="5783488"/>
              <a:ext cx="2192749" cy="180937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1246035" y="7361032"/>
            <a:ext cx="5466080" cy="1801495"/>
            <a:chOff x="1246035" y="7361032"/>
            <a:chExt cx="5466080" cy="1801495"/>
          </a:xfrm>
        </p:grpSpPr>
        <p:sp>
          <p:nvSpPr>
            <p:cNvPr id="20" name="object 20"/>
            <p:cNvSpPr/>
            <p:nvPr/>
          </p:nvSpPr>
          <p:spPr>
            <a:xfrm>
              <a:off x="1246035" y="7361032"/>
              <a:ext cx="5466080" cy="1801495"/>
            </a:xfrm>
            <a:custGeom>
              <a:avLst/>
              <a:gdLst/>
              <a:ahLst/>
              <a:cxnLst/>
              <a:rect l="l" t="t" r="r" b="b"/>
              <a:pathLst>
                <a:path w="5466080" h="1801495">
                  <a:moveTo>
                    <a:pt x="219888" y="0"/>
                  </a:moveTo>
                  <a:lnTo>
                    <a:pt x="176168" y="3201"/>
                  </a:lnTo>
                  <a:lnTo>
                    <a:pt x="135298" y="12417"/>
                  </a:lnTo>
                  <a:lnTo>
                    <a:pt x="98164" y="27065"/>
                  </a:lnTo>
                  <a:lnTo>
                    <a:pt x="38578" y="70414"/>
                  </a:lnTo>
                  <a:lnTo>
                    <a:pt x="4652" y="129062"/>
                  </a:lnTo>
                  <a:lnTo>
                    <a:pt x="0" y="162612"/>
                  </a:lnTo>
                  <a:lnTo>
                    <a:pt x="0" y="1638380"/>
                  </a:lnTo>
                  <a:lnTo>
                    <a:pt x="17878" y="1702869"/>
                  </a:lnTo>
                  <a:lnTo>
                    <a:pt x="65653" y="1754431"/>
                  </a:lnTo>
                  <a:lnTo>
                    <a:pt x="135298" y="1788574"/>
                  </a:lnTo>
                  <a:lnTo>
                    <a:pt x="176168" y="1797790"/>
                  </a:lnTo>
                  <a:lnTo>
                    <a:pt x="219888" y="1800992"/>
                  </a:lnTo>
                  <a:lnTo>
                    <a:pt x="219888" y="1780050"/>
                  </a:lnTo>
                  <a:lnTo>
                    <a:pt x="179198" y="1777070"/>
                  </a:lnTo>
                  <a:lnTo>
                    <a:pt x="141449" y="1768556"/>
                  </a:lnTo>
                  <a:lnTo>
                    <a:pt x="77962" y="1737489"/>
                  </a:lnTo>
                  <a:lnTo>
                    <a:pt x="35976" y="1692332"/>
                  </a:lnTo>
                  <a:lnTo>
                    <a:pt x="20941" y="1638380"/>
                  </a:lnTo>
                  <a:lnTo>
                    <a:pt x="20941" y="162612"/>
                  </a:lnTo>
                  <a:lnTo>
                    <a:pt x="35976" y="108661"/>
                  </a:lnTo>
                  <a:lnTo>
                    <a:pt x="77962" y="63505"/>
                  </a:lnTo>
                  <a:lnTo>
                    <a:pt x="141449" y="32434"/>
                  </a:lnTo>
                  <a:lnTo>
                    <a:pt x="179198" y="23921"/>
                  </a:lnTo>
                  <a:lnTo>
                    <a:pt x="219888" y="20941"/>
                  </a:lnTo>
                  <a:lnTo>
                    <a:pt x="219888" y="0"/>
                  </a:lnTo>
                  <a:close/>
                </a:path>
                <a:path w="5466080" h="1801495">
                  <a:moveTo>
                    <a:pt x="5245913" y="1780050"/>
                  </a:moveTo>
                  <a:lnTo>
                    <a:pt x="219888" y="1780050"/>
                  </a:lnTo>
                  <a:lnTo>
                    <a:pt x="219888" y="1800992"/>
                  </a:lnTo>
                  <a:lnTo>
                    <a:pt x="5245913" y="1800992"/>
                  </a:lnTo>
                  <a:lnTo>
                    <a:pt x="5245913" y="1780050"/>
                  </a:lnTo>
                  <a:close/>
                </a:path>
                <a:path w="5466080" h="1801495">
                  <a:moveTo>
                    <a:pt x="5245913" y="0"/>
                  </a:moveTo>
                  <a:lnTo>
                    <a:pt x="5245913" y="20941"/>
                  </a:lnTo>
                  <a:lnTo>
                    <a:pt x="5286605" y="23921"/>
                  </a:lnTo>
                  <a:lnTo>
                    <a:pt x="5324354" y="32434"/>
                  </a:lnTo>
                  <a:lnTo>
                    <a:pt x="5387835" y="63505"/>
                  </a:lnTo>
                  <a:lnTo>
                    <a:pt x="5429824" y="108661"/>
                  </a:lnTo>
                  <a:lnTo>
                    <a:pt x="5444860" y="162612"/>
                  </a:lnTo>
                  <a:lnTo>
                    <a:pt x="5444860" y="1638380"/>
                  </a:lnTo>
                  <a:lnTo>
                    <a:pt x="5429824" y="1692332"/>
                  </a:lnTo>
                  <a:lnTo>
                    <a:pt x="5387835" y="1737489"/>
                  </a:lnTo>
                  <a:lnTo>
                    <a:pt x="5324354" y="1768556"/>
                  </a:lnTo>
                  <a:lnTo>
                    <a:pt x="5286605" y="1777070"/>
                  </a:lnTo>
                  <a:lnTo>
                    <a:pt x="5245913" y="1780050"/>
                  </a:lnTo>
                  <a:lnTo>
                    <a:pt x="5245913" y="1800992"/>
                  </a:lnTo>
                  <a:lnTo>
                    <a:pt x="5289633" y="1797790"/>
                  </a:lnTo>
                  <a:lnTo>
                    <a:pt x="5330503" y="1788574"/>
                  </a:lnTo>
                  <a:lnTo>
                    <a:pt x="5367638" y="1773927"/>
                  </a:lnTo>
                  <a:lnTo>
                    <a:pt x="5427224" y="1730577"/>
                  </a:lnTo>
                  <a:lnTo>
                    <a:pt x="5461149" y="1671928"/>
                  </a:lnTo>
                  <a:lnTo>
                    <a:pt x="5465802" y="1638380"/>
                  </a:lnTo>
                  <a:lnTo>
                    <a:pt x="5465802" y="162612"/>
                  </a:lnTo>
                  <a:lnTo>
                    <a:pt x="5447924" y="98121"/>
                  </a:lnTo>
                  <a:lnTo>
                    <a:pt x="5400149" y="46564"/>
                  </a:lnTo>
                  <a:lnTo>
                    <a:pt x="5330503" y="12417"/>
                  </a:lnTo>
                  <a:lnTo>
                    <a:pt x="5289633" y="3201"/>
                  </a:lnTo>
                  <a:lnTo>
                    <a:pt x="5245913" y="0"/>
                  </a:lnTo>
                  <a:close/>
                </a:path>
                <a:path w="5466080" h="1801495">
                  <a:moveTo>
                    <a:pt x="5245913" y="0"/>
                  </a:moveTo>
                  <a:lnTo>
                    <a:pt x="219888" y="0"/>
                  </a:lnTo>
                  <a:lnTo>
                    <a:pt x="219888" y="20941"/>
                  </a:lnTo>
                  <a:lnTo>
                    <a:pt x="5245913" y="20941"/>
                  </a:lnTo>
                  <a:lnTo>
                    <a:pt x="5245913" y="0"/>
                  </a:lnTo>
                  <a:close/>
                </a:path>
              </a:pathLst>
            </a:custGeom>
            <a:solidFill>
              <a:srgbClr val="E1E0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56506" y="7371502"/>
              <a:ext cx="5445125" cy="94615"/>
            </a:xfrm>
            <a:custGeom>
              <a:avLst/>
              <a:gdLst/>
              <a:ahLst/>
              <a:cxnLst/>
              <a:rect l="l" t="t" r="r" b="b"/>
              <a:pathLst>
                <a:path w="5445125" h="94615">
                  <a:moveTo>
                    <a:pt x="5392505" y="0"/>
                  </a:moveTo>
                  <a:lnTo>
                    <a:pt x="52354" y="0"/>
                  </a:lnTo>
                  <a:lnTo>
                    <a:pt x="31975" y="3702"/>
                  </a:lnTo>
                  <a:lnTo>
                    <a:pt x="15334" y="13800"/>
                  </a:lnTo>
                  <a:lnTo>
                    <a:pt x="4114" y="28778"/>
                  </a:lnTo>
                  <a:lnTo>
                    <a:pt x="0" y="47118"/>
                  </a:lnTo>
                  <a:lnTo>
                    <a:pt x="4114" y="65459"/>
                  </a:lnTo>
                  <a:lnTo>
                    <a:pt x="15334" y="80437"/>
                  </a:lnTo>
                  <a:lnTo>
                    <a:pt x="31975" y="90535"/>
                  </a:lnTo>
                  <a:lnTo>
                    <a:pt x="52354" y="94237"/>
                  </a:lnTo>
                  <a:lnTo>
                    <a:pt x="5392505" y="94237"/>
                  </a:lnTo>
                  <a:lnTo>
                    <a:pt x="5412882" y="90535"/>
                  </a:lnTo>
                  <a:lnTo>
                    <a:pt x="5429524" y="80437"/>
                  </a:lnTo>
                  <a:lnTo>
                    <a:pt x="5440745" y="65459"/>
                  </a:lnTo>
                  <a:lnTo>
                    <a:pt x="5444860" y="47118"/>
                  </a:lnTo>
                  <a:lnTo>
                    <a:pt x="5440745" y="28778"/>
                  </a:lnTo>
                  <a:lnTo>
                    <a:pt x="5429524" y="13800"/>
                  </a:lnTo>
                  <a:lnTo>
                    <a:pt x="5412882" y="3702"/>
                  </a:lnTo>
                  <a:lnTo>
                    <a:pt x="5392505" y="0"/>
                  </a:lnTo>
                  <a:close/>
                </a:path>
              </a:pathLst>
            </a:custGeom>
            <a:solidFill>
              <a:srgbClr val="0B0B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44012" y="7812452"/>
              <a:ext cx="1611630" cy="217170"/>
            </a:xfrm>
            <a:custGeom>
              <a:avLst/>
              <a:gdLst/>
              <a:ahLst/>
              <a:cxnLst/>
              <a:rect l="l" t="t" r="r" b="b"/>
              <a:pathLst>
                <a:path w="1611629" h="217170">
                  <a:moveTo>
                    <a:pt x="31663" y="148267"/>
                  </a:moveTo>
                  <a:lnTo>
                    <a:pt x="0" y="148267"/>
                  </a:lnTo>
                  <a:lnTo>
                    <a:pt x="1540" y="159492"/>
                  </a:lnTo>
                  <a:lnTo>
                    <a:pt x="1586" y="159827"/>
                  </a:lnTo>
                  <a:lnTo>
                    <a:pt x="27234" y="193124"/>
                  </a:lnTo>
                  <a:lnTo>
                    <a:pt x="67097" y="201040"/>
                  </a:lnTo>
                  <a:lnTo>
                    <a:pt x="77919" y="200632"/>
                  </a:lnTo>
                  <a:lnTo>
                    <a:pt x="117734" y="186402"/>
                  </a:lnTo>
                  <a:lnTo>
                    <a:pt x="127705" y="174654"/>
                  </a:lnTo>
                  <a:lnTo>
                    <a:pt x="59893" y="174654"/>
                  </a:lnTo>
                  <a:lnTo>
                    <a:pt x="53694" y="173732"/>
                  </a:lnTo>
                  <a:lnTo>
                    <a:pt x="31999" y="154466"/>
                  </a:lnTo>
                  <a:lnTo>
                    <a:pt x="31663" y="148267"/>
                  </a:lnTo>
                  <a:close/>
                </a:path>
                <a:path w="1611629" h="217170">
                  <a:moveTo>
                    <a:pt x="68353" y="17591"/>
                  </a:moveTo>
                  <a:lnTo>
                    <a:pt x="58672" y="17999"/>
                  </a:lnTo>
                  <a:lnTo>
                    <a:pt x="59181" y="17999"/>
                  </a:lnTo>
                  <a:lnTo>
                    <a:pt x="50010" y="19224"/>
                  </a:lnTo>
                  <a:lnTo>
                    <a:pt x="50418" y="19224"/>
                  </a:lnTo>
                  <a:lnTo>
                    <a:pt x="42956" y="20983"/>
                  </a:lnTo>
                  <a:lnTo>
                    <a:pt x="35433" y="23622"/>
                  </a:lnTo>
                  <a:lnTo>
                    <a:pt x="6785" y="53841"/>
                  </a:lnTo>
                  <a:lnTo>
                    <a:pt x="4774" y="69107"/>
                  </a:lnTo>
                  <a:lnTo>
                    <a:pt x="5615" y="78154"/>
                  </a:lnTo>
                  <a:lnTo>
                    <a:pt x="33360" y="109567"/>
                  </a:lnTo>
                  <a:lnTo>
                    <a:pt x="73631" y="123137"/>
                  </a:lnTo>
                  <a:lnTo>
                    <a:pt x="79327" y="124645"/>
                  </a:lnTo>
                  <a:lnTo>
                    <a:pt x="84437" y="126404"/>
                  </a:lnTo>
                  <a:lnTo>
                    <a:pt x="88960" y="128414"/>
                  </a:lnTo>
                  <a:lnTo>
                    <a:pt x="93484" y="130257"/>
                  </a:lnTo>
                  <a:lnTo>
                    <a:pt x="97086" y="132686"/>
                  </a:lnTo>
                  <a:lnTo>
                    <a:pt x="99766" y="135702"/>
                  </a:lnTo>
                  <a:lnTo>
                    <a:pt x="102447" y="138550"/>
                  </a:lnTo>
                  <a:lnTo>
                    <a:pt x="103787" y="142403"/>
                  </a:lnTo>
                  <a:lnTo>
                    <a:pt x="103787" y="155806"/>
                  </a:lnTo>
                  <a:lnTo>
                    <a:pt x="100604" y="162507"/>
                  </a:lnTo>
                  <a:lnTo>
                    <a:pt x="67097" y="174654"/>
                  </a:lnTo>
                  <a:lnTo>
                    <a:pt x="127705" y="174654"/>
                  </a:lnTo>
                  <a:lnTo>
                    <a:pt x="130566" y="169392"/>
                  </a:lnTo>
                  <a:lnTo>
                    <a:pt x="133001" y="162654"/>
                  </a:lnTo>
                  <a:lnTo>
                    <a:pt x="134388" y="155806"/>
                  </a:lnTo>
                  <a:lnTo>
                    <a:pt x="134461" y="155445"/>
                  </a:lnTo>
                  <a:lnTo>
                    <a:pt x="134916" y="148267"/>
                  </a:lnTo>
                  <a:lnTo>
                    <a:pt x="134865" y="138550"/>
                  </a:lnTo>
                  <a:lnTo>
                    <a:pt x="133105" y="131514"/>
                  </a:lnTo>
                  <a:lnTo>
                    <a:pt x="125734" y="119786"/>
                  </a:lnTo>
                  <a:lnTo>
                    <a:pt x="120959" y="115011"/>
                  </a:lnTo>
                  <a:lnTo>
                    <a:pt x="115095" y="111326"/>
                  </a:lnTo>
                  <a:lnTo>
                    <a:pt x="109399" y="107640"/>
                  </a:lnTo>
                  <a:lnTo>
                    <a:pt x="103452" y="104708"/>
                  </a:lnTo>
                  <a:lnTo>
                    <a:pt x="97253" y="102530"/>
                  </a:lnTo>
                  <a:lnTo>
                    <a:pt x="91222" y="100185"/>
                  </a:lnTo>
                  <a:lnTo>
                    <a:pt x="85777" y="98258"/>
                  </a:lnTo>
                  <a:lnTo>
                    <a:pt x="80919" y="96750"/>
                  </a:lnTo>
                  <a:lnTo>
                    <a:pt x="64584" y="92227"/>
                  </a:lnTo>
                  <a:lnTo>
                    <a:pt x="61736" y="91389"/>
                  </a:lnTo>
                  <a:lnTo>
                    <a:pt x="35433" y="72207"/>
                  </a:lnTo>
                  <a:lnTo>
                    <a:pt x="35433" y="60909"/>
                  </a:lnTo>
                  <a:lnTo>
                    <a:pt x="56710" y="43977"/>
                  </a:lnTo>
                  <a:lnTo>
                    <a:pt x="124774" y="43977"/>
                  </a:lnTo>
                  <a:lnTo>
                    <a:pt x="123640" y="41967"/>
                  </a:lnTo>
                  <a:lnTo>
                    <a:pt x="86698" y="19224"/>
                  </a:lnTo>
                  <a:lnTo>
                    <a:pt x="77903" y="17999"/>
                  </a:lnTo>
                  <a:lnTo>
                    <a:pt x="68353" y="17591"/>
                  </a:lnTo>
                  <a:close/>
                </a:path>
                <a:path w="1611629" h="217170">
                  <a:moveTo>
                    <a:pt x="124774" y="43977"/>
                  </a:moveTo>
                  <a:lnTo>
                    <a:pt x="78489" y="43977"/>
                  </a:lnTo>
                  <a:lnTo>
                    <a:pt x="86531" y="45988"/>
                  </a:lnTo>
                  <a:lnTo>
                    <a:pt x="96675" y="53841"/>
                  </a:lnTo>
                  <a:lnTo>
                    <a:pt x="96981" y="54155"/>
                  </a:lnTo>
                  <a:lnTo>
                    <a:pt x="99934" y="60060"/>
                  </a:lnTo>
                  <a:lnTo>
                    <a:pt x="100771" y="68102"/>
                  </a:lnTo>
                  <a:lnTo>
                    <a:pt x="131430" y="68102"/>
                  </a:lnTo>
                  <a:lnTo>
                    <a:pt x="130868" y="61144"/>
                  </a:lnTo>
                  <a:lnTo>
                    <a:pt x="130849" y="60909"/>
                  </a:lnTo>
                  <a:lnTo>
                    <a:pt x="129357" y="54155"/>
                  </a:lnTo>
                  <a:lnTo>
                    <a:pt x="126954" y="47841"/>
                  </a:lnTo>
                  <a:lnTo>
                    <a:pt x="124774" y="43977"/>
                  </a:lnTo>
                  <a:close/>
                </a:path>
                <a:path w="1611629" h="217170">
                  <a:moveTo>
                    <a:pt x="193589" y="20104"/>
                  </a:moveTo>
                  <a:lnTo>
                    <a:pt x="162177" y="20104"/>
                  </a:lnTo>
                  <a:lnTo>
                    <a:pt x="162177" y="197773"/>
                  </a:lnTo>
                  <a:lnTo>
                    <a:pt x="270488" y="197773"/>
                  </a:lnTo>
                  <a:lnTo>
                    <a:pt x="270488" y="171387"/>
                  </a:lnTo>
                  <a:lnTo>
                    <a:pt x="193589" y="171387"/>
                  </a:lnTo>
                  <a:lnTo>
                    <a:pt x="193589" y="20104"/>
                  </a:lnTo>
                  <a:close/>
                </a:path>
                <a:path w="1611629" h="217170">
                  <a:moveTo>
                    <a:pt x="354803" y="17591"/>
                  </a:moveTo>
                  <a:lnTo>
                    <a:pt x="306930" y="30737"/>
                  </a:lnTo>
                  <a:lnTo>
                    <a:pt x="280041" y="69610"/>
                  </a:lnTo>
                  <a:lnTo>
                    <a:pt x="274890" y="108813"/>
                  </a:lnTo>
                  <a:lnTo>
                    <a:pt x="276177" y="129749"/>
                  </a:lnTo>
                  <a:lnTo>
                    <a:pt x="295496" y="176915"/>
                  </a:lnTo>
                  <a:lnTo>
                    <a:pt x="336584" y="198826"/>
                  </a:lnTo>
                  <a:lnTo>
                    <a:pt x="354803" y="200286"/>
                  </a:lnTo>
                  <a:lnTo>
                    <a:pt x="372928" y="198826"/>
                  </a:lnTo>
                  <a:lnTo>
                    <a:pt x="388855" y="194444"/>
                  </a:lnTo>
                  <a:lnTo>
                    <a:pt x="402582" y="187140"/>
                  </a:lnTo>
                  <a:lnTo>
                    <a:pt x="414110" y="176915"/>
                  </a:lnTo>
                  <a:lnTo>
                    <a:pt x="416209" y="173900"/>
                  </a:lnTo>
                  <a:lnTo>
                    <a:pt x="354803" y="173900"/>
                  </a:lnTo>
                  <a:lnTo>
                    <a:pt x="343385" y="172926"/>
                  </a:lnTo>
                  <a:lnTo>
                    <a:pt x="313087" y="149288"/>
                  </a:lnTo>
                  <a:lnTo>
                    <a:pt x="306302" y="108813"/>
                  </a:lnTo>
                  <a:lnTo>
                    <a:pt x="307056" y="93216"/>
                  </a:lnTo>
                  <a:lnTo>
                    <a:pt x="325166" y="52883"/>
                  </a:lnTo>
                  <a:lnTo>
                    <a:pt x="354803" y="43977"/>
                  </a:lnTo>
                  <a:lnTo>
                    <a:pt x="416226" y="43977"/>
                  </a:lnTo>
                  <a:lnTo>
                    <a:pt x="414110" y="40962"/>
                  </a:lnTo>
                  <a:lnTo>
                    <a:pt x="402582" y="30737"/>
                  </a:lnTo>
                  <a:lnTo>
                    <a:pt x="388855" y="23433"/>
                  </a:lnTo>
                  <a:lnTo>
                    <a:pt x="372928" y="19051"/>
                  </a:lnTo>
                  <a:lnTo>
                    <a:pt x="354803" y="17591"/>
                  </a:lnTo>
                  <a:close/>
                </a:path>
                <a:path w="1611629" h="217170">
                  <a:moveTo>
                    <a:pt x="416226" y="43977"/>
                  </a:moveTo>
                  <a:lnTo>
                    <a:pt x="354803" y="43977"/>
                  </a:lnTo>
                  <a:lnTo>
                    <a:pt x="366426" y="44967"/>
                  </a:lnTo>
                  <a:lnTo>
                    <a:pt x="376415" y="47935"/>
                  </a:lnTo>
                  <a:lnTo>
                    <a:pt x="400540" y="79850"/>
                  </a:lnTo>
                  <a:lnTo>
                    <a:pt x="403556" y="108813"/>
                  </a:lnTo>
                  <a:lnTo>
                    <a:pt x="402802" y="124535"/>
                  </a:lnTo>
                  <a:lnTo>
                    <a:pt x="384771" y="165136"/>
                  </a:lnTo>
                  <a:lnTo>
                    <a:pt x="354803" y="173900"/>
                  </a:lnTo>
                  <a:lnTo>
                    <a:pt x="416209" y="173900"/>
                  </a:lnTo>
                  <a:lnTo>
                    <a:pt x="423236" y="163801"/>
                  </a:lnTo>
                  <a:lnTo>
                    <a:pt x="429754" y="148079"/>
                  </a:lnTo>
                  <a:lnTo>
                    <a:pt x="433665" y="129749"/>
                  </a:lnTo>
                  <a:lnTo>
                    <a:pt x="434968" y="108813"/>
                  </a:lnTo>
                  <a:lnTo>
                    <a:pt x="433665" y="87892"/>
                  </a:lnTo>
                  <a:lnTo>
                    <a:pt x="429754" y="69610"/>
                  </a:lnTo>
                  <a:lnTo>
                    <a:pt x="423236" y="53966"/>
                  </a:lnTo>
                  <a:lnTo>
                    <a:pt x="416226" y="43977"/>
                  </a:lnTo>
                  <a:close/>
                </a:path>
                <a:path w="1611629" h="217170">
                  <a:moveTo>
                    <a:pt x="699981" y="0"/>
                  </a:moveTo>
                  <a:lnTo>
                    <a:pt x="672087" y="0"/>
                  </a:lnTo>
                  <a:lnTo>
                    <a:pt x="672087" y="217124"/>
                  </a:lnTo>
                  <a:lnTo>
                    <a:pt x="699981" y="217124"/>
                  </a:lnTo>
                  <a:lnTo>
                    <a:pt x="699981" y="0"/>
                  </a:lnTo>
                  <a:close/>
                </a:path>
                <a:path w="1611629" h="217170">
                  <a:moveTo>
                    <a:pt x="603733" y="136927"/>
                  </a:moveTo>
                  <a:lnTo>
                    <a:pt x="602995" y="136927"/>
                  </a:lnTo>
                  <a:lnTo>
                    <a:pt x="594184" y="137461"/>
                  </a:lnTo>
                  <a:lnTo>
                    <a:pt x="585058" y="137791"/>
                  </a:lnTo>
                  <a:lnTo>
                    <a:pt x="575336" y="138029"/>
                  </a:lnTo>
                  <a:lnTo>
                    <a:pt x="575336" y="209333"/>
                  </a:lnTo>
                  <a:lnTo>
                    <a:pt x="603733" y="209333"/>
                  </a:lnTo>
                  <a:lnTo>
                    <a:pt x="603733" y="136927"/>
                  </a:lnTo>
                  <a:close/>
                </a:path>
                <a:path w="1611629" h="217170">
                  <a:moveTo>
                    <a:pt x="657511" y="108059"/>
                  </a:moveTo>
                  <a:lnTo>
                    <a:pt x="610267" y="113336"/>
                  </a:lnTo>
                  <a:lnTo>
                    <a:pt x="570142" y="115095"/>
                  </a:lnTo>
                  <a:lnTo>
                    <a:pt x="514772" y="115095"/>
                  </a:lnTo>
                  <a:lnTo>
                    <a:pt x="514772" y="138215"/>
                  </a:lnTo>
                  <a:lnTo>
                    <a:pt x="562268" y="138215"/>
                  </a:lnTo>
                  <a:lnTo>
                    <a:pt x="575336" y="138029"/>
                  </a:lnTo>
                  <a:lnTo>
                    <a:pt x="575336" y="123891"/>
                  </a:lnTo>
                  <a:lnTo>
                    <a:pt x="659773" y="123891"/>
                  </a:lnTo>
                  <a:lnTo>
                    <a:pt x="657511" y="108059"/>
                  </a:lnTo>
                  <a:close/>
                </a:path>
                <a:path w="1611629" h="217170">
                  <a:moveTo>
                    <a:pt x="603733" y="123891"/>
                  </a:moveTo>
                  <a:lnTo>
                    <a:pt x="575336" y="123891"/>
                  </a:lnTo>
                  <a:lnTo>
                    <a:pt x="575336" y="138029"/>
                  </a:lnTo>
                  <a:lnTo>
                    <a:pt x="585058" y="137791"/>
                  </a:lnTo>
                  <a:lnTo>
                    <a:pt x="594184" y="137461"/>
                  </a:lnTo>
                  <a:lnTo>
                    <a:pt x="602995" y="136927"/>
                  </a:lnTo>
                  <a:lnTo>
                    <a:pt x="603733" y="136927"/>
                  </a:lnTo>
                  <a:lnTo>
                    <a:pt x="603733" y="123891"/>
                  </a:lnTo>
                  <a:close/>
                </a:path>
                <a:path w="1611629" h="217170">
                  <a:moveTo>
                    <a:pt x="659773" y="123891"/>
                  </a:moveTo>
                  <a:lnTo>
                    <a:pt x="603733" y="123891"/>
                  </a:lnTo>
                  <a:lnTo>
                    <a:pt x="603733" y="136927"/>
                  </a:lnTo>
                  <a:lnTo>
                    <a:pt x="602995" y="136927"/>
                  </a:lnTo>
                  <a:lnTo>
                    <a:pt x="619958" y="135671"/>
                  </a:lnTo>
                  <a:lnTo>
                    <a:pt x="628109" y="134948"/>
                  </a:lnTo>
                  <a:lnTo>
                    <a:pt x="644444" y="133063"/>
                  </a:lnTo>
                  <a:lnTo>
                    <a:pt x="660778" y="130927"/>
                  </a:lnTo>
                  <a:lnTo>
                    <a:pt x="659773" y="123891"/>
                  </a:lnTo>
                  <a:close/>
                </a:path>
                <a:path w="1611629" h="217170">
                  <a:moveTo>
                    <a:pt x="589660" y="10052"/>
                  </a:moveTo>
                  <a:lnTo>
                    <a:pt x="547441" y="21611"/>
                  </a:lnTo>
                  <a:lnTo>
                    <a:pt x="532112" y="54029"/>
                  </a:lnTo>
                  <a:lnTo>
                    <a:pt x="533070" y="63767"/>
                  </a:lnTo>
                  <a:lnTo>
                    <a:pt x="565786" y="94866"/>
                  </a:lnTo>
                  <a:lnTo>
                    <a:pt x="589660" y="97755"/>
                  </a:lnTo>
                  <a:lnTo>
                    <a:pt x="602162" y="97033"/>
                  </a:lnTo>
                  <a:lnTo>
                    <a:pt x="638193" y="79850"/>
                  </a:lnTo>
                  <a:lnTo>
                    <a:pt x="640770" y="75892"/>
                  </a:lnTo>
                  <a:lnTo>
                    <a:pt x="579273" y="75892"/>
                  </a:lnTo>
                  <a:lnTo>
                    <a:pt x="571650" y="74133"/>
                  </a:lnTo>
                  <a:lnTo>
                    <a:pt x="566792" y="70615"/>
                  </a:lnTo>
                  <a:lnTo>
                    <a:pt x="562101" y="66929"/>
                  </a:lnTo>
                  <a:lnTo>
                    <a:pt x="559755" y="61401"/>
                  </a:lnTo>
                  <a:lnTo>
                    <a:pt x="559755" y="46490"/>
                  </a:lnTo>
                  <a:lnTo>
                    <a:pt x="562101" y="40962"/>
                  </a:lnTo>
                  <a:lnTo>
                    <a:pt x="566792" y="37443"/>
                  </a:lnTo>
                  <a:lnTo>
                    <a:pt x="571650" y="33925"/>
                  </a:lnTo>
                  <a:lnTo>
                    <a:pt x="579273" y="32166"/>
                  </a:lnTo>
                  <a:lnTo>
                    <a:pt x="640979" y="32166"/>
                  </a:lnTo>
                  <a:lnTo>
                    <a:pt x="638193" y="27878"/>
                  </a:lnTo>
                  <a:lnTo>
                    <a:pt x="631376" y="21611"/>
                  </a:lnTo>
                  <a:lnTo>
                    <a:pt x="623020" y="16554"/>
                  </a:lnTo>
                  <a:lnTo>
                    <a:pt x="613282" y="12942"/>
                  </a:lnTo>
                  <a:lnTo>
                    <a:pt x="602162" y="10774"/>
                  </a:lnTo>
                  <a:lnTo>
                    <a:pt x="589660" y="10052"/>
                  </a:lnTo>
                  <a:close/>
                </a:path>
                <a:path w="1611629" h="217170">
                  <a:moveTo>
                    <a:pt x="640979" y="32166"/>
                  </a:moveTo>
                  <a:lnTo>
                    <a:pt x="600047" y="32166"/>
                  </a:lnTo>
                  <a:lnTo>
                    <a:pt x="607586" y="33925"/>
                  </a:lnTo>
                  <a:lnTo>
                    <a:pt x="612277" y="37443"/>
                  </a:lnTo>
                  <a:lnTo>
                    <a:pt x="617136" y="40962"/>
                  </a:lnTo>
                  <a:lnTo>
                    <a:pt x="619565" y="46490"/>
                  </a:lnTo>
                  <a:lnTo>
                    <a:pt x="619565" y="61401"/>
                  </a:lnTo>
                  <a:lnTo>
                    <a:pt x="617136" y="66929"/>
                  </a:lnTo>
                  <a:lnTo>
                    <a:pt x="607586" y="74133"/>
                  </a:lnTo>
                  <a:lnTo>
                    <a:pt x="600047" y="75892"/>
                  </a:lnTo>
                  <a:lnTo>
                    <a:pt x="640770" y="75892"/>
                  </a:lnTo>
                  <a:lnTo>
                    <a:pt x="643062" y="72374"/>
                  </a:lnTo>
                  <a:lnTo>
                    <a:pt x="645983" y="63767"/>
                  </a:lnTo>
                  <a:lnTo>
                    <a:pt x="646957" y="54029"/>
                  </a:lnTo>
                  <a:lnTo>
                    <a:pt x="645983" y="44087"/>
                  </a:lnTo>
                  <a:lnTo>
                    <a:pt x="643062" y="35370"/>
                  </a:lnTo>
                  <a:lnTo>
                    <a:pt x="640979" y="32166"/>
                  </a:lnTo>
                  <a:close/>
                </a:path>
                <a:path w="1611629" h="217170">
                  <a:moveTo>
                    <a:pt x="792572" y="142990"/>
                  </a:moveTo>
                  <a:lnTo>
                    <a:pt x="764426" y="142990"/>
                  </a:lnTo>
                  <a:lnTo>
                    <a:pt x="764426" y="215616"/>
                  </a:lnTo>
                  <a:lnTo>
                    <a:pt x="914956" y="215616"/>
                  </a:lnTo>
                  <a:lnTo>
                    <a:pt x="914956" y="192496"/>
                  </a:lnTo>
                  <a:lnTo>
                    <a:pt x="792572" y="192496"/>
                  </a:lnTo>
                  <a:lnTo>
                    <a:pt x="792572" y="142990"/>
                  </a:lnTo>
                  <a:close/>
                </a:path>
                <a:path w="1611629" h="217170">
                  <a:moveTo>
                    <a:pt x="904150" y="0"/>
                  </a:moveTo>
                  <a:lnTo>
                    <a:pt x="876256" y="0"/>
                  </a:lnTo>
                  <a:lnTo>
                    <a:pt x="876256" y="160078"/>
                  </a:lnTo>
                  <a:lnTo>
                    <a:pt x="904150" y="160078"/>
                  </a:lnTo>
                  <a:lnTo>
                    <a:pt x="904150" y="85442"/>
                  </a:lnTo>
                  <a:lnTo>
                    <a:pt x="890077" y="85442"/>
                  </a:lnTo>
                  <a:lnTo>
                    <a:pt x="890077" y="62322"/>
                  </a:lnTo>
                  <a:lnTo>
                    <a:pt x="904150" y="62322"/>
                  </a:lnTo>
                  <a:lnTo>
                    <a:pt x="904150" y="0"/>
                  </a:lnTo>
                  <a:close/>
                </a:path>
                <a:path w="1611629" h="217170">
                  <a:moveTo>
                    <a:pt x="768447" y="14324"/>
                  </a:moveTo>
                  <a:lnTo>
                    <a:pt x="740553" y="14324"/>
                  </a:lnTo>
                  <a:lnTo>
                    <a:pt x="740553" y="123640"/>
                  </a:lnTo>
                  <a:lnTo>
                    <a:pt x="844089" y="123640"/>
                  </a:lnTo>
                  <a:lnTo>
                    <a:pt x="844089" y="101525"/>
                  </a:lnTo>
                  <a:lnTo>
                    <a:pt x="768447" y="101525"/>
                  </a:lnTo>
                  <a:lnTo>
                    <a:pt x="768447" y="69359"/>
                  </a:lnTo>
                  <a:lnTo>
                    <a:pt x="746333" y="69359"/>
                  </a:lnTo>
                  <a:lnTo>
                    <a:pt x="746333" y="46993"/>
                  </a:lnTo>
                  <a:lnTo>
                    <a:pt x="768447" y="46993"/>
                  </a:lnTo>
                  <a:lnTo>
                    <a:pt x="768447" y="14324"/>
                  </a:lnTo>
                  <a:close/>
                </a:path>
                <a:path w="1611629" h="217170">
                  <a:moveTo>
                    <a:pt x="844089" y="14324"/>
                  </a:moveTo>
                  <a:lnTo>
                    <a:pt x="816195" y="14324"/>
                  </a:lnTo>
                  <a:lnTo>
                    <a:pt x="816195" y="101525"/>
                  </a:lnTo>
                  <a:lnTo>
                    <a:pt x="844089" y="101525"/>
                  </a:lnTo>
                  <a:lnTo>
                    <a:pt x="844089" y="69359"/>
                  </a:lnTo>
                  <a:lnTo>
                    <a:pt x="839063" y="69359"/>
                  </a:lnTo>
                  <a:lnTo>
                    <a:pt x="839063" y="46993"/>
                  </a:lnTo>
                  <a:lnTo>
                    <a:pt x="844089" y="46993"/>
                  </a:lnTo>
                  <a:lnTo>
                    <a:pt x="844089" y="14324"/>
                  </a:lnTo>
                  <a:close/>
                </a:path>
                <a:path w="1611629" h="217170">
                  <a:moveTo>
                    <a:pt x="904150" y="62322"/>
                  </a:moveTo>
                  <a:lnTo>
                    <a:pt x="890077" y="62322"/>
                  </a:lnTo>
                  <a:lnTo>
                    <a:pt x="890077" y="85442"/>
                  </a:lnTo>
                  <a:lnTo>
                    <a:pt x="904150" y="85442"/>
                  </a:lnTo>
                  <a:lnTo>
                    <a:pt x="904150" y="62322"/>
                  </a:lnTo>
                  <a:close/>
                </a:path>
                <a:path w="1611629" h="217170">
                  <a:moveTo>
                    <a:pt x="935060" y="62322"/>
                  </a:moveTo>
                  <a:lnTo>
                    <a:pt x="904150" y="62322"/>
                  </a:lnTo>
                  <a:lnTo>
                    <a:pt x="904150" y="85442"/>
                  </a:lnTo>
                  <a:lnTo>
                    <a:pt x="935060" y="85442"/>
                  </a:lnTo>
                  <a:lnTo>
                    <a:pt x="935060" y="62322"/>
                  </a:lnTo>
                  <a:close/>
                </a:path>
                <a:path w="1611629" h="217170">
                  <a:moveTo>
                    <a:pt x="768447" y="46993"/>
                  </a:moveTo>
                  <a:lnTo>
                    <a:pt x="746333" y="46993"/>
                  </a:lnTo>
                  <a:lnTo>
                    <a:pt x="746333" y="69359"/>
                  </a:lnTo>
                  <a:lnTo>
                    <a:pt x="768447" y="69359"/>
                  </a:lnTo>
                  <a:lnTo>
                    <a:pt x="768447" y="46993"/>
                  </a:lnTo>
                  <a:close/>
                </a:path>
                <a:path w="1611629" h="217170">
                  <a:moveTo>
                    <a:pt x="816195" y="46993"/>
                  </a:moveTo>
                  <a:lnTo>
                    <a:pt x="768447" y="46993"/>
                  </a:lnTo>
                  <a:lnTo>
                    <a:pt x="768447" y="69359"/>
                  </a:lnTo>
                  <a:lnTo>
                    <a:pt x="816195" y="69359"/>
                  </a:lnTo>
                  <a:lnTo>
                    <a:pt x="816195" y="46993"/>
                  </a:lnTo>
                  <a:close/>
                </a:path>
                <a:path w="1611629" h="217170">
                  <a:moveTo>
                    <a:pt x="844089" y="46993"/>
                  </a:moveTo>
                  <a:lnTo>
                    <a:pt x="839063" y="46993"/>
                  </a:lnTo>
                  <a:lnTo>
                    <a:pt x="839063" y="69359"/>
                  </a:lnTo>
                  <a:lnTo>
                    <a:pt x="844089" y="69359"/>
                  </a:lnTo>
                  <a:lnTo>
                    <a:pt x="844089" y="46993"/>
                  </a:lnTo>
                  <a:close/>
                </a:path>
                <a:path w="1611629" h="217170">
                  <a:moveTo>
                    <a:pt x="1080197" y="91473"/>
                  </a:moveTo>
                  <a:lnTo>
                    <a:pt x="1046774" y="91473"/>
                  </a:lnTo>
                  <a:lnTo>
                    <a:pt x="1046774" y="124645"/>
                  </a:lnTo>
                  <a:lnTo>
                    <a:pt x="1080197" y="124645"/>
                  </a:lnTo>
                  <a:lnTo>
                    <a:pt x="1080197" y="91473"/>
                  </a:lnTo>
                  <a:close/>
                </a:path>
                <a:path w="1611629" h="217170">
                  <a:moveTo>
                    <a:pt x="1395852" y="173397"/>
                  </a:moveTo>
                  <a:lnTo>
                    <a:pt x="1195816" y="173397"/>
                  </a:lnTo>
                  <a:lnTo>
                    <a:pt x="1195816" y="196768"/>
                  </a:lnTo>
                  <a:lnTo>
                    <a:pt x="1395852" y="196768"/>
                  </a:lnTo>
                  <a:lnTo>
                    <a:pt x="1395852" y="173397"/>
                  </a:lnTo>
                  <a:close/>
                </a:path>
                <a:path w="1611629" h="217170">
                  <a:moveTo>
                    <a:pt x="1369968" y="19350"/>
                  </a:moveTo>
                  <a:lnTo>
                    <a:pt x="1218685" y="19350"/>
                  </a:lnTo>
                  <a:lnTo>
                    <a:pt x="1218685" y="129419"/>
                  </a:lnTo>
                  <a:lnTo>
                    <a:pt x="1373738" y="129419"/>
                  </a:lnTo>
                  <a:lnTo>
                    <a:pt x="1373738" y="106048"/>
                  </a:lnTo>
                  <a:lnTo>
                    <a:pt x="1246831" y="106048"/>
                  </a:lnTo>
                  <a:lnTo>
                    <a:pt x="1246831" y="42469"/>
                  </a:lnTo>
                  <a:lnTo>
                    <a:pt x="1369968" y="42469"/>
                  </a:lnTo>
                  <a:lnTo>
                    <a:pt x="1369968" y="19350"/>
                  </a:lnTo>
                  <a:close/>
                </a:path>
                <a:path w="1611629" h="217170">
                  <a:moveTo>
                    <a:pt x="1496991" y="105043"/>
                  </a:moveTo>
                  <a:lnTo>
                    <a:pt x="1411046" y="105043"/>
                  </a:lnTo>
                  <a:lnTo>
                    <a:pt x="1411046" y="128414"/>
                  </a:lnTo>
                  <a:lnTo>
                    <a:pt x="1611081" y="128414"/>
                  </a:lnTo>
                  <a:lnTo>
                    <a:pt x="1611081" y="119116"/>
                  </a:lnTo>
                  <a:lnTo>
                    <a:pt x="1496991" y="119116"/>
                  </a:lnTo>
                  <a:lnTo>
                    <a:pt x="1496991" y="105043"/>
                  </a:lnTo>
                  <a:close/>
                </a:path>
                <a:path w="1611629" h="217170">
                  <a:moveTo>
                    <a:pt x="1525136" y="81923"/>
                  </a:moveTo>
                  <a:lnTo>
                    <a:pt x="1496991" y="81923"/>
                  </a:lnTo>
                  <a:lnTo>
                    <a:pt x="1496991" y="119116"/>
                  </a:lnTo>
                  <a:lnTo>
                    <a:pt x="1525136" y="119116"/>
                  </a:lnTo>
                  <a:lnTo>
                    <a:pt x="1525136" y="81923"/>
                  </a:lnTo>
                  <a:close/>
                </a:path>
                <a:path w="1611629" h="217170">
                  <a:moveTo>
                    <a:pt x="1611081" y="105043"/>
                  </a:moveTo>
                  <a:lnTo>
                    <a:pt x="1525136" y="105043"/>
                  </a:lnTo>
                  <a:lnTo>
                    <a:pt x="1525136" y="119116"/>
                  </a:lnTo>
                  <a:lnTo>
                    <a:pt x="1611081" y="119116"/>
                  </a:lnTo>
                  <a:lnTo>
                    <a:pt x="1611081" y="105043"/>
                  </a:lnTo>
                  <a:close/>
                </a:path>
                <a:path w="1611629" h="217170">
                  <a:moveTo>
                    <a:pt x="1585951" y="3769"/>
                  </a:moveTo>
                  <a:lnTo>
                    <a:pt x="1436427" y="3769"/>
                  </a:lnTo>
                  <a:lnTo>
                    <a:pt x="1436427" y="25884"/>
                  </a:lnTo>
                  <a:lnTo>
                    <a:pt x="1557805" y="25884"/>
                  </a:lnTo>
                  <a:lnTo>
                    <a:pt x="1557805" y="36941"/>
                  </a:lnTo>
                  <a:lnTo>
                    <a:pt x="1436427" y="36941"/>
                  </a:lnTo>
                  <a:lnTo>
                    <a:pt x="1436427" y="91222"/>
                  </a:lnTo>
                  <a:lnTo>
                    <a:pt x="1496991" y="91222"/>
                  </a:lnTo>
                  <a:lnTo>
                    <a:pt x="1496991" y="81923"/>
                  </a:lnTo>
                  <a:lnTo>
                    <a:pt x="1590977" y="81923"/>
                  </a:lnTo>
                  <a:lnTo>
                    <a:pt x="1590977" y="69107"/>
                  </a:lnTo>
                  <a:lnTo>
                    <a:pt x="1464573" y="69107"/>
                  </a:lnTo>
                  <a:lnTo>
                    <a:pt x="1464573" y="57045"/>
                  </a:lnTo>
                  <a:lnTo>
                    <a:pt x="1585951" y="57045"/>
                  </a:lnTo>
                  <a:lnTo>
                    <a:pt x="1585951" y="3769"/>
                  </a:lnTo>
                  <a:close/>
                </a:path>
                <a:path w="1611629" h="217170">
                  <a:moveTo>
                    <a:pt x="1590977" y="81923"/>
                  </a:moveTo>
                  <a:lnTo>
                    <a:pt x="1525136" y="81923"/>
                  </a:lnTo>
                  <a:lnTo>
                    <a:pt x="1525136" y="91222"/>
                  </a:lnTo>
                  <a:lnTo>
                    <a:pt x="1590977" y="91222"/>
                  </a:lnTo>
                  <a:lnTo>
                    <a:pt x="1590977" y="81923"/>
                  </a:lnTo>
                  <a:close/>
                </a:path>
                <a:path w="1611629" h="217170">
                  <a:moveTo>
                    <a:pt x="1463568" y="136205"/>
                  </a:moveTo>
                  <a:lnTo>
                    <a:pt x="1435673" y="136205"/>
                  </a:lnTo>
                  <a:lnTo>
                    <a:pt x="1435673" y="215867"/>
                  </a:lnTo>
                  <a:lnTo>
                    <a:pt x="1586454" y="215867"/>
                  </a:lnTo>
                  <a:lnTo>
                    <a:pt x="1586454" y="193250"/>
                  </a:lnTo>
                  <a:lnTo>
                    <a:pt x="1463568" y="193250"/>
                  </a:lnTo>
                  <a:lnTo>
                    <a:pt x="1463568" y="177167"/>
                  </a:lnTo>
                  <a:lnTo>
                    <a:pt x="1441453" y="177167"/>
                  </a:lnTo>
                  <a:lnTo>
                    <a:pt x="1441453" y="154550"/>
                  </a:lnTo>
                  <a:lnTo>
                    <a:pt x="1463568" y="154550"/>
                  </a:lnTo>
                  <a:lnTo>
                    <a:pt x="1463568" y="136205"/>
                  </a:lnTo>
                  <a:close/>
                </a:path>
                <a:path w="1611629" h="217170">
                  <a:moveTo>
                    <a:pt x="1586454" y="136205"/>
                  </a:moveTo>
                  <a:lnTo>
                    <a:pt x="1558559" y="136205"/>
                  </a:lnTo>
                  <a:lnTo>
                    <a:pt x="1558559" y="193250"/>
                  </a:lnTo>
                  <a:lnTo>
                    <a:pt x="1586454" y="193250"/>
                  </a:lnTo>
                  <a:lnTo>
                    <a:pt x="1586454" y="177167"/>
                  </a:lnTo>
                  <a:lnTo>
                    <a:pt x="1581428" y="177167"/>
                  </a:lnTo>
                  <a:lnTo>
                    <a:pt x="1581428" y="154550"/>
                  </a:lnTo>
                  <a:lnTo>
                    <a:pt x="1586454" y="154550"/>
                  </a:lnTo>
                  <a:lnTo>
                    <a:pt x="1586454" y="136205"/>
                  </a:lnTo>
                  <a:close/>
                </a:path>
                <a:path w="1611629" h="217170">
                  <a:moveTo>
                    <a:pt x="1463568" y="154550"/>
                  </a:moveTo>
                  <a:lnTo>
                    <a:pt x="1441453" y="154550"/>
                  </a:lnTo>
                  <a:lnTo>
                    <a:pt x="1441453" y="177167"/>
                  </a:lnTo>
                  <a:lnTo>
                    <a:pt x="1463568" y="177167"/>
                  </a:lnTo>
                  <a:lnTo>
                    <a:pt x="1463568" y="154550"/>
                  </a:lnTo>
                  <a:close/>
                </a:path>
                <a:path w="1611629" h="217170">
                  <a:moveTo>
                    <a:pt x="1558559" y="154550"/>
                  </a:moveTo>
                  <a:lnTo>
                    <a:pt x="1463568" y="154550"/>
                  </a:lnTo>
                  <a:lnTo>
                    <a:pt x="1463568" y="177167"/>
                  </a:lnTo>
                  <a:lnTo>
                    <a:pt x="1558559" y="177167"/>
                  </a:lnTo>
                  <a:lnTo>
                    <a:pt x="1558559" y="154550"/>
                  </a:lnTo>
                  <a:close/>
                </a:path>
                <a:path w="1611629" h="217170">
                  <a:moveTo>
                    <a:pt x="1586454" y="154550"/>
                  </a:moveTo>
                  <a:lnTo>
                    <a:pt x="1581428" y="154550"/>
                  </a:lnTo>
                  <a:lnTo>
                    <a:pt x="1581428" y="177167"/>
                  </a:lnTo>
                  <a:lnTo>
                    <a:pt x="1586454" y="177167"/>
                  </a:lnTo>
                  <a:lnTo>
                    <a:pt x="1586454" y="154550"/>
                  </a:lnTo>
                  <a:close/>
                </a:path>
              </a:pathLst>
            </a:custGeom>
            <a:solidFill>
              <a:srgbClr val="6D6B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63865" y="8331451"/>
              <a:ext cx="362585" cy="502920"/>
            </a:xfrm>
            <a:custGeom>
              <a:avLst/>
              <a:gdLst/>
              <a:ahLst/>
              <a:cxnLst/>
              <a:rect l="l" t="t" r="r" b="b"/>
              <a:pathLst>
                <a:path w="362585" h="502920">
                  <a:moveTo>
                    <a:pt x="180371" y="0"/>
                  </a:moveTo>
                  <a:lnTo>
                    <a:pt x="123184" y="7429"/>
                  </a:lnTo>
                  <a:lnTo>
                    <a:pt x="77400" y="29716"/>
                  </a:lnTo>
                  <a:lnTo>
                    <a:pt x="42674" y="65997"/>
                  </a:lnTo>
                  <a:lnTo>
                    <a:pt x="18659" y="115410"/>
                  </a:lnTo>
                  <a:lnTo>
                    <a:pt x="4664" y="176916"/>
                  </a:lnTo>
                  <a:lnTo>
                    <a:pt x="0" y="250861"/>
                  </a:lnTo>
                  <a:lnTo>
                    <a:pt x="1123" y="289173"/>
                  </a:lnTo>
                  <a:lnTo>
                    <a:pt x="10107" y="357244"/>
                  </a:lnTo>
                  <a:lnTo>
                    <a:pt x="28334" y="413351"/>
                  </a:lnTo>
                  <a:lnTo>
                    <a:pt x="57359" y="456198"/>
                  </a:lnTo>
                  <a:lnTo>
                    <a:pt x="97571" y="485698"/>
                  </a:lnTo>
                  <a:lnTo>
                    <a:pt x="149748" y="500556"/>
                  </a:lnTo>
                  <a:lnTo>
                    <a:pt x="180371" y="502414"/>
                  </a:lnTo>
                  <a:lnTo>
                    <a:pt x="211254" y="500556"/>
                  </a:lnTo>
                  <a:lnTo>
                    <a:pt x="263430" y="485698"/>
                  </a:lnTo>
                  <a:lnTo>
                    <a:pt x="303426" y="456198"/>
                  </a:lnTo>
                  <a:lnTo>
                    <a:pt x="323249" y="429851"/>
                  </a:lnTo>
                  <a:lnTo>
                    <a:pt x="180371" y="429851"/>
                  </a:lnTo>
                  <a:lnTo>
                    <a:pt x="156874" y="427302"/>
                  </a:lnTo>
                  <a:lnTo>
                    <a:pt x="120247" y="406916"/>
                  </a:lnTo>
                  <a:lnTo>
                    <a:pt x="97139" y="364889"/>
                  </a:lnTo>
                  <a:lnTo>
                    <a:pt x="85736" y="295782"/>
                  </a:lnTo>
                  <a:lnTo>
                    <a:pt x="84311" y="250861"/>
                  </a:lnTo>
                  <a:lnTo>
                    <a:pt x="85736" y="205984"/>
                  </a:lnTo>
                  <a:lnTo>
                    <a:pt x="90012" y="168104"/>
                  </a:lnTo>
                  <a:lnTo>
                    <a:pt x="107117" y="113336"/>
                  </a:lnTo>
                  <a:lnTo>
                    <a:pt x="137179" y="82756"/>
                  </a:lnTo>
                  <a:lnTo>
                    <a:pt x="180371" y="72563"/>
                  </a:lnTo>
                  <a:lnTo>
                    <a:pt x="323249" y="72563"/>
                  </a:lnTo>
                  <a:lnTo>
                    <a:pt x="319451" y="65997"/>
                  </a:lnTo>
                  <a:lnTo>
                    <a:pt x="284724" y="29716"/>
                  </a:lnTo>
                  <a:lnTo>
                    <a:pt x="238594" y="7429"/>
                  </a:lnTo>
                  <a:lnTo>
                    <a:pt x="210994" y="1857"/>
                  </a:lnTo>
                  <a:lnTo>
                    <a:pt x="180371" y="0"/>
                  </a:lnTo>
                  <a:close/>
                </a:path>
                <a:path w="362585" h="502920">
                  <a:moveTo>
                    <a:pt x="323249" y="72563"/>
                  </a:moveTo>
                  <a:lnTo>
                    <a:pt x="180371" y="72563"/>
                  </a:lnTo>
                  <a:lnTo>
                    <a:pt x="204170" y="75111"/>
                  </a:lnTo>
                  <a:lnTo>
                    <a:pt x="224427" y="82756"/>
                  </a:lnTo>
                  <a:lnTo>
                    <a:pt x="254316" y="113336"/>
                  </a:lnTo>
                  <a:lnTo>
                    <a:pt x="271939" y="168104"/>
                  </a:lnTo>
                  <a:lnTo>
                    <a:pt x="276344" y="205984"/>
                  </a:lnTo>
                  <a:lnTo>
                    <a:pt x="277813" y="250861"/>
                  </a:lnTo>
                  <a:lnTo>
                    <a:pt x="276344" y="295782"/>
                  </a:lnTo>
                  <a:lnTo>
                    <a:pt x="271939" y="333791"/>
                  </a:lnTo>
                  <a:lnTo>
                    <a:pt x="254316" y="389077"/>
                  </a:lnTo>
                  <a:lnTo>
                    <a:pt x="224427" y="419657"/>
                  </a:lnTo>
                  <a:lnTo>
                    <a:pt x="180371" y="429851"/>
                  </a:lnTo>
                  <a:lnTo>
                    <a:pt x="323249" y="429851"/>
                  </a:lnTo>
                  <a:lnTo>
                    <a:pt x="343465" y="387004"/>
                  </a:lnTo>
                  <a:lnTo>
                    <a:pt x="357460" y="324980"/>
                  </a:lnTo>
                  <a:lnTo>
                    <a:pt x="362125" y="250861"/>
                  </a:lnTo>
                  <a:lnTo>
                    <a:pt x="360958" y="212334"/>
                  </a:lnTo>
                  <a:lnTo>
                    <a:pt x="357460" y="176916"/>
                  </a:lnTo>
                  <a:lnTo>
                    <a:pt x="351629" y="144608"/>
                  </a:lnTo>
                  <a:lnTo>
                    <a:pt x="343465" y="115410"/>
                  </a:lnTo>
                  <a:lnTo>
                    <a:pt x="332797" y="89062"/>
                  </a:lnTo>
                  <a:lnTo>
                    <a:pt x="323249" y="72563"/>
                  </a:lnTo>
                  <a:close/>
                </a:path>
              </a:pathLst>
            </a:custGeom>
            <a:solidFill>
              <a:srgbClr val="0B0B0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31919" y="7825312"/>
              <a:ext cx="2400869" cy="196433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7381974" y="2743372"/>
            <a:ext cx="12094210" cy="6408420"/>
            <a:chOff x="7381974" y="2743372"/>
            <a:chExt cx="12094210" cy="6408420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81974" y="2743372"/>
              <a:ext cx="12093872" cy="640818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381974" y="2743372"/>
              <a:ext cx="12094210" cy="6408420"/>
            </a:xfrm>
            <a:custGeom>
              <a:avLst/>
              <a:gdLst/>
              <a:ahLst/>
              <a:cxnLst/>
              <a:rect l="l" t="t" r="r" b="b"/>
              <a:pathLst>
                <a:path w="12094210" h="6408420">
                  <a:moveTo>
                    <a:pt x="209417" y="0"/>
                  </a:moveTo>
                  <a:lnTo>
                    <a:pt x="161400" y="5530"/>
                  </a:lnTo>
                  <a:lnTo>
                    <a:pt x="117321" y="21284"/>
                  </a:lnTo>
                  <a:lnTo>
                    <a:pt x="78437" y="46005"/>
                  </a:lnTo>
                  <a:lnTo>
                    <a:pt x="46006" y="78436"/>
                  </a:lnTo>
                  <a:lnTo>
                    <a:pt x="21285" y="117319"/>
                  </a:lnTo>
                  <a:lnTo>
                    <a:pt x="5530" y="161399"/>
                  </a:lnTo>
                  <a:lnTo>
                    <a:pt x="0" y="209417"/>
                  </a:lnTo>
                  <a:lnTo>
                    <a:pt x="0" y="6198764"/>
                  </a:lnTo>
                  <a:lnTo>
                    <a:pt x="5530" y="6246781"/>
                  </a:lnTo>
                  <a:lnTo>
                    <a:pt x="21285" y="6290860"/>
                  </a:lnTo>
                  <a:lnTo>
                    <a:pt x="46006" y="6329744"/>
                  </a:lnTo>
                  <a:lnTo>
                    <a:pt x="78437" y="6362175"/>
                  </a:lnTo>
                  <a:lnTo>
                    <a:pt x="117321" y="6386896"/>
                  </a:lnTo>
                  <a:lnTo>
                    <a:pt x="161400" y="6402650"/>
                  </a:lnTo>
                  <a:lnTo>
                    <a:pt x="209417" y="6408181"/>
                  </a:lnTo>
                  <a:lnTo>
                    <a:pt x="209417" y="6387240"/>
                  </a:lnTo>
                  <a:lnTo>
                    <a:pt x="159313" y="6380507"/>
                  </a:lnTo>
                  <a:lnTo>
                    <a:pt x="114290" y="6361507"/>
                  </a:lnTo>
                  <a:lnTo>
                    <a:pt x="76145" y="6332036"/>
                  </a:lnTo>
                  <a:lnTo>
                    <a:pt x="46674" y="6293891"/>
                  </a:lnTo>
                  <a:lnTo>
                    <a:pt x="27674" y="6248868"/>
                  </a:lnTo>
                  <a:lnTo>
                    <a:pt x="20941" y="6198764"/>
                  </a:lnTo>
                  <a:lnTo>
                    <a:pt x="20941" y="209417"/>
                  </a:lnTo>
                  <a:lnTo>
                    <a:pt x="27674" y="159313"/>
                  </a:lnTo>
                  <a:lnTo>
                    <a:pt x="46674" y="114290"/>
                  </a:lnTo>
                  <a:lnTo>
                    <a:pt x="76145" y="76145"/>
                  </a:lnTo>
                  <a:lnTo>
                    <a:pt x="114290" y="46674"/>
                  </a:lnTo>
                  <a:lnTo>
                    <a:pt x="159313" y="27674"/>
                  </a:lnTo>
                  <a:lnTo>
                    <a:pt x="209417" y="20941"/>
                  </a:lnTo>
                  <a:lnTo>
                    <a:pt x="209417" y="0"/>
                  </a:lnTo>
                  <a:close/>
                </a:path>
                <a:path w="12094210" h="6408420">
                  <a:moveTo>
                    <a:pt x="11884454" y="6387240"/>
                  </a:moveTo>
                  <a:lnTo>
                    <a:pt x="209417" y="6387240"/>
                  </a:lnTo>
                  <a:lnTo>
                    <a:pt x="209417" y="6408181"/>
                  </a:lnTo>
                  <a:lnTo>
                    <a:pt x="11884454" y="6408181"/>
                  </a:lnTo>
                  <a:lnTo>
                    <a:pt x="11884454" y="6387240"/>
                  </a:lnTo>
                  <a:close/>
                </a:path>
                <a:path w="12094210" h="6408420">
                  <a:moveTo>
                    <a:pt x="11884454" y="0"/>
                  </a:moveTo>
                  <a:lnTo>
                    <a:pt x="11884454" y="20941"/>
                  </a:lnTo>
                  <a:lnTo>
                    <a:pt x="11934555" y="27674"/>
                  </a:lnTo>
                  <a:lnTo>
                    <a:pt x="11979577" y="46674"/>
                  </a:lnTo>
                  <a:lnTo>
                    <a:pt x="12017723" y="76145"/>
                  </a:lnTo>
                  <a:lnTo>
                    <a:pt x="12047195" y="114290"/>
                  </a:lnTo>
                  <a:lnTo>
                    <a:pt x="12066197" y="159313"/>
                  </a:lnTo>
                  <a:lnTo>
                    <a:pt x="12072930" y="209417"/>
                  </a:lnTo>
                  <a:lnTo>
                    <a:pt x="12072930" y="6198764"/>
                  </a:lnTo>
                  <a:lnTo>
                    <a:pt x="12066197" y="6248868"/>
                  </a:lnTo>
                  <a:lnTo>
                    <a:pt x="12047195" y="6293891"/>
                  </a:lnTo>
                  <a:lnTo>
                    <a:pt x="12017723" y="6332036"/>
                  </a:lnTo>
                  <a:lnTo>
                    <a:pt x="11979577" y="6361507"/>
                  </a:lnTo>
                  <a:lnTo>
                    <a:pt x="11934555" y="6380507"/>
                  </a:lnTo>
                  <a:lnTo>
                    <a:pt x="11884454" y="6387240"/>
                  </a:lnTo>
                  <a:lnTo>
                    <a:pt x="11884454" y="6408181"/>
                  </a:lnTo>
                  <a:lnTo>
                    <a:pt x="11932486" y="6402650"/>
                  </a:lnTo>
                  <a:lnTo>
                    <a:pt x="11976571" y="6386896"/>
                  </a:lnTo>
                  <a:lnTo>
                    <a:pt x="12015453" y="6362175"/>
                  </a:lnTo>
                  <a:lnTo>
                    <a:pt x="12047880" y="6329744"/>
                  </a:lnTo>
                  <a:lnTo>
                    <a:pt x="12072595" y="6290860"/>
                  </a:lnTo>
                  <a:lnTo>
                    <a:pt x="12088344" y="6246781"/>
                  </a:lnTo>
                  <a:lnTo>
                    <a:pt x="12093872" y="6198764"/>
                  </a:lnTo>
                  <a:lnTo>
                    <a:pt x="12093872" y="209417"/>
                  </a:lnTo>
                  <a:lnTo>
                    <a:pt x="12088344" y="161399"/>
                  </a:lnTo>
                  <a:lnTo>
                    <a:pt x="12072595" y="117319"/>
                  </a:lnTo>
                  <a:lnTo>
                    <a:pt x="12047880" y="78436"/>
                  </a:lnTo>
                  <a:lnTo>
                    <a:pt x="12015453" y="46005"/>
                  </a:lnTo>
                  <a:lnTo>
                    <a:pt x="11976571" y="21284"/>
                  </a:lnTo>
                  <a:lnTo>
                    <a:pt x="11932486" y="5530"/>
                  </a:lnTo>
                  <a:lnTo>
                    <a:pt x="11884454" y="0"/>
                  </a:lnTo>
                  <a:close/>
                </a:path>
                <a:path w="12094210" h="6408420">
                  <a:moveTo>
                    <a:pt x="11884454" y="0"/>
                  </a:moveTo>
                  <a:lnTo>
                    <a:pt x="209417" y="0"/>
                  </a:lnTo>
                  <a:lnTo>
                    <a:pt x="209417" y="20941"/>
                  </a:lnTo>
                  <a:lnTo>
                    <a:pt x="11884454" y="20941"/>
                  </a:lnTo>
                  <a:lnTo>
                    <a:pt x="11884454" y="0"/>
                  </a:lnTo>
                  <a:close/>
                </a:path>
              </a:pathLst>
            </a:custGeom>
            <a:solidFill>
              <a:srgbClr val="7EB2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1256499" y="10294931"/>
            <a:ext cx="17591405" cy="16510"/>
          </a:xfrm>
          <a:custGeom>
            <a:avLst/>
            <a:gdLst/>
            <a:ahLst/>
            <a:cxnLst/>
            <a:rect l="l" t="t" r="r" b="b"/>
            <a:pathLst>
              <a:path w="17591405" h="16509">
                <a:moveTo>
                  <a:pt x="17591088" y="0"/>
                </a:moveTo>
                <a:lnTo>
                  <a:pt x="0" y="0"/>
                </a:lnTo>
                <a:lnTo>
                  <a:pt x="0" y="8890"/>
                </a:lnTo>
                <a:lnTo>
                  <a:pt x="0" y="16510"/>
                </a:lnTo>
                <a:lnTo>
                  <a:pt x="17591088" y="16510"/>
                </a:lnTo>
                <a:lnTo>
                  <a:pt x="17591088" y="8890"/>
                </a:lnTo>
                <a:lnTo>
                  <a:pt x="17591088" y="0"/>
                </a:lnTo>
                <a:close/>
              </a:path>
            </a:pathLst>
          </a:custGeom>
          <a:solidFill>
            <a:srgbClr val="EEED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355868" y="10471932"/>
            <a:ext cx="455295" cy="178435"/>
          </a:xfrm>
          <a:custGeom>
            <a:avLst/>
            <a:gdLst/>
            <a:ahLst/>
            <a:cxnLst/>
            <a:rect l="l" t="t" r="r" b="b"/>
            <a:pathLst>
              <a:path w="455294" h="178434">
                <a:moveTo>
                  <a:pt x="89754" y="85442"/>
                </a:moveTo>
                <a:lnTo>
                  <a:pt x="72447" y="85442"/>
                </a:lnTo>
                <a:lnTo>
                  <a:pt x="73704" y="92981"/>
                </a:lnTo>
                <a:lnTo>
                  <a:pt x="71470" y="94377"/>
                </a:lnTo>
                <a:lnTo>
                  <a:pt x="69027" y="95703"/>
                </a:lnTo>
                <a:lnTo>
                  <a:pt x="66374" y="96960"/>
                </a:lnTo>
                <a:lnTo>
                  <a:pt x="63880" y="98216"/>
                </a:lnTo>
                <a:lnTo>
                  <a:pt x="25119" y="156015"/>
                </a:lnTo>
                <a:lnTo>
                  <a:pt x="45223" y="156015"/>
                </a:lnTo>
                <a:lnTo>
                  <a:pt x="77054" y="107012"/>
                </a:lnTo>
                <a:lnTo>
                  <a:pt x="82220" y="98914"/>
                </a:lnTo>
                <a:lnTo>
                  <a:pt x="86339" y="91934"/>
                </a:lnTo>
                <a:lnTo>
                  <a:pt x="89639" y="85651"/>
                </a:lnTo>
                <a:lnTo>
                  <a:pt x="89754" y="85442"/>
                </a:lnTo>
                <a:close/>
              </a:path>
              <a:path w="455294" h="178434">
                <a:moveTo>
                  <a:pt x="49621" y="5863"/>
                </a:moveTo>
                <a:lnTo>
                  <a:pt x="9762" y="21360"/>
                </a:lnTo>
                <a:lnTo>
                  <a:pt x="0" y="53610"/>
                </a:lnTo>
                <a:lnTo>
                  <a:pt x="44" y="54867"/>
                </a:lnTo>
                <a:lnTo>
                  <a:pt x="300" y="59753"/>
                </a:lnTo>
                <a:lnTo>
                  <a:pt x="355" y="60809"/>
                </a:lnTo>
                <a:lnTo>
                  <a:pt x="22396" y="95284"/>
                </a:lnTo>
                <a:lnTo>
                  <a:pt x="47945" y="101148"/>
                </a:lnTo>
                <a:lnTo>
                  <a:pt x="51715" y="101148"/>
                </a:lnTo>
                <a:lnTo>
                  <a:pt x="72307" y="85651"/>
                </a:lnTo>
                <a:lnTo>
                  <a:pt x="49621" y="85651"/>
                </a:lnTo>
                <a:lnTo>
                  <a:pt x="41911" y="85128"/>
                </a:lnTo>
                <a:lnTo>
                  <a:pt x="17999" y="63662"/>
                </a:lnTo>
                <a:lnTo>
                  <a:pt x="17999" y="43558"/>
                </a:lnTo>
                <a:lnTo>
                  <a:pt x="49621" y="21360"/>
                </a:lnTo>
                <a:lnTo>
                  <a:pt x="87879" y="21360"/>
                </a:lnTo>
                <a:lnTo>
                  <a:pt x="86269" y="19266"/>
                </a:lnTo>
                <a:lnTo>
                  <a:pt x="79266" y="13402"/>
                </a:lnTo>
                <a:lnTo>
                  <a:pt x="70956" y="9279"/>
                </a:lnTo>
                <a:lnTo>
                  <a:pt x="60942" y="6701"/>
                </a:lnTo>
                <a:lnTo>
                  <a:pt x="49621" y="5863"/>
                </a:lnTo>
                <a:close/>
              </a:path>
              <a:path w="455294" h="178434">
                <a:moveTo>
                  <a:pt x="72447" y="85442"/>
                </a:moveTo>
                <a:lnTo>
                  <a:pt x="63880" y="98216"/>
                </a:lnTo>
                <a:lnTo>
                  <a:pt x="66374" y="96960"/>
                </a:lnTo>
                <a:lnTo>
                  <a:pt x="69027" y="95703"/>
                </a:lnTo>
                <a:lnTo>
                  <a:pt x="71470" y="94377"/>
                </a:lnTo>
                <a:lnTo>
                  <a:pt x="73704" y="92981"/>
                </a:lnTo>
                <a:lnTo>
                  <a:pt x="72552" y="86070"/>
                </a:lnTo>
                <a:lnTo>
                  <a:pt x="72447" y="85442"/>
                </a:lnTo>
                <a:close/>
              </a:path>
              <a:path w="455294" h="178434">
                <a:moveTo>
                  <a:pt x="87879" y="21360"/>
                </a:moveTo>
                <a:lnTo>
                  <a:pt x="49621" y="21360"/>
                </a:lnTo>
                <a:lnTo>
                  <a:pt x="57421" y="21897"/>
                </a:lnTo>
                <a:lnTo>
                  <a:pt x="64070" y="23507"/>
                </a:lnTo>
                <a:lnTo>
                  <a:pt x="69568" y="26190"/>
                </a:lnTo>
                <a:lnTo>
                  <a:pt x="73913" y="29946"/>
                </a:lnTo>
                <a:lnTo>
                  <a:pt x="78939" y="35670"/>
                </a:lnTo>
                <a:lnTo>
                  <a:pt x="81452" y="43558"/>
                </a:lnTo>
                <a:lnTo>
                  <a:pt x="81452" y="63662"/>
                </a:lnTo>
                <a:lnTo>
                  <a:pt x="78660" y="71550"/>
                </a:lnTo>
                <a:lnTo>
                  <a:pt x="73075" y="77274"/>
                </a:lnTo>
                <a:lnTo>
                  <a:pt x="67491" y="82859"/>
                </a:lnTo>
                <a:lnTo>
                  <a:pt x="59673" y="85651"/>
                </a:lnTo>
                <a:lnTo>
                  <a:pt x="72307" y="85651"/>
                </a:lnTo>
                <a:lnTo>
                  <a:pt x="72447" y="85442"/>
                </a:lnTo>
                <a:lnTo>
                  <a:pt x="89754" y="85442"/>
                </a:lnTo>
                <a:lnTo>
                  <a:pt x="92621" y="80206"/>
                </a:lnTo>
                <a:lnTo>
                  <a:pt x="94994" y="74761"/>
                </a:lnTo>
                <a:lnTo>
                  <a:pt x="98066" y="64709"/>
                </a:lnTo>
                <a:lnTo>
                  <a:pt x="98834" y="59753"/>
                </a:lnTo>
                <a:lnTo>
                  <a:pt x="98750" y="53610"/>
                </a:lnTo>
                <a:lnTo>
                  <a:pt x="98127" y="44317"/>
                </a:lnTo>
                <a:lnTo>
                  <a:pt x="95797" y="34867"/>
                </a:lnTo>
                <a:lnTo>
                  <a:pt x="91844" y="26517"/>
                </a:lnTo>
                <a:lnTo>
                  <a:pt x="87879" y="21360"/>
                </a:lnTo>
                <a:close/>
              </a:path>
              <a:path w="455294" h="178434">
                <a:moveTo>
                  <a:pt x="232166" y="0"/>
                </a:moveTo>
                <a:lnTo>
                  <a:pt x="215622" y="0"/>
                </a:lnTo>
                <a:lnTo>
                  <a:pt x="167456" y="178214"/>
                </a:lnTo>
                <a:lnTo>
                  <a:pt x="184000" y="178214"/>
                </a:lnTo>
                <a:lnTo>
                  <a:pt x="232166" y="0"/>
                </a:lnTo>
                <a:close/>
              </a:path>
              <a:path w="455294" h="178434">
                <a:moveTo>
                  <a:pt x="352972" y="18428"/>
                </a:moveTo>
                <a:lnTo>
                  <a:pt x="335172" y="18428"/>
                </a:lnTo>
                <a:lnTo>
                  <a:pt x="344596" y="19894"/>
                </a:lnTo>
                <a:lnTo>
                  <a:pt x="335172" y="26162"/>
                </a:lnTo>
                <a:lnTo>
                  <a:pt x="335172" y="156015"/>
                </a:lnTo>
                <a:lnTo>
                  <a:pt x="352972" y="156015"/>
                </a:lnTo>
                <a:lnTo>
                  <a:pt x="352972" y="18428"/>
                </a:lnTo>
                <a:close/>
              </a:path>
              <a:path w="455294" h="178434">
                <a:moveTo>
                  <a:pt x="352972" y="7957"/>
                </a:moveTo>
                <a:lnTo>
                  <a:pt x="334963" y="7957"/>
                </a:lnTo>
                <a:lnTo>
                  <a:pt x="298314" y="32668"/>
                </a:lnTo>
                <a:lnTo>
                  <a:pt x="298314" y="50678"/>
                </a:lnTo>
                <a:lnTo>
                  <a:pt x="335172" y="26162"/>
                </a:lnTo>
                <a:lnTo>
                  <a:pt x="335172" y="18428"/>
                </a:lnTo>
                <a:lnTo>
                  <a:pt x="352972" y="18428"/>
                </a:lnTo>
                <a:lnTo>
                  <a:pt x="352972" y="7957"/>
                </a:lnTo>
                <a:close/>
              </a:path>
              <a:path w="455294" h="178434">
                <a:moveTo>
                  <a:pt x="335172" y="18428"/>
                </a:moveTo>
                <a:lnTo>
                  <a:pt x="335172" y="26162"/>
                </a:lnTo>
                <a:lnTo>
                  <a:pt x="344596" y="19894"/>
                </a:lnTo>
                <a:lnTo>
                  <a:pt x="335172" y="18428"/>
                </a:lnTo>
                <a:close/>
              </a:path>
              <a:path w="455294" h="178434">
                <a:moveTo>
                  <a:pt x="455227" y="18428"/>
                </a:moveTo>
                <a:lnTo>
                  <a:pt x="437427" y="18428"/>
                </a:lnTo>
                <a:lnTo>
                  <a:pt x="446850" y="19894"/>
                </a:lnTo>
                <a:lnTo>
                  <a:pt x="437427" y="26162"/>
                </a:lnTo>
                <a:lnTo>
                  <a:pt x="437427" y="156015"/>
                </a:lnTo>
                <a:lnTo>
                  <a:pt x="455227" y="156015"/>
                </a:lnTo>
                <a:lnTo>
                  <a:pt x="455227" y="18428"/>
                </a:lnTo>
                <a:close/>
              </a:path>
              <a:path w="455294" h="178434">
                <a:moveTo>
                  <a:pt x="455227" y="7957"/>
                </a:moveTo>
                <a:lnTo>
                  <a:pt x="437217" y="7957"/>
                </a:lnTo>
                <a:lnTo>
                  <a:pt x="400569" y="32668"/>
                </a:lnTo>
                <a:lnTo>
                  <a:pt x="400569" y="50678"/>
                </a:lnTo>
                <a:lnTo>
                  <a:pt x="437427" y="26162"/>
                </a:lnTo>
                <a:lnTo>
                  <a:pt x="437427" y="18428"/>
                </a:lnTo>
                <a:lnTo>
                  <a:pt x="455227" y="18428"/>
                </a:lnTo>
                <a:lnTo>
                  <a:pt x="455227" y="7957"/>
                </a:lnTo>
                <a:close/>
              </a:path>
              <a:path w="455294" h="178434">
                <a:moveTo>
                  <a:pt x="437427" y="18428"/>
                </a:moveTo>
                <a:lnTo>
                  <a:pt x="437427" y="26162"/>
                </a:lnTo>
                <a:lnTo>
                  <a:pt x="446850" y="19894"/>
                </a:lnTo>
                <a:lnTo>
                  <a:pt x="437427" y="18428"/>
                </a:lnTo>
                <a:close/>
              </a:path>
            </a:pathLst>
          </a:custGeom>
          <a:solidFill>
            <a:srgbClr val="C9C8C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3417" y="980975"/>
            <a:ext cx="835660" cy="199390"/>
          </a:xfrm>
          <a:custGeom>
            <a:avLst/>
            <a:gdLst/>
            <a:ahLst/>
            <a:cxnLst/>
            <a:rect l="l" t="t" r="r" b="b"/>
            <a:pathLst>
              <a:path w="835660" h="199390">
                <a:moveTo>
                  <a:pt x="104583" y="103431"/>
                </a:moveTo>
                <a:lnTo>
                  <a:pt x="78782" y="103431"/>
                </a:lnTo>
                <a:lnTo>
                  <a:pt x="78782" y="197878"/>
                </a:lnTo>
                <a:lnTo>
                  <a:pt x="104583" y="197878"/>
                </a:lnTo>
                <a:lnTo>
                  <a:pt x="104583" y="103431"/>
                </a:lnTo>
                <a:close/>
              </a:path>
              <a:path w="835660" h="199390">
                <a:moveTo>
                  <a:pt x="128644" y="96059"/>
                </a:moveTo>
                <a:lnTo>
                  <a:pt x="0" y="96059"/>
                </a:lnTo>
                <a:lnTo>
                  <a:pt x="0" y="117252"/>
                </a:lnTo>
                <a:lnTo>
                  <a:pt x="78782" y="117252"/>
                </a:lnTo>
                <a:lnTo>
                  <a:pt x="78782" y="103431"/>
                </a:lnTo>
                <a:lnTo>
                  <a:pt x="127275" y="103431"/>
                </a:lnTo>
                <a:lnTo>
                  <a:pt x="128386" y="97672"/>
                </a:lnTo>
                <a:lnTo>
                  <a:pt x="128644" y="96059"/>
                </a:lnTo>
                <a:close/>
              </a:path>
              <a:path w="835660" h="199390">
                <a:moveTo>
                  <a:pt x="127275" y="103431"/>
                </a:moveTo>
                <a:lnTo>
                  <a:pt x="104583" y="103431"/>
                </a:lnTo>
                <a:lnTo>
                  <a:pt x="104583" y="117252"/>
                </a:lnTo>
                <a:lnTo>
                  <a:pt x="183366" y="117252"/>
                </a:lnTo>
                <a:lnTo>
                  <a:pt x="183366" y="106426"/>
                </a:lnTo>
                <a:lnTo>
                  <a:pt x="126697" y="106426"/>
                </a:lnTo>
                <a:lnTo>
                  <a:pt x="127275" y="103431"/>
                </a:lnTo>
                <a:close/>
              </a:path>
              <a:path w="835660" h="199390">
                <a:moveTo>
                  <a:pt x="158717" y="12900"/>
                </a:moveTo>
                <a:lnTo>
                  <a:pt x="20501" y="12900"/>
                </a:lnTo>
                <a:lnTo>
                  <a:pt x="20501" y="33862"/>
                </a:lnTo>
                <a:lnTo>
                  <a:pt x="132917" y="33862"/>
                </a:lnTo>
                <a:lnTo>
                  <a:pt x="132917" y="52982"/>
                </a:lnTo>
                <a:lnTo>
                  <a:pt x="132687" y="59125"/>
                </a:lnTo>
                <a:lnTo>
                  <a:pt x="132226" y="64961"/>
                </a:lnTo>
                <a:lnTo>
                  <a:pt x="131919" y="70643"/>
                </a:lnTo>
                <a:lnTo>
                  <a:pt x="131304" y="76786"/>
                </a:lnTo>
                <a:lnTo>
                  <a:pt x="130383" y="83390"/>
                </a:lnTo>
                <a:lnTo>
                  <a:pt x="129720" y="89091"/>
                </a:lnTo>
                <a:lnTo>
                  <a:pt x="129615" y="89993"/>
                </a:lnTo>
                <a:lnTo>
                  <a:pt x="128435" y="97370"/>
                </a:lnTo>
                <a:lnTo>
                  <a:pt x="126742" y="106195"/>
                </a:lnTo>
                <a:lnTo>
                  <a:pt x="126697" y="106426"/>
                </a:lnTo>
                <a:lnTo>
                  <a:pt x="152728" y="106195"/>
                </a:lnTo>
                <a:lnTo>
                  <a:pt x="157810" y="67092"/>
                </a:lnTo>
                <a:lnTo>
                  <a:pt x="158600" y="52982"/>
                </a:lnTo>
                <a:lnTo>
                  <a:pt x="158717" y="12900"/>
                </a:lnTo>
                <a:close/>
              </a:path>
              <a:path w="835660" h="199390">
                <a:moveTo>
                  <a:pt x="183366" y="96059"/>
                </a:moveTo>
                <a:lnTo>
                  <a:pt x="154314" y="96059"/>
                </a:lnTo>
                <a:lnTo>
                  <a:pt x="154125" y="97370"/>
                </a:lnTo>
                <a:lnTo>
                  <a:pt x="152728" y="106195"/>
                </a:lnTo>
                <a:lnTo>
                  <a:pt x="126697" y="106426"/>
                </a:lnTo>
                <a:lnTo>
                  <a:pt x="183366" y="106426"/>
                </a:lnTo>
                <a:lnTo>
                  <a:pt x="183366" y="96059"/>
                </a:lnTo>
                <a:close/>
              </a:path>
              <a:path w="835660" h="199390">
                <a:moveTo>
                  <a:pt x="259026" y="139137"/>
                </a:moveTo>
                <a:lnTo>
                  <a:pt x="233226" y="139137"/>
                </a:lnTo>
                <a:lnTo>
                  <a:pt x="233226" y="197648"/>
                </a:lnTo>
                <a:lnTo>
                  <a:pt x="370981" y="197648"/>
                </a:lnTo>
                <a:lnTo>
                  <a:pt x="370981" y="176455"/>
                </a:lnTo>
                <a:lnTo>
                  <a:pt x="259026" y="176455"/>
                </a:lnTo>
                <a:lnTo>
                  <a:pt x="259026" y="139137"/>
                </a:lnTo>
                <a:close/>
              </a:path>
              <a:path w="835660" h="199390">
                <a:moveTo>
                  <a:pt x="366143" y="0"/>
                </a:moveTo>
                <a:lnTo>
                  <a:pt x="340343" y="0"/>
                </a:lnTo>
                <a:lnTo>
                  <a:pt x="340343" y="153649"/>
                </a:lnTo>
                <a:lnTo>
                  <a:pt x="366143" y="153649"/>
                </a:lnTo>
                <a:lnTo>
                  <a:pt x="366143" y="118635"/>
                </a:lnTo>
                <a:lnTo>
                  <a:pt x="354165" y="118635"/>
                </a:lnTo>
                <a:lnTo>
                  <a:pt x="354165" y="98824"/>
                </a:lnTo>
                <a:lnTo>
                  <a:pt x="366143" y="98824"/>
                </a:lnTo>
                <a:lnTo>
                  <a:pt x="366143" y="75327"/>
                </a:lnTo>
                <a:lnTo>
                  <a:pt x="354165" y="75327"/>
                </a:lnTo>
                <a:lnTo>
                  <a:pt x="354165" y="55516"/>
                </a:lnTo>
                <a:lnTo>
                  <a:pt x="366143" y="55516"/>
                </a:lnTo>
                <a:lnTo>
                  <a:pt x="366143" y="0"/>
                </a:lnTo>
                <a:close/>
              </a:path>
              <a:path w="835660" h="199390">
                <a:moveTo>
                  <a:pt x="255110" y="60123"/>
                </a:moveTo>
                <a:lnTo>
                  <a:pt x="215272" y="73743"/>
                </a:lnTo>
                <a:lnTo>
                  <a:pt x="207886" y="94217"/>
                </a:lnTo>
                <a:lnTo>
                  <a:pt x="208707" y="102020"/>
                </a:lnTo>
                <a:lnTo>
                  <a:pt x="245118" y="127547"/>
                </a:lnTo>
                <a:lnTo>
                  <a:pt x="255110" y="128079"/>
                </a:lnTo>
                <a:lnTo>
                  <a:pt x="265188" y="127547"/>
                </a:lnTo>
                <a:lnTo>
                  <a:pt x="298322" y="109651"/>
                </a:lnTo>
                <a:lnTo>
                  <a:pt x="247892" y="109651"/>
                </a:lnTo>
                <a:lnTo>
                  <a:pt x="242286" y="108345"/>
                </a:lnTo>
                <a:lnTo>
                  <a:pt x="238294" y="105735"/>
                </a:lnTo>
                <a:lnTo>
                  <a:pt x="234301" y="102970"/>
                </a:lnTo>
                <a:lnTo>
                  <a:pt x="232304" y="99131"/>
                </a:lnTo>
                <a:lnTo>
                  <a:pt x="232304" y="89302"/>
                </a:lnTo>
                <a:lnTo>
                  <a:pt x="234301" y="85463"/>
                </a:lnTo>
                <a:lnTo>
                  <a:pt x="242286" y="79934"/>
                </a:lnTo>
                <a:lnTo>
                  <a:pt x="247892" y="78552"/>
                </a:lnTo>
                <a:lnTo>
                  <a:pt x="298163" y="78552"/>
                </a:lnTo>
                <a:lnTo>
                  <a:pt x="294847" y="73743"/>
                </a:lnTo>
                <a:lnTo>
                  <a:pt x="289203" y="68877"/>
                </a:lnTo>
                <a:lnTo>
                  <a:pt x="282235" y="65047"/>
                </a:lnTo>
                <a:lnTo>
                  <a:pt x="274230" y="62312"/>
                </a:lnTo>
                <a:lnTo>
                  <a:pt x="265188" y="60670"/>
                </a:lnTo>
                <a:lnTo>
                  <a:pt x="255110" y="60123"/>
                </a:lnTo>
                <a:close/>
              </a:path>
              <a:path w="835660" h="199390">
                <a:moveTo>
                  <a:pt x="340343" y="98824"/>
                </a:moveTo>
                <a:lnTo>
                  <a:pt x="311087" y="98824"/>
                </a:lnTo>
                <a:lnTo>
                  <a:pt x="311087" y="118635"/>
                </a:lnTo>
                <a:lnTo>
                  <a:pt x="340343" y="118635"/>
                </a:lnTo>
                <a:lnTo>
                  <a:pt x="340343" y="98824"/>
                </a:lnTo>
                <a:close/>
              </a:path>
              <a:path w="835660" h="199390">
                <a:moveTo>
                  <a:pt x="366143" y="98824"/>
                </a:moveTo>
                <a:lnTo>
                  <a:pt x="354165" y="98824"/>
                </a:lnTo>
                <a:lnTo>
                  <a:pt x="354165" y="118635"/>
                </a:lnTo>
                <a:lnTo>
                  <a:pt x="366143" y="118635"/>
                </a:lnTo>
                <a:lnTo>
                  <a:pt x="366143" y="98824"/>
                </a:lnTo>
                <a:close/>
              </a:path>
              <a:path w="835660" h="199390">
                <a:moveTo>
                  <a:pt x="298163" y="78552"/>
                </a:moveTo>
                <a:lnTo>
                  <a:pt x="262635" y="78552"/>
                </a:lnTo>
                <a:lnTo>
                  <a:pt x="268317" y="79934"/>
                </a:lnTo>
                <a:lnTo>
                  <a:pt x="275996" y="85463"/>
                </a:lnTo>
                <a:lnTo>
                  <a:pt x="277916" y="89302"/>
                </a:lnTo>
                <a:lnTo>
                  <a:pt x="277916" y="99131"/>
                </a:lnTo>
                <a:lnTo>
                  <a:pt x="275996" y="102970"/>
                </a:lnTo>
                <a:lnTo>
                  <a:pt x="272157" y="105735"/>
                </a:lnTo>
                <a:lnTo>
                  <a:pt x="268317" y="108345"/>
                </a:lnTo>
                <a:lnTo>
                  <a:pt x="262635" y="109651"/>
                </a:lnTo>
                <a:lnTo>
                  <a:pt x="298322" y="109651"/>
                </a:lnTo>
                <a:lnTo>
                  <a:pt x="298878" y="108844"/>
                </a:lnTo>
                <a:lnTo>
                  <a:pt x="301297" y="102020"/>
                </a:lnTo>
                <a:lnTo>
                  <a:pt x="302103" y="94217"/>
                </a:lnTo>
                <a:lnTo>
                  <a:pt x="301297" y="86413"/>
                </a:lnTo>
                <a:lnTo>
                  <a:pt x="299001" y="79934"/>
                </a:lnTo>
                <a:lnTo>
                  <a:pt x="298878" y="79589"/>
                </a:lnTo>
                <a:lnTo>
                  <a:pt x="298163" y="78552"/>
                </a:lnTo>
                <a:close/>
              </a:path>
              <a:path w="835660" h="199390">
                <a:moveTo>
                  <a:pt x="340343" y="55516"/>
                </a:moveTo>
                <a:lnTo>
                  <a:pt x="311087" y="55516"/>
                </a:lnTo>
                <a:lnTo>
                  <a:pt x="311087" y="75327"/>
                </a:lnTo>
                <a:lnTo>
                  <a:pt x="340343" y="75327"/>
                </a:lnTo>
                <a:lnTo>
                  <a:pt x="340343" y="55516"/>
                </a:lnTo>
                <a:close/>
              </a:path>
              <a:path w="835660" h="199390">
                <a:moveTo>
                  <a:pt x="366143" y="55516"/>
                </a:moveTo>
                <a:lnTo>
                  <a:pt x="354165" y="55516"/>
                </a:lnTo>
                <a:lnTo>
                  <a:pt x="354165" y="75327"/>
                </a:lnTo>
                <a:lnTo>
                  <a:pt x="366143" y="75327"/>
                </a:lnTo>
                <a:lnTo>
                  <a:pt x="366143" y="55516"/>
                </a:lnTo>
                <a:close/>
              </a:path>
              <a:path w="835660" h="199390">
                <a:moveTo>
                  <a:pt x="310627" y="32711"/>
                </a:moveTo>
                <a:lnTo>
                  <a:pt x="198672" y="32711"/>
                </a:lnTo>
                <a:lnTo>
                  <a:pt x="198672" y="51139"/>
                </a:lnTo>
                <a:lnTo>
                  <a:pt x="310396" y="51139"/>
                </a:lnTo>
                <a:lnTo>
                  <a:pt x="310627" y="32711"/>
                </a:lnTo>
                <a:close/>
              </a:path>
              <a:path w="835660" h="199390">
                <a:moveTo>
                  <a:pt x="285057" y="2994"/>
                </a:moveTo>
                <a:lnTo>
                  <a:pt x="224933" y="2994"/>
                </a:lnTo>
                <a:lnTo>
                  <a:pt x="224933" y="21653"/>
                </a:lnTo>
                <a:lnTo>
                  <a:pt x="285057" y="21653"/>
                </a:lnTo>
                <a:lnTo>
                  <a:pt x="285057" y="2994"/>
                </a:lnTo>
                <a:close/>
              </a:path>
              <a:path w="835660" h="199390">
                <a:moveTo>
                  <a:pt x="555623" y="11287"/>
                </a:moveTo>
                <a:lnTo>
                  <a:pt x="463480" y="11287"/>
                </a:lnTo>
                <a:lnTo>
                  <a:pt x="463480" y="32250"/>
                </a:lnTo>
                <a:lnTo>
                  <a:pt x="529362" y="32250"/>
                </a:lnTo>
                <a:lnTo>
                  <a:pt x="529362" y="44613"/>
                </a:lnTo>
                <a:lnTo>
                  <a:pt x="494809" y="73715"/>
                </a:lnTo>
                <a:lnTo>
                  <a:pt x="453113" y="89149"/>
                </a:lnTo>
                <a:lnTo>
                  <a:pt x="460485" y="109881"/>
                </a:lnTo>
                <a:lnTo>
                  <a:pt x="501345" y="95368"/>
                </a:lnTo>
                <a:lnTo>
                  <a:pt x="538720" y="72188"/>
                </a:lnTo>
                <a:lnTo>
                  <a:pt x="553466" y="49296"/>
                </a:lnTo>
                <a:lnTo>
                  <a:pt x="545027" y="49296"/>
                </a:lnTo>
                <a:lnTo>
                  <a:pt x="545027" y="28794"/>
                </a:lnTo>
                <a:lnTo>
                  <a:pt x="555623" y="28794"/>
                </a:lnTo>
                <a:lnTo>
                  <a:pt x="555623" y="11287"/>
                </a:lnTo>
                <a:close/>
              </a:path>
              <a:path w="835660" h="199390">
                <a:moveTo>
                  <a:pt x="620124" y="0"/>
                </a:moveTo>
                <a:lnTo>
                  <a:pt x="594324" y="0"/>
                </a:lnTo>
                <a:lnTo>
                  <a:pt x="594324" y="104122"/>
                </a:lnTo>
                <a:lnTo>
                  <a:pt x="620124" y="104122"/>
                </a:lnTo>
                <a:lnTo>
                  <a:pt x="620124" y="87306"/>
                </a:lnTo>
                <a:lnTo>
                  <a:pt x="607454" y="87306"/>
                </a:lnTo>
                <a:lnTo>
                  <a:pt x="607454" y="66804"/>
                </a:lnTo>
                <a:lnTo>
                  <a:pt x="620124" y="66804"/>
                </a:lnTo>
                <a:lnTo>
                  <a:pt x="620124" y="49296"/>
                </a:lnTo>
                <a:lnTo>
                  <a:pt x="607454" y="49296"/>
                </a:lnTo>
                <a:lnTo>
                  <a:pt x="607454" y="28794"/>
                </a:lnTo>
                <a:lnTo>
                  <a:pt x="620124" y="28794"/>
                </a:lnTo>
                <a:lnTo>
                  <a:pt x="620124" y="0"/>
                </a:lnTo>
                <a:close/>
              </a:path>
              <a:path w="835660" h="199390">
                <a:moveTo>
                  <a:pt x="594324" y="66804"/>
                </a:moveTo>
                <a:lnTo>
                  <a:pt x="548482" y="66804"/>
                </a:lnTo>
                <a:lnTo>
                  <a:pt x="548482" y="87306"/>
                </a:lnTo>
                <a:lnTo>
                  <a:pt x="594324" y="87306"/>
                </a:lnTo>
                <a:lnTo>
                  <a:pt x="594324" y="66804"/>
                </a:lnTo>
                <a:close/>
              </a:path>
              <a:path w="835660" h="199390">
                <a:moveTo>
                  <a:pt x="620124" y="66804"/>
                </a:moveTo>
                <a:lnTo>
                  <a:pt x="607454" y="66804"/>
                </a:lnTo>
                <a:lnTo>
                  <a:pt x="607454" y="87306"/>
                </a:lnTo>
                <a:lnTo>
                  <a:pt x="620124" y="87306"/>
                </a:lnTo>
                <a:lnTo>
                  <a:pt x="620124" y="66804"/>
                </a:lnTo>
                <a:close/>
              </a:path>
              <a:path w="835660" h="199390">
                <a:moveTo>
                  <a:pt x="555623" y="28794"/>
                </a:moveTo>
                <a:lnTo>
                  <a:pt x="545027" y="28794"/>
                </a:lnTo>
                <a:lnTo>
                  <a:pt x="545027" y="49296"/>
                </a:lnTo>
                <a:lnTo>
                  <a:pt x="553466" y="49296"/>
                </a:lnTo>
                <a:lnTo>
                  <a:pt x="554947" y="43710"/>
                </a:lnTo>
                <a:lnTo>
                  <a:pt x="555623" y="35705"/>
                </a:lnTo>
                <a:lnTo>
                  <a:pt x="555623" y="28794"/>
                </a:lnTo>
                <a:close/>
              </a:path>
              <a:path w="835660" h="199390">
                <a:moveTo>
                  <a:pt x="594324" y="28794"/>
                </a:moveTo>
                <a:lnTo>
                  <a:pt x="555623" y="28794"/>
                </a:lnTo>
                <a:lnTo>
                  <a:pt x="555623" y="35705"/>
                </a:lnTo>
                <a:lnTo>
                  <a:pt x="554947" y="43710"/>
                </a:lnTo>
                <a:lnTo>
                  <a:pt x="553466" y="49296"/>
                </a:lnTo>
                <a:lnTo>
                  <a:pt x="594324" y="49296"/>
                </a:lnTo>
                <a:lnTo>
                  <a:pt x="594324" y="28794"/>
                </a:lnTo>
                <a:close/>
              </a:path>
              <a:path w="835660" h="199390">
                <a:moveTo>
                  <a:pt x="620124" y="28794"/>
                </a:moveTo>
                <a:lnTo>
                  <a:pt x="607454" y="28794"/>
                </a:lnTo>
                <a:lnTo>
                  <a:pt x="607454" y="49296"/>
                </a:lnTo>
                <a:lnTo>
                  <a:pt x="620124" y="49296"/>
                </a:lnTo>
                <a:lnTo>
                  <a:pt x="620124" y="28794"/>
                </a:lnTo>
                <a:close/>
              </a:path>
              <a:path w="835660" h="199390">
                <a:moveTo>
                  <a:pt x="620124" y="112415"/>
                </a:moveTo>
                <a:lnTo>
                  <a:pt x="486976" y="112415"/>
                </a:lnTo>
                <a:lnTo>
                  <a:pt x="486976" y="132456"/>
                </a:lnTo>
                <a:lnTo>
                  <a:pt x="594324" y="132456"/>
                </a:lnTo>
                <a:lnTo>
                  <a:pt x="594324" y="145356"/>
                </a:lnTo>
                <a:lnTo>
                  <a:pt x="486746" y="145356"/>
                </a:lnTo>
                <a:lnTo>
                  <a:pt x="486746" y="197878"/>
                </a:lnTo>
                <a:lnTo>
                  <a:pt x="627956" y="197878"/>
                </a:lnTo>
                <a:lnTo>
                  <a:pt x="627956" y="177837"/>
                </a:lnTo>
                <a:lnTo>
                  <a:pt x="512777" y="177837"/>
                </a:lnTo>
                <a:lnTo>
                  <a:pt x="512777" y="164476"/>
                </a:lnTo>
                <a:lnTo>
                  <a:pt x="620124" y="164476"/>
                </a:lnTo>
                <a:lnTo>
                  <a:pt x="620124" y="112415"/>
                </a:lnTo>
                <a:close/>
              </a:path>
              <a:path w="835660" h="199390">
                <a:moveTo>
                  <a:pt x="807048" y="0"/>
                </a:moveTo>
                <a:lnTo>
                  <a:pt x="781248" y="0"/>
                </a:lnTo>
                <a:lnTo>
                  <a:pt x="781248" y="199030"/>
                </a:lnTo>
                <a:lnTo>
                  <a:pt x="807048" y="199030"/>
                </a:lnTo>
                <a:lnTo>
                  <a:pt x="807048" y="101127"/>
                </a:lnTo>
                <a:lnTo>
                  <a:pt x="794148" y="101127"/>
                </a:lnTo>
                <a:lnTo>
                  <a:pt x="794148" y="79934"/>
                </a:lnTo>
                <a:lnTo>
                  <a:pt x="807048" y="79934"/>
                </a:lnTo>
                <a:lnTo>
                  <a:pt x="807048" y="0"/>
                </a:lnTo>
                <a:close/>
              </a:path>
              <a:path w="835660" h="199390">
                <a:moveTo>
                  <a:pt x="807048" y="79934"/>
                </a:moveTo>
                <a:lnTo>
                  <a:pt x="794148" y="79934"/>
                </a:lnTo>
                <a:lnTo>
                  <a:pt x="794148" y="101127"/>
                </a:lnTo>
                <a:lnTo>
                  <a:pt x="807048" y="101127"/>
                </a:lnTo>
                <a:lnTo>
                  <a:pt x="807048" y="79934"/>
                </a:lnTo>
                <a:close/>
              </a:path>
              <a:path w="835660" h="199390">
                <a:moveTo>
                  <a:pt x="835382" y="79934"/>
                </a:moveTo>
                <a:lnTo>
                  <a:pt x="807048" y="79934"/>
                </a:lnTo>
                <a:lnTo>
                  <a:pt x="807048" y="101127"/>
                </a:lnTo>
                <a:lnTo>
                  <a:pt x="835382" y="101127"/>
                </a:lnTo>
                <a:lnTo>
                  <a:pt x="835382" y="79934"/>
                </a:lnTo>
                <a:close/>
              </a:path>
              <a:path w="835660" h="199390">
                <a:moveTo>
                  <a:pt x="685879" y="144896"/>
                </a:moveTo>
                <a:lnTo>
                  <a:pt x="645106" y="144896"/>
                </a:lnTo>
                <a:lnTo>
                  <a:pt x="645106" y="166089"/>
                </a:lnTo>
                <a:lnTo>
                  <a:pt x="685879" y="166089"/>
                </a:lnTo>
                <a:lnTo>
                  <a:pt x="697973" y="165916"/>
                </a:lnTo>
                <a:lnTo>
                  <a:pt x="746003" y="163094"/>
                </a:lnTo>
                <a:lnTo>
                  <a:pt x="775719" y="159408"/>
                </a:lnTo>
                <a:lnTo>
                  <a:pt x="775107" y="154340"/>
                </a:lnTo>
                <a:lnTo>
                  <a:pt x="685879" y="154340"/>
                </a:lnTo>
                <a:lnTo>
                  <a:pt x="685879" y="144896"/>
                </a:lnTo>
                <a:close/>
              </a:path>
              <a:path w="835660" h="199390">
                <a:moveTo>
                  <a:pt x="711679" y="82238"/>
                </a:moveTo>
                <a:lnTo>
                  <a:pt x="685879" y="82238"/>
                </a:lnTo>
                <a:lnTo>
                  <a:pt x="685879" y="154340"/>
                </a:lnTo>
                <a:lnTo>
                  <a:pt x="711679" y="154340"/>
                </a:lnTo>
                <a:lnTo>
                  <a:pt x="711679" y="144896"/>
                </a:lnTo>
                <a:lnTo>
                  <a:pt x="692636" y="144896"/>
                </a:lnTo>
                <a:lnTo>
                  <a:pt x="707820" y="144493"/>
                </a:lnTo>
                <a:lnTo>
                  <a:pt x="711679" y="144317"/>
                </a:lnTo>
                <a:lnTo>
                  <a:pt x="711679" y="82238"/>
                </a:lnTo>
                <a:close/>
              </a:path>
              <a:path w="835660" h="199390">
                <a:moveTo>
                  <a:pt x="773185" y="138446"/>
                </a:moveTo>
                <a:lnTo>
                  <a:pt x="729647" y="143283"/>
                </a:lnTo>
                <a:lnTo>
                  <a:pt x="711679" y="144317"/>
                </a:lnTo>
                <a:lnTo>
                  <a:pt x="711679" y="154340"/>
                </a:lnTo>
                <a:lnTo>
                  <a:pt x="775107" y="154340"/>
                </a:lnTo>
                <a:lnTo>
                  <a:pt x="773185" y="138446"/>
                </a:lnTo>
                <a:close/>
              </a:path>
              <a:path w="835660" h="199390">
                <a:moveTo>
                  <a:pt x="711679" y="144317"/>
                </a:moveTo>
                <a:lnTo>
                  <a:pt x="707820" y="144493"/>
                </a:lnTo>
                <a:lnTo>
                  <a:pt x="692636" y="144896"/>
                </a:lnTo>
                <a:lnTo>
                  <a:pt x="711679" y="144896"/>
                </a:lnTo>
                <a:lnTo>
                  <a:pt x="711679" y="144317"/>
                </a:lnTo>
                <a:close/>
              </a:path>
              <a:path w="835660" h="199390">
                <a:moveTo>
                  <a:pt x="760055" y="22114"/>
                </a:moveTo>
                <a:lnTo>
                  <a:pt x="655241" y="22114"/>
                </a:lnTo>
                <a:lnTo>
                  <a:pt x="655241" y="43768"/>
                </a:lnTo>
                <a:lnTo>
                  <a:pt x="734255" y="43768"/>
                </a:lnTo>
                <a:lnTo>
                  <a:pt x="734133" y="67418"/>
                </a:lnTo>
                <a:lnTo>
                  <a:pt x="734101" y="68723"/>
                </a:lnTo>
                <a:lnTo>
                  <a:pt x="733856" y="73254"/>
                </a:lnTo>
                <a:lnTo>
                  <a:pt x="733794" y="74406"/>
                </a:lnTo>
                <a:lnTo>
                  <a:pt x="733667" y="79090"/>
                </a:lnTo>
                <a:lnTo>
                  <a:pt x="733640" y="80088"/>
                </a:lnTo>
                <a:lnTo>
                  <a:pt x="733222" y="85386"/>
                </a:lnTo>
                <a:lnTo>
                  <a:pt x="733179" y="85924"/>
                </a:lnTo>
                <a:lnTo>
                  <a:pt x="732412" y="91913"/>
                </a:lnTo>
                <a:lnTo>
                  <a:pt x="731797" y="97902"/>
                </a:lnTo>
                <a:lnTo>
                  <a:pt x="730876" y="104660"/>
                </a:lnTo>
                <a:lnTo>
                  <a:pt x="729647" y="112185"/>
                </a:lnTo>
                <a:lnTo>
                  <a:pt x="755448" y="114949"/>
                </a:lnTo>
                <a:lnTo>
                  <a:pt x="756676" y="106502"/>
                </a:lnTo>
                <a:lnTo>
                  <a:pt x="757597" y="98901"/>
                </a:lnTo>
                <a:lnTo>
                  <a:pt x="758212" y="92143"/>
                </a:lnTo>
                <a:lnTo>
                  <a:pt x="758918" y="85924"/>
                </a:lnTo>
                <a:lnTo>
                  <a:pt x="759594" y="73254"/>
                </a:lnTo>
                <a:lnTo>
                  <a:pt x="759832" y="68723"/>
                </a:lnTo>
                <a:lnTo>
                  <a:pt x="759901" y="67418"/>
                </a:lnTo>
                <a:lnTo>
                  <a:pt x="760032" y="62581"/>
                </a:lnTo>
                <a:lnTo>
                  <a:pt x="760055" y="22114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67940" y="1382952"/>
            <a:ext cx="882650" cy="470534"/>
          </a:xfrm>
          <a:custGeom>
            <a:avLst/>
            <a:gdLst/>
            <a:ahLst/>
            <a:cxnLst/>
            <a:rect l="l" t="t" r="r" b="b"/>
            <a:pathLst>
              <a:path w="882650" h="470535">
                <a:moveTo>
                  <a:pt x="403464" y="0"/>
                </a:moveTo>
                <a:lnTo>
                  <a:pt x="342481" y="0"/>
                </a:lnTo>
                <a:lnTo>
                  <a:pt x="342481" y="470435"/>
                </a:lnTo>
                <a:lnTo>
                  <a:pt x="403464" y="470435"/>
                </a:lnTo>
                <a:lnTo>
                  <a:pt x="403464" y="0"/>
                </a:lnTo>
                <a:close/>
              </a:path>
              <a:path w="882650" h="470535">
                <a:moveTo>
                  <a:pt x="185669" y="39747"/>
                </a:moveTo>
                <a:lnTo>
                  <a:pt x="124687" y="39747"/>
                </a:lnTo>
                <a:lnTo>
                  <a:pt x="124687" y="121964"/>
                </a:lnTo>
                <a:lnTo>
                  <a:pt x="124023" y="140443"/>
                </a:lnTo>
                <a:lnTo>
                  <a:pt x="124006" y="140919"/>
                </a:lnTo>
                <a:lnTo>
                  <a:pt x="122056" y="158309"/>
                </a:lnTo>
                <a:lnTo>
                  <a:pt x="121964" y="159125"/>
                </a:lnTo>
                <a:lnTo>
                  <a:pt x="107331" y="209661"/>
                </a:lnTo>
                <a:lnTo>
                  <a:pt x="75683" y="259175"/>
                </a:lnTo>
                <a:lnTo>
                  <a:pt x="43422" y="293614"/>
                </a:lnTo>
                <a:lnTo>
                  <a:pt x="0" y="331591"/>
                </a:lnTo>
                <a:lnTo>
                  <a:pt x="39747" y="376239"/>
                </a:lnTo>
                <a:lnTo>
                  <a:pt x="73097" y="345748"/>
                </a:lnTo>
                <a:lnTo>
                  <a:pt x="101274" y="316346"/>
                </a:lnTo>
                <a:lnTo>
                  <a:pt x="134760" y="270609"/>
                </a:lnTo>
                <a:lnTo>
                  <a:pt x="154862" y="229819"/>
                </a:lnTo>
                <a:lnTo>
                  <a:pt x="149869" y="216705"/>
                </a:lnTo>
                <a:lnTo>
                  <a:pt x="143914" y="197648"/>
                </a:lnTo>
                <a:lnTo>
                  <a:pt x="138843" y="177502"/>
                </a:lnTo>
                <a:lnTo>
                  <a:pt x="192350" y="177502"/>
                </a:lnTo>
                <a:lnTo>
                  <a:pt x="191795" y="175562"/>
                </a:lnTo>
                <a:lnTo>
                  <a:pt x="188392" y="158309"/>
                </a:lnTo>
                <a:lnTo>
                  <a:pt x="186404" y="140919"/>
                </a:lnTo>
                <a:lnTo>
                  <a:pt x="186350" y="140443"/>
                </a:lnTo>
                <a:lnTo>
                  <a:pt x="185669" y="121964"/>
                </a:lnTo>
                <a:lnTo>
                  <a:pt x="185669" y="39747"/>
                </a:lnTo>
                <a:close/>
              </a:path>
              <a:path w="882650" h="470535">
                <a:moveTo>
                  <a:pt x="192350" y="177502"/>
                </a:moveTo>
                <a:lnTo>
                  <a:pt x="172057" y="177502"/>
                </a:lnTo>
                <a:lnTo>
                  <a:pt x="166204" y="198431"/>
                </a:lnTo>
                <a:lnTo>
                  <a:pt x="159534" y="218203"/>
                </a:lnTo>
                <a:lnTo>
                  <a:pt x="154862" y="229819"/>
                </a:lnTo>
                <a:lnTo>
                  <a:pt x="156709" y="234673"/>
                </a:lnTo>
                <a:lnTo>
                  <a:pt x="164434" y="251552"/>
                </a:lnTo>
                <a:lnTo>
                  <a:pt x="194143" y="298208"/>
                </a:lnTo>
                <a:lnTo>
                  <a:pt x="220142" y="327678"/>
                </a:lnTo>
                <a:lnTo>
                  <a:pt x="251994" y="357897"/>
                </a:lnTo>
                <a:lnTo>
                  <a:pt x="270065" y="373517"/>
                </a:lnTo>
                <a:lnTo>
                  <a:pt x="309812" y="328869"/>
                </a:lnTo>
                <a:lnTo>
                  <a:pt x="286910" y="309914"/>
                </a:lnTo>
                <a:lnTo>
                  <a:pt x="266662" y="291708"/>
                </a:lnTo>
                <a:lnTo>
                  <a:pt x="234128" y="257541"/>
                </a:lnTo>
                <a:lnTo>
                  <a:pt x="211396" y="224872"/>
                </a:lnTo>
                <a:lnTo>
                  <a:pt x="196559" y="192203"/>
                </a:lnTo>
                <a:lnTo>
                  <a:pt x="192350" y="177502"/>
                </a:lnTo>
                <a:close/>
              </a:path>
              <a:path w="882650" h="470535">
                <a:moveTo>
                  <a:pt x="172057" y="177502"/>
                </a:moveTo>
                <a:lnTo>
                  <a:pt x="138843" y="177502"/>
                </a:lnTo>
                <a:lnTo>
                  <a:pt x="143914" y="197648"/>
                </a:lnTo>
                <a:lnTo>
                  <a:pt x="149869" y="216705"/>
                </a:lnTo>
                <a:lnTo>
                  <a:pt x="154862" y="229819"/>
                </a:lnTo>
                <a:lnTo>
                  <a:pt x="159534" y="218203"/>
                </a:lnTo>
                <a:lnTo>
                  <a:pt x="166204" y="198431"/>
                </a:lnTo>
                <a:lnTo>
                  <a:pt x="172057" y="177502"/>
                </a:lnTo>
                <a:close/>
              </a:path>
              <a:path w="882650" h="470535">
                <a:moveTo>
                  <a:pt x="617145" y="309812"/>
                </a:moveTo>
                <a:lnTo>
                  <a:pt x="556163" y="309812"/>
                </a:lnTo>
                <a:lnTo>
                  <a:pt x="556163" y="467168"/>
                </a:lnTo>
                <a:lnTo>
                  <a:pt x="882310" y="467168"/>
                </a:lnTo>
                <a:lnTo>
                  <a:pt x="882310" y="417076"/>
                </a:lnTo>
                <a:lnTo>
                  <a:pt x="617145" y="417076"/>
                </a:lnTo>
                <a:lnTo>
                  <a:pt x="617145" y="309812"/>
                </a:lnTo>
                <a:close/>
              </a:path>
              <a:path w="882650" h="470535">
                <a:moveTo>
                  <a:pt x="870331" y="0"/>
                </a:moveTo>
                <a:lnTo>
                  <a:pt x="809349" y="0"/>
                </a:lnTo>
                <a:lnTo>
                  <a:pt x="809349" y="344659"/>
                </a:lnTo>
                <a:lnTo>
                  <a:pt x="870331" y="344659"/>
                </a:lnTo>
                <a:lnTo>
                  <a:pt x="870331" y="230862"/>
                </a:lnTo>
                <a:lnTo>
                  <a:pt x="840384" y="230862"/>
                </a:lnTo>
                <a:lnTo>
                  <a:pt x="840384" y="181858"/>
                </a:lnTo>
                <a:lnTo>
                  <a:pt x="870331" y="181858"/>
                </a:lnTo>
                <a:lnTo>
                  <a:pt x="870331" y="116520"/>
                </a:lnTo>
                <a:lnTo>
                  <a:pt x="840384" y="116520"/>
                </a:lnTo>
                <a:lnTo>
                  <a:pt x="840384" y="67516"/>
                </a:lnTo>
                <a:lnTo>
                  <a:pt x="870331" y="67516"/>
                </a:lnTo>
                <a:lnTo>
                  <a:pt x="870331" y="0"/>
                </a:lnTo>
                <a:close/>
              </a:path>
              <a:path w="882650" h="470535">
                <a:moveTo>
                  <a:pt x="603533" y="31580"/>
                </a:moveTo>
                <a:lnTo>
                  <a:pt x="552385" y="39543"/>
                </a:lnTo>
                <a:lnTo>
                  <a:pt x="512467" y="63023"/>
                </a:lnTo>
                <a:lnTo>
                  <a:pt x="486638" y="100287"/>
                </a:lnTo>
                <a:lnTo>
                  <a:pt x="477757" y="149189"/>
                </a:lnTo>
                <a:lnTo>
                  <a:pt x="478635" y="164877"/>
                </a:lnTo>
                <a:lnTo>
                  <a:pt x="478743" y="166817"/>
                </a:lnTo>
                <a:lnTo>
                  <a:pt x="493547" y="212349"/>
                </a:lnTo>
                <a:lnTo>
                  <a:pt x="524276" y="245631"/>
                </a:lnTo>
                <a:lnTo>
                  <a:pt x="568277" y="264347"/>
                </a:lnTo>
                <a:lnTo>
                  <a:pt x="603533" y="267887"/>
                </a:lnTo>
                <a:lnTo>
                  <a:pt x="621977" y="267002"/>
                </a:lnTo>
                <a:lnTo>
                  <a:pt x="669960" y="253730"/>
                </a:lnTo>
                <a:lnTo>
                  <a:pt x="699918" y="230862"/>
                </a:lnTo>
                <a:lnTo>
                  <a:pt x="684117" y="230862"/>
                </a:lnTo>
                <a:lnTo>
                  <a:pt x="684117" y="219427"/>
                </a:lnTo>
                <a:lnTo>
                  <a:pt x="603533" y="219427"/>
                </a:lnTo>
                <a:lnTo>
                  <a:pt x="588151" y="218270"/>
                </a:lnTo>
                <a:lnTo>
                  <a:pt x="553440" y="200915"/>
                </a:lnTo>
                <a:lnTo>
                  <a:pt x="537106" y="164877"/>
                </a:lnTo>
                <a:lnTo>
                  <a:pt x="536017" y="149189"/>
                </a:lnTo>
                <a:lnTo>
                  <a:pt x="537106" y="133535"/>
                </a:lnTo>
                <a:lnTo>
                  <a:pt x="553440" y="98007"/>
                </a:lnTo>
                <a:lnTo>
                  <a:pt x="588151" y="80651"/>
                </a:lnTo>
                <a:lnTo>
                  <a:pt x="603533" y="79494"/>
                </a:lnTo>
                <a:lnTo>
                  <a:pt x="684117" y="79494"/>
                </a:lnTo>
                <a:lnTo>
                  <a:pt x="684117" y="67516"/>
                </a:lnTo>
                <a:lnTo>
                  <a:pt x="699329" y="67516"/>
                </a:lnTo>
                <a:lnTo>
                  <a:pt x="695142" y="63023"/>
                </a:lnTo>
                <a:lnTo>
                  <a:pt x="655191" y="39543"/>
                </a:lnTo>
                <a:lnTo>
                  <a:pt x="621977" y="32465"/>
                </a:lnTo>
                <a:lnTo>
                  <a:pt x="603533" y="31580"/>
                </a:lnTo>
                <a:close/>
              </a:path>
              <a:path w="882650" h="470535">
                <a:moveTo>
                  <a:pt x="726152" y="181858"/>
                </a:moveTo>
                <a:lnTo>
                  <a:pt x="684117" y="181858"/>
                </a:lnTo>
                <a:lnTo>
                  <a:pt x="684117" y="230862"/>
                </a:lnTo>
                <a:lnTo>
                  <a:pt x="699918" y="230862"/>
                </a:lnTo>
                <a:lnTo>
                  <a:pt x="705385" y="224940"/>
                </a:lnTo>
                <a:lnTo>
                  <a:pt x="714064" y="212349"/>
                </a:lnTo>
                <a:lnTo>
                  <a:pt x="720972" y="198397"/>
                </a:lnTo>
                <a:lnTo>
                  <a:pt x="725906" y="183219"/>
                </a:lnTo>
                <a:lnTo>
                  <a:pt x="726152" y="181858"/>
                </a:lnTo>
                <a:close/>
              </a:path>
              <a:path w="882650" h="470535">
                <a:moveTo>
                  <a:pt x="809349" y="181858"/>
                </a:moveTo>
                <a:lnTo>
                  <a:pt x="726152" y="181858"/>
                </a:lnTo>
                <a:lnTo>
                  <a:pt x="725906" y="183219"/>
                </a:lnTo>
                <a:lnTo>
                  <a:pt x="720972" y="198397"/>
                </a:lnTo>
                <a:lnTo>
                  <a:pt x="714064" y="212349"/>
                </a:lnTo>
                <a:lnTo>
                  <a:pt x="705385" y="224940"/>
                </a:lnTo>
                <a:lnTo>
                  <a:pt x="699918" y="230862"/>
                </a:lnTo>
                <a:lnTo>
                  <a:pt x="809349" y="230862"/>
                </a:lnTo>
                <a:lnTo>
                  <a:pt x="809349" y="181858"/>
                </a:lnTo>
                <a:close/>
              </a:path>
              <a:path w="882650" h="470535">
                <a:moveTo>
                  <a:pt x="870331" y="181858"/>
                </a:moveTo>
                <a:lnTo>
                  <a:pt x="840384" y="181858"/>
                </a:lnTo>
                <a:lnTo>
                  <a:pt x="840384" y="230862"/>
                </a:lnTo>
                <a:lnTo>
                  <a:pt x="870331" y="230862"/>
                </a:lnTo>
                <a:lnTo>
                  <a:pt x="870331" y="181858"/>
                </a:lnTo>
                <a:close/>
              </a:path>
              <a:path w="882650" h="470535">
                <a:moveTo>
                  <a:pt x="684117" y="79494"/>
                </a:moveTo>
                <a:lnTo>
                  <a:pt x="603533" y="79494"/>
                </a:lnTo>
                <a:lnTo>
                  <a:pt x="619153" y="80651"/>
                </a:lnTo>
                <a:lnTo>
                  <a:pt x="632799" y="84122"/>
                </a:lnTo>
                <a:lnTo>
                  <a:pt x="667238" y="119786"/>
                </a:lnTo>
                <a:lnTo>
                  <a:pt x="671594" y="149189"/>
                </a:lnTo>
                <a:lnTo>
                  <a:pt x="670505" y="164877"/>
                </a:lnTo>
                <a:lnTo>
                  <a:pt x="654170" y="200915"/>
                </a:lnTo>
                <a:lnTo>
                  <a:pt x="619153" y="218270"/>
                </a:lnTo>
                <a:lnTo>
                  <a:pt x="603533" y="219427"/>
                </a:lnTo>
                <a:lnTo>
                  <a:pt x="684117" y="219427"/>
                </a:lnTo>
                <a:lnTo>
                  <a:pt x="684117" y="181858"/>
                </a:lnTo>
                <a:lnTo>
                  <a:pt x="726152" y="181858"/>
                </a:lnTo>
                <a:lnTo>
                  <a:pt x="728867" y="166817"/>
                </a:lnTo>
                <a:lnTo>
                  <a:pt x="729854" y="149189"/>
                </a:lnTo>
                <a:lnTo>
                  <a:pt x="728976" y="133535"/>
                </a:lnTo>
                <a:lnTo>
                  <a:pt x="728867" y="131595"/>
                </a:lnTo>
                <a:lnTo>
                  <a:pt x="726129" y="116520"/>
                </a:lnTo>
                <a:lnTo>
                  <a:pt x="684117" y="116520"/>
                </a:lnTo>
                <a:lnTo>
                  <a:pt x="684117" y="79494"/>
                </a:lnTo>
                <a:close/>
              </a:path>
              <a:path w="882650" h="470535">
                <a:moveTo>
                  <a:pt x="699329" y="67516"/>
                </a:moveTo>
                <a:lnTo>
                  <a:pt x="684117" y="67516"/>
                </a:lnTo>
                <a:lnTo>
                  <a:pt x="684117" y="116520"/>
                </a:lnTo>
                <a:lnTo>
                  <a:pt x="726129" y="116520"/>
                </a:lnTo>
                <a:lnTo>
                  <a:pt x="725906" y="115294"/>
                </a:lnTo>
                <a:lnTo>
                  <a:pt x="720972" y="100287"/>
                </a:lnTo>
                <a:lnTo>
                  <a:pt x="714064" y="86573"/>
                </a:lnTo>
                <a:lnTo>
                  <a:pt x="705385" y="74015"/>
                </a:lnTo>
                <a:lnTo>
                  <a:pt x="699329" y="67516"/>
                </a:lnTo>
                <a:close/>
              </a:path>
              <a:path w="882650" h="470535">
                <a:moveTo>
                  <a:pt x="809349" y="67516"/>
                </a:moveTo>
                <a:lnTo>
                  <a:pt x="699329" y="67516"/>
                </a:lnTo>
                <a:lnTo>
                  <a:pt x="705385" y="74015"/>
                </a:lnTo>
                <a:lnTo>
                  <a:pt x="714064" y="86573"/>
                </a:lnTo>
                <a:lnTo>
                  <a:pt x="720972" y="100287"/>
                </a:lnTo>
                <a:lnTo>
                  <a:pt x="725906" y="115294"/>
                </a:lnTo>
                <a:lnTo>
                  <a:pt x="726129" y="116520"/>
                </a:lnTo>
                <a:lnTo>
                  <a:pt x="809349" y="116520"/>
                </a:lnTo>
                <a:lnTo>
                  <a:pt x="809349" y="67516"/>
                </a:lnTo>
                <a:close/>
              </a:path>
              <a:path w="882650" h="470535">
                <a:moveTo>
                  <a:pt x="870331" y="67516"/>
                </a:moveTo>
                <a:lnTo>
                  <a:pt x="840384" y="67516"/>
                </a:lnTo>
                <a:lnTo>
                  <a:pt x="840384" y="116520"/>
                </a:lnTo>
                <a:lnTo>
                  <a:pt x="870331" y="116520"/>
                </a:lnTo>
                <a:lnTo>
                  <a:pt x="870331" y="67516"/>
                </a:lnTo>
                <a:close/>
              </a:path>
            </a:pathLst>
          </a:custGeom>
          <a:solidFill>
            <a:srgbClr val="0B0B0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56506" y="2136060"/>
            <a:ext cx="838200" cy="52705"/>
          </a:xfrm>
          <a:custGeom>
            <a:avLst/>
            <a:gdLst/>
            <a:ahLst/>
            <a:cxnLst/>
            <a:rect l="l" t="t" r="r" b="b"/>
            <a:pathLst>
              <a:path w="838200" h="52705">
                <a:moveTo>
                  <a:pt x="811493" y="0"/>
                </a:moveTo>
                <a:lnTo>
                  <a:pt x="26177" y="0"/>
                </a:lnTo>
                <a:lnTo>
                  <a:pt x="15987" y="2057"/>
                </a:lnTo>
                <a:lnTo>
                  <a:pt x="7667" y="7667"/>
                </a:lnTo>
                <a:lnTo>
                  <a:pt x="2057" y="15987"/>
                </a:lnTo>
                <a:lnTo>
                  <a:pt x="0" y="26177"/>
                </a:lnTo>
                <a:lnTo>
                  <a:pt x="2057" y="36366"/>
                </a:lnTo>
                <a:lnTo>
                  <a:pt x="7667" y="44687"/>
                </a:lnTo>
                <a:lnTo>
                  <a:pt x="15987" y="50297"/>
                </a:lnTo>
                <a:lnTo>
                  <a:pt x="26177" y="52354"/>
                </a:lnTo>
                <a:lnTo>
                  <a:pt x="811493" y="52354"/>
                </a:lnTo>
                <a:lnTo>
                  <a:pt x="821682" y="50297"/>
                </a:lnTo>
                <a:lnTo>
                  <a:pt x="830003" y="44687"/>
                </a:lnTo>
                <a:lnTo>
                  <a:pt x="835613" y="36366"/>
                </a:lnTo>
                <a:lnTo>
                  <a:pt x="837670" y="26177"/>
                </a:lnTo>
                <a:lnTo>
                  <a:pt x="835613" y="15987"/>
                </a:lnTo>
                <a:lnTo>
                  <a:pt x="830003" y="7667"/>
                </a:lnTo>
                <a:lnTo>
                  <a:pt x="821682" y="2057"/>
                </a:lnTo>
                <a:lnTo>
                  <a:pt x="811493" y="0"/>
                </a:lnTo>
                <a:close/>
              </a:path>
            </a:pathLst>
          </a:custGeom>
          <a:solidFill>
            <a:srgbClr val="1BAF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56499" y="10294931"/>
            <a:ext cx="17591405" cy="16510"/>
          </a:xfrm>
          <a:custGeom>
            <a:avLst/>
            <a:gdLst/>
            <a:ahLst/>
            <a:cxnLst/>
            <a:rect l="l" t="t" r="r" b="b"/>
            <a:pathLst>
              <a:path w="17591405" h="16509">
                <a:moveTo>
                  <a:pt x="17591088" y="0"/>
                </a:moveTo>
                <a:lnTo>
                  <a:pt x="0" y="0"/>
                </a:lnTo>
                <a:lnTo>
                  <a:pt x="0" y="8890"/>
                </a:lnTo>
                <a:lnTo>
                  <a:pt x="0" y="16510"/>
                </a:lnTo>
                <a:lnTo>
                  <a:pt x="17591088" y="16510"/>
                </a:lnTo>
                <a:lnTo>
                  <a:pt x="17591088" y="8890"/>
                </a:lnTo>
                <a:lnTo>
                  <a:pt x="17591088" y="0"/>
                </a:lnTo>
                <a:close/>
              </a:path>
            </a:pathLst>
          </a:custGeom>
          <a:solidFill>
            <a:srgbClr val="EEED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50685" y="10471932"/>
            <a:ext cx="560705" cy="178435"/>
          </a:xfrm>
          <a:custGeom>
            <a:avLst/>
            <a:gdLst/>
            <a:ahLst/>
            <a:cxnLst/>
            <a:rect l="l" t="t" r="r" b="b"/>
            <a:pathLst>
              <a:path w="560705" h="178434">
                <a:moveTo>
                  <a:pt x="54658" y="18428"/>
                </a:moveTo>
                <a:lnTo>
                  <a:pt x="36857" y="18428"/>
                </a:lnTo>
                <a:lnTo>
                  <a:pt x="46281" y="19894"/>
                </a:lnTo>
                <a:lnTo>
                  <a:pt x="36857" y="26162"/>
                </a:lnTo>
                <a:lnTo>
                  <a:pt x="36857" y="156015"/>
                </a:lnTo>
                <a:lnTo>
                  <a:pt x="54658" y="156015"/>
                </a:lnTo>
                <a:lnTo>
                  <a:pt x="54658" y="18428"/>
                </a:lnTo>
                <a:close/>
              </a:path>
              <a:path w="560705" h="178434">
                <a:moveTo>
                  <a:pt x="54658" y="7957"/>
                </a:moveTo>
                <a:lnTo>
                  <a:pt x="36648" y="7957"/>
                </a:lnTo>
                <a:lnTo>
                  <a:pt x="0" y="32668"/>
                </a:lnTo>
                <a:lnTo>
                  <a:pt x="0" y="50678"/>
                </a:lnTo>
                <a:lnTo>
                  <a:pt x="36857" y="26162"/>
                </a:lnTo>
                <a:lnTo>
                  <a:pt x="36857" y="18428"/>
                </a:lnTo>
                <a:lnTo>
                  <a:pt x="54658" y="18428"/>
                </a:lnTo>
                <a:lnTo>
                  <a:pt x="54658" y="7957"/>
                </a:lnTo>
                <a:close/>
              </a:path>
              <a:path w="560705" h="178434">
                <a:moveTo>
                  <a:pt x="36857" y="18428"/>
                </a:moveTo>
                <a:lnTo>
                  <a:pt x="36857" y="26162"/>
                </a:lnTo>
                <a:lnTo>
                  <a:pt x="46281" y="19894"/>
                </a:lnTo>
                <a:lnTo>
                  <a:pt x="36857" y="18428"/>
                </a:lnTo>
                <a:close/>
              </a:path>
              <a:path w="560705" h="178434">
                <a:moveTo>
                  <a:pt x="154190" y="5863"/>
                </a:moveTo>
                <a:lnTo>
                  <a:pt x="113825" y="25077"/>
                </a:lnTo>
                <a:lnTo>
                  <a:pt x="101547" y="69748"/>
                </a:lnTo>
                <a:lnTo>
                  <a:pt x="101207" y="81882"/>
                </a:lnTo>
                <a:lnTo>
                  <a:pt x="101534" y="93936"/>
                </a:lnTo>
                <a:lnTo>
                  <a:pt x="109558" y="131932"/>
                </a:lnTo>
                <a:lnTo>
                  <a:pt x="145290" y="157573"/>
                </a:lnTo>
                <a:lnTo>
                  <a:pt x="154190" y="158110"/>
                </a:lnTo>
                <a:lnTo>
                  <a:pt x="163169" y="157573"/>
                </a:lnTo>
                <a:lnTo>
                  <a:pt x="191909" y="142613"/>
                </a:lnTo>
                <a:lnTo>
                  <a:pt x="154190" y="142613"/>
                </a:lnTo>
                <a:lnTo>
                  <a:pt x="145433" y="141710"/>
                </a:lnTo>
                <a:lnTo>
                  <a:pt x="121207" y="109263"/>
                </a:lnTo>
                <a:lnTo>
                  <a:pt x="119217" y="81882"/>
                </a:lnTo>
                <a:lnTo>
                  <a:pt x="119637" y="69748"/>
                </a:lnTo>
                <a:lnTo>
                  <a:pt x="119727" y="67144"/>
                </a:lnTo>
                <a:lnTo>
                  <a:pt x="132122" y="29396"/>
                </a:lnTo>
                <a:lnTo>
                  <a:pt x="154190" y="21151"/>
                </a:lnTo>
                <a:lnTo>
                  <a:pt x="191763" y="21151"/>
                </a:lnTo>
                <a:lnTo>
                  <a:pt x="190236" y="19252"/>
                </a:lnTo>
                <a:lnTo>
                  <a:pt x="184765" y="14449"/>
                </a:lnTo>
                <a:lnTo>
                  <a:pt x="178456" y="10693"/>
                </a:lnTo>
                <a:lnTo>
                  <a:pt x="171257" y="8010"/>
                </a:lnTo>
                <a:lnTo>
                  <a:pt x="163169" y="6400"/>
                </a:lnTo>
                <a:lnTo>
                  <a:pt x="154190" y="5863"/>
                </a:lnTo>
                <a:close/>
              </a:path>
              <a:path w="560705" h="178434">
                <a:moveTo>
                  <a:pt x="191763" y="21151"/>
                </a:moveTo>
                <a:lnTo>
                  <a:pt x="154190" y="21151"/>
                </a:lnTo>
                <a:lnTo>
                  <a:pt x="163129" y="22067"/>
                </a:lnTo>
                <a:lnTo>
                  <a:pt x="170681" y="24815"/>
                </a:lnTo>
                <a:lnTo>
                  <a:pt x="189280" y="67144"/>
                </a:lnTo>
                <a:lnTo>
                  <a:pt x="189791" y="81882"/>
                </a:lnTo>
                <a:lnTo>
                  <a:pt x="189374" y="93936"/>
                </a:lnTo>
                <a:lnTo>
                  <a:pt x="189280" y="96632"/>
                </a:lnTo>
                <a:lnTo>
                  <a:pt x="176846" y="134485"/>
                </a:lnTo>
                <a:lnTo>
                  <a:pt x="154190" y="142613"/>
                </a:lnTo>
                <a:lnTo>
                  <a:pt x="191909" y="142613"/>
                </a:lnTo>
                <a:lnTo>
                  <a:pt x="194796" y="139000"/>
                </a:lnTo>
                <a:lnTo>
                  <a:pt x="194922" y="138843"/>
                </a:lnTo>
                <a:lnTo>
                  <a:pt x="198822" y="131932"/>
                </a:lnTo>
                <a:lnTo>
                  <a:pt x="207238" y="93936"/>
                </a:lnTo>
                <a:lnTo>
                  <a:pt x="207591" y="81882"/>
                </a:lnTo>
                <a:lnTo>
                  <a:pt x="207238" y="69748"/>
                </a:lnTo>
                <a:lnTo>
                  <a:pt x="198822" y="31922"/>
                </a:lnTo>
                <a:lnTo>
                  <a:pt x="194922" y="25077"/>
                </a:lnTo>
                <a:lnTo>
                  <a:pt x="191763" y="21151"/>
                </a:lnTo>
                <a:close/>
              </a:path>
              <a:path w="560705" h="178434">
                <a:moveTo>
                  <a:pt x="337348" y="0"/>
                </a:moveTo>
                <a:lnTo>
                  <a:pt x="320804" y="0"/>
                </a:lnTo>
                <a:lnTo>
                  <a:pt x="272638" y="178214"/>
                </a:lnTo>
                <a:lnTo>
                  <a:pt x="289182" y="178214"/>
                </a:lnTo>
                <a:lnTo>
                  <a:pt x="337348" y="0"/>
                </a:lnTo>
                <a:close/>
              </a:path>
              <a:path w="560705" h="178434">
                <a:moveTo>
                  <a:pt x="458154" y="18428"/>
                </a:moveTo>
                <a:lnTo>
                  <a:pt x="440355" y="18428"/>
                </a:lnTo>
                <a:lnTo>
                  <a:pt x="449779" y="19894"/>
                </a:lnTo>
                <a:lnTo>
                  <a:pt x="440355" y="26162"/>
                </a:lnTo>
                <a:lnTo>
                  <a:pt x="440355" y="156015"/>
                </a:lnTo>
                <a:lnTo>
                  <a:pt x="458154" y="156015"/>
                </a:lnTo>
                <a:lnTo>
                  <a:pt x="458154" y="18428"/>
                </a:lnTo>
                <a:close/>
              </a:path>
              <a:path w="560705" h="178434">
                <a:moveTo>
                  <a:pt x="458154" y="7957"/>
                </a:moveTo>
                <a:lnTo>
                  <a:pt x="440145" y="7957"/>
                </a:lnTo>
                <a:lnTo>
                  <a:pt x="403497" y="32668"/>
                </a:lnTo>
                <a:lnTo>
                  <a:pt x="403497" y="50678"/>
                </a:lnTo>
                <a:lnTo>
                  <a:pt x="440355" y="26162"/>
                </a:lnTo>
                <a:lnTo>
                  <a:pt x="440355" y="18428"/>
                </a:lnTo>
                <a:lnTo>
                  <a:pt x="458154" y="18428"/>
                </a:lnTo>
                <a:lnTo>
                  <a:pt x="458154" y="7957"/>
                </a:lnTo>
                <a:close/>
              </a:path>
              <a:path w="560705" h="178434">
                <a:moveTo>
                  <a:pt x="440355" y="18428"/>
                </a:moveTo>
                <a:lnTo>
                  <a:pt x="440355" y="26162"/>
                </a:lnTo>
                <a:lnTo>
                  <a:pt x="449779" y="19894"/>
                </a:lnTo>
                <a:lnTo>
                  <a:pt x="440355" y="18428"/>
                </a:lnTo>
                <a:close/>
              </a:path>
              <a:path w="560705" h="178434">
                <a:moveTo>
                  <a:pt x="560410" y="18428"/>
                </a:moveTo>
                <a:lnTo>
                  <a:pt x="542609" y="18428"/>
                </a:lnTo>
                <a:lnTo>
                  <a:pt x="552033" y="19894"/>
                </a:lnTo>
                <a:lnTo>
                  <a:pt x="542609" y="26162"/>
                </a:lnTo>
                <a:lnTo>
                  <a:pt x="542609" y="156015"/>
                </a:lnTo>
                <a:lnTo>
                  <a:pt x="560410" y="156015"/>
                </a:lnTo>
                <a:lnTo>
                  <a:pt x="560410" y="18428"/>
                </a:lnTo>
                <a:close/>
              </a:path>
              <a:path w="560705" h="178434">
                <a:moveTo>
                  <a:pt x="560410" y="7957"/>
                </a:moveTo>
                <a:lnTo>
                  <a:pt x="542400" y="7957"/>
                </a:lnTo>
                <a:lnTo>
                  <a:pt x="505752" y="32668"/>
                </a:lnTo>
                <a:lnTo>
                  <a:pt x="505752" y="50678"/>
                </a:lnTo>
                <a:lnTo>
                  <a:pt x="542609" y="26162"/>
                </a:lnTo>
                <a:lnTo>
                  <a:pt x="542609" y="18428"/>
                </a:lnTo>
                <a:lnTo>
                  <a:pt x="560410" y="18428"/>
                </a:lnTo>
                <a:lnTo>
                  <a:pt x="560410" y="7957"/>
                </a:lnTo>
                <a:close/>
              </a:path>
              <a:path w="560705" h="178434">
                <a:moveTo>
                  <a:pt x="542609" y="18428"/>
                </a:moveTo>
                <a:lnTo>
                  <a:pt x="542609" y="26162"/>
                </a:lnTo>
                <a:lnTo>
                  <a:pt x="552033" y="19894"/>
                </a:lnTo>
                <a:lnTo>
                  <a:pt x="542609" y="18428"/>
                </a:lnTo>
                <a:close/>
              </a:path>
            </a:pathLst>
          </a:custGeom>
          <a:solidFill>
            <a:srgbClr val="C9C8C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영상">
            <a:hlinkClick r:id="" action="ppaction://media"/>
            <a:extLst>
              <a:ext uri="{FF2B5EF4-FFF2-40B4-BE49-F238E27FC236}">
                <a16:creationId xmlns:a16="http://schemas.microsoft.com/office/drawing/2014/main" id="{FCCCD7F4-0EFA-DD20-399F-745308EF2AE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60598" y="854828"/>
            <a:ext cx="16495928" cy="92796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45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65720" y="980975"/>
            <a:ext cx="776605" cy="199390"/>
          </a:xfrm>
          <a:custGeom>
            <a:avLst/>
            <a:gdLst/>
            <a:ahLst/>
            <a:cxnLst/>
            <a:rect l="l" t="t" r="r" b="b"/>
            <a:pathLst>
              <a:path w="776605" h="199390">
                <a:moveTo>
                  <a:pt x="166319" y="0"/>
                </a:moveTo>
                <a:lnTo>
                  <a:pt x="140749" y="0"/>
                </a:lnTo>
                <a:lnTo>
                  <a:pt x="140749" y="199030"/>
                </a:lnTo>
                <a:lnTo>
                  <a:pt x="166319" y="199030"/>
                </a:lnTo>
                <a:lnTo>
                  <a:pt x="166319" y="0"/>
                </a:lnTo>
                <a:close/>
              </a:path>
              <a:path w="776605" h="199390">
                <a:moveTo>
                  <a:pt x="104122" y="20732"/>
                </a:moveTo>
                <a:lnTo>
                  <a:pt x="8984" y="20732"/>
                </a:lnTo>
                <a:lnTo>
                  <a:pt x="8984" y="42155"/>
                </a:lnTo>
                <a:lnTo>
                  <a:pt x="78322" y="42155"/>
                </a:lnTo>
                <a:lnTo>
                  <a:pt x="78322" y="64500"/>
                </a:lnTo>
                <a:lnTo>
                  <a:pt x="58511" y="101358"/>
                </a:lnTo>
                <a:lnTo>
                  <a:pt x="26304" y="127863"/>
                </a:lnTo>
                <a:lnTo>
                  <a:pt x="0" y="143974"/>
                </a:lnTo>
                <a:lnTo>
                  <a:pt x="11287" y="164937"/>
                </a:lnTo>
                <a:lnTo>
                  <a:pt x="51370" y="139597"/>
                </a:lnTo>
                <a:lnTo>
                  <a:pt x="80395" y="112876"/>
                </a:lnTo>
                <a:lnTo>
                  <a:pt x="100753" y="77343"/>
                </a:lnTo>
                <a:lnTo>
                  <a:pt x="104122" y="54364"/>
                </a:lnTo>
                <a:lnTo>
                  <a:pt x="104122" y="20732"/>
                </a:lnTo>
                <a:close/>
              </a:path>
              <a:path w="776605" h="199390">
                <a:moveTo>
                  <a:pt x="369599" y="1151"/>
                </a:moveTo>
                <a:lnTo>
                  <a:pt x="344950" y="1151"/>
                </a:lnTo>
                <a:lnTo>
                  <a:pt x="344950" y="198109"/>
                </a:lnTo>
                <a:lnTo>
                  <a:pt x="369599" y="198109"/>
                </a:lnTo>
                <a:lnTo>
                  <a:pt x="369599" y="95829"/>
                </a:lnTo>
                <a:lnTo>
                  <a:pt x="355777" y="95829"/>
                </a:lnTo>
                <a:lnTo>
                  <a:pt x="355777" y="74636"/>
                </a:lnTo>
                <a:lnTo>
                  <a:pt x="369599" y="74636"/>
                </a:lnTo>
                <a:lnTo>
                  <a:pt x="369599" y="1151"/>
                </a:lnTo>
                <a:close/>
              </a:path>
              <a:path w="776605" h="199390">
                <a:moveTo>
                  <a:pt x="324909" y="3225"/>
                </a:moveTo>
                <a:lnTo>
                  <a:pt x="300491" y="3225"/>
                </a:lnTo>
                <a:lnTo>
                  <a:pt x="300491" y="190276"/>
                </a:lnTo>
                <a:lnTo>
                  <a:pt x="324909" y="190276"/>
                </a:lnTo>
                <a:lnTo>
                  <a:pt x="324909" y="95829"/>
                </a:lnTo>
                <a:lnTo>
                  <a:pt x="310627" y="95829"/>
                </a:lnTo>
                <a:lnTo>
                  <a:pt x="310627" y="74636"/>
                </a:lnTo>
                <a:lnTo>
                  <a:pt x="324909" y="74636"/>
                </a:lnTo>
                <a:lnTo>
                  <a:pt x="324909" y="3225"/>
                </a:lnTo>
                <a:close/>
              </a:path>
              <a:path w="776605" h="199390">
                <a:moveTo>
                  <a:pt x="324909" y="74636"/>
                </a:moveTo>
                <a:lnTo>
                  <a:pt x="310627" y="74636"/>
                </a:lnTo>
                <a:lnTo>
                  <a:pt x="310627" y="95829"/>
                </a:lnTo>
                <a:lnTo>
                  <a:pt x="324909" y="95829"/>
                </a:lnTo>
                <a:lnTo>
                  <a:pt x="324909" y="74636"/>
                </a:lnTo>
                <a:close/>
              </a:path>
              <a:path w="776605" h="199390">
                <a:moveTo>
                  <a:pt x="344950" y="74636"/>
                </a:moveTo>
                <a:lnTo>
                  <a:pt x="324909" y="74636"/>
                </a:lnTo>
                <a:lnTo>
                  <a:pt x="324909" y="95829"/>
                </a:lnTo>
                <a:lnTo>
                  <a:pt x="344950" y="95829"/>
                </a:lnTo>
                <a:lnTo>
                  <a:pt x="344950" y="74636"/>
                </a:lnTo>
                <a:close/>
              </a:path>
              <a:path w="776605" h="199390">
                <a:moveTo>
                  <a:pt x="369599" y="74636"/>
                </a:moveTo>
                <a:lnTo>
                  <a:pt x="355777" y="74636"/>
                </a:lnTo>
                <a:lnTo>
                  <a:pt x="355777" y="95829"/>
                </a:lnTo>
                <a:lnTo>
                  <a:pt x="369599" y="95829"/>
                </a:lnTo>
                <a:lnTo>
                  <a:pt x="369599" y="74636"/>
                </a:lnTo>
                <a:close/>
              </a:path>
              <a:path w="776605" h="199390">
                <a:moveTo>
                  <a:pt x="279759" y="23957"/>
                </a:moveTo>
                <a:lnTo>
                  <a:pt x="203510" y="23957"/>
                </a:lnTo>
                <a:lnTo>
                  <a:pt x="203510" y="148121"/>
                </a:lnTo>
                <a:lnTo>
                  <a:pt x="242901" y="148121"/>
                </a:lnTo>
                <a:lnTo>
                  <a:pt x="250042" y="147967"/>
                </a:lnTo>
                <a:lnTo>
                  <a:pt x="289664" y="143744"/>
                </a:lnTo>
                <a:lnTo>
                  <a:pt x="288132" y="126697"/>
                </a:lnTo>
                <a:lnTo>
                  <a:pt x="229079" y="126697"/>
                </a:lnTo>
                <a:lnTo>
                  <a:pt x="229079" y="44920"/>
                </a:lnTo>
                <a:lnTo>
                  <a:pt x="279759" y="44920"/>
                </a:lnTo>
                <a:lnTo>
                  <a:pt x="279759" y="23957"/>
                </a:lnTo>
                <a:close/>
              </a:path>
              <a:path w="776605" h="199390">
                <a:moveTo>
                  <a:pt x="287821" y="123242"/>
                </a:moveTo>
                <a:lnTo>
                  <a:pt x="243592" y="126697"/>
                </a:lnTo>
                <a:lnTo>
                  <a:pt x="288132" y="126697"/>
                </a:lnTo>
                <a:lnTo>
                  <a:pt x="288049" y="125776"/>
                </a:lnTo>
                <a:lnTo>
                  <a:pt x="287980" y="125008"/>
                </a:lnTo>
                <a:lnTo>
                  <a:pt x="287904" y="124163"/>
                </a:lnTo>
                <a:lnTo>
                  <a:pt x="287821" y="123242"/>
                </a:lnTo>
                <a:close/>
              </a:path>
              <a:path w="776605" h="199390">
                <a:moveTo>
                  <a:pt x="437888" y="158948"/>
                </a:moveTo>
                <a:lnTo>
                  <a:pt x="392277" y="158948"/>
                </a:lnTo>
                <a:lnTo>
                  <a:pt x="392277" y="180371"/>
                </a:lnTo>
                <a:lnTo>
                  <a:pt x="575643" y="180371"/>
                </a:lnTo>
                <a:lnTo>
                  <a:pt x="575643" y="167932"/>
                </a:lnTo>
                <a:lnTo>
                  <a:pt x="437888" y="167932"/>
                </a:lnTo>
                <a:lnTo>
                  <a:pt x="437888" y="158948"/>
                </a:lnTo>
                <a:close/>
              </a:path>
              <a:path w="776605" h="199390">
                <a:moveTo>
                  <a:pt x="437888" y="130910"/>
                </a:moveTo>
                <a:lnTo>
                  <a:pt x="437888" y="167932"/>
                </a:lnTo>
                <a:lnTo>
                  <a:pt x="463918" y="167932"/>
                </a:lnTo>
                <a:lnTo>
                  <a:pt x="463918" y="137832"/>
                </a:lnTo>
                <a:lnTo>
                  <a:pt x="456777" y="136891"/>
                </a:lnTo>
                <a:lnTo>
                  <a:pt x="445605" y="134083"/>
                </a:lnTo>
                <a:lnTo>
                  <a:pt x="437888" y="130910"/>
                </a:lnTo>
                <a:close/>
              </a:path>
              <a:path w="776605" h="199390">
                <a:moveTo>
                  <a:pt x="504001" y="158948"/>
                </a:moveTo>
                <a:lnTo>
                  <a:pt x="463918" y="158948"/>
                </a:lnTo>
                <a:lnTo>
                  <a:pt x="463918" y="167932"/>
                </a:lnTo>
                <a:lnTo>
                  <a:pt x="504001" y="167932"/>
                </a:lnTo>
                <a:lnTo>
                  <a:pt x="504001" y="158948"/>
                </a:lnTo>
                <a:close/>
              </a:path>
              <a:path w="776605" h="199390">
                <a:moveTo>
                  <a:pt x="530032" y="130910"/>
                </a:moveTo>
                <a:lnTo>
                  <a:pt x="522314" y="134083"/>
                </a:lnTo>
                <a:lnTo>
                  <a:pt x="511142" y="136891"/>
                </a:lnTo>
                <a:lnTo>
                  <a:pt x="504001" y="137832"/>
                </a:lnTo>
                <a:lnTo>
                  <a:pt x="504001" y="167932"/>
                </a:lnTo>
                <a:lnTo>
                  <a:pt x="530032" y="167932"/>
                </a:lnTo>
                <a:lnTo>
                  <a:pt x="530032" y="130910"/>
                </a:lnTo>
                <a:close/>
              </a:path>
              <a:path w="776605" h="199390">
                <a:moveTo>
                  <a:pt x="575643" y="158948"/>
                </a:moveTo>
                <a:lnTo>
                  <a:pt x="530032" y="158948"/>
                </a:lnTo>
                <a:lnTo>
                  <a:pt x="530032" y="167932"/>
                </a:lnTo>
                <a:lnTo>
                  <a:pt x="575643" y="167932"/>
                </a:lnTo>
                <a:lnTo>
                  <a:pt x="575643" y="158948"/>
                </a:lnTo>
                <a:close/>
              </a:path>
              <a:path w="776605" h="199390">
                <a:moveTo>
                  <a:pt x="504001" y="124394"/>
                </a:moveTo>
                <a:lnTo>
                  <a:pt x="463918" y="124394"/>
                </a:lnTo>
                <a:lnTo>
                  <a:pt x="463918" y="137832"/>
                </a:lnTo>
                <a:lnTo>
                  <a:pt x="469562" y="138575"/>
                </a:lnTo>
                <a:lnTo>
                  <a:pt x="483960" y="139137"/>
                </a:lnTo>
                <a:lnTo>
                  <a:pt x="498357" y="138575"/>
                </a:lnTo>
                <a:lnTo>
                  <a:pt x="504001" y="137832"/>
                </a:lnTo>
                <a:lnTo>
                  <a:pt x="504001" y="124394"/>
                </a:lnTo>
                <a:close/>
              </a:path>
              <a:path w="776605" h="199390">
                <a:moveTo>
                  <a:pt x="463918" y="124394"/>
                </a:moveTo>
                <a:lnTo>
                  <a:pt x="437888" y="124394"/>
                </a:lnTo>
                <a:lnTo>
                  <a:pt x="437888" y="130910"/>
                </a:lnTo>
                <a:lnTo>
                  <a:pt x="445605" y="134083"/>
                </a:lnTo>
                <a:lnTo>
                  <a:pt x="456777" y="136891"/>
                </a:lnTo>
                <a:lnTo>
                  <a:pt x="463918" y="137832"/>
                </a:lnTo>
                <a:lnTo>
                  <a:pt x="463918" y="124394"/>
                </a:lnTo>
                <a:close/>
              </a:path>
              <a:path w="776605" h="199390">
                <a:moveTo>
                  <a:pt x="530032" y="124394"/>
                </a:moveTo>
                <a:lnTo>
                  <a:pt x="504001" y="124394"/>
                </a:lnTo>
                <a:lnTo>
                  <a:pt x="504001" y="137832"/>
                </a:lnTo>
                <a:lnTo>
                  <a:pt x="511142" y="136891"/>
                </a:lnTo>
                <a:lnTo>
                  <a:pt x="522314" y="134083"/>
                </a:lnTo>
                <a:lnTo>
                  <a:pt x="530032" y="130910"/>
                </a:lnTo>
                <a:lnTo>
                  <a:pt x="530032" y="124394"/>
                </a:lnTo>
                <a:close/>
              </a:path>
              <a:path w="776605" h="199390">
                <a:moveTo>
                  <a:pt x="483960" y="66343"/>
                </a:moveTo>
                <a:lnTo>
                  <a:pt x="445605" y="71526"/>
                </a:lnTo>
                <a:lnTo>
                  <a:pt x="418538" y="102740"/>
                </a:lnTo>
                <a:lnTo>
                  <a:pt x="419632" y="111278"/>
                </a:lnTo>
                <a:lnTo>
                  <a:pt x="422914" y="118692"/>
                </a:lnTo>
                <a:lnTo>
                  <a:pt x="428385" y="124984"/>
                </a:lnTo>
                <a:lnTo>
                  <a:pt x="436045" y="130153"/>
                </a:lnTo>
                <a:lnTo>
                  <a:pt x="437888" y="130910"/>
                </a:lnTo>
                <a:lnTo>
                  <a:pt x="437888" y="124394"/>
                </a:lnTo>
                <a:lnTo>
                  <a:pt x="540155" y="124394"/>
                </a:lnTo>
                <a:lnTo>
                  <a:pt x="544619" y="119326"/>
                </a:lnTo>
                <a:lnTo>
                  <a:pt x="483960" y="119326"/>
                </a:lnTo>
                <a:lnTo>
                  <a:pt x="474745" y="119067"/>
                </a:lnTo>
                <a:lnTo>
                  <a:pt x="443647" y="108115"/>
                </a:lnTo>
                <a:lnTo>
                  <a:pt x="443647" y="97365"/>
                </a:lnTo>
                <a:lnTo>
                  <a:pt x="483960" y="86154"/>
                </a:lnTo>
                <a:lnTo>
                  <a:pt x="544462" y="86154"/>
                </a:lnTo>
                <a:lnTo>
                  <a:pt x="539634" y="80712"/>
                </a:lnTo>
                <a:lnTo>
                  <a:pt x="531874" y="75557"/>
                </a:lnTo>
                <a:lnTo>
                  <a:pt x="522314" y="71526"/>
                </a:lnTo>
                <a:lnTo>
                  <a:pt x="511142" y="68647"/>
                </a:lnTo>
                <a:lnTo>
                  <a:pt x="498357" y="66919"/>
                </a:lnTo>
                <a:lnTo>
                  <a:pt x="483960" y="66343"/>
                </a:lnTo>
                <a:close/>
              </a:path>
              <a:path w="776605" h="199390">
                <a:moveTo>
                  <a:pt x="540155" y="124394"/>
                </a:moveTo>
                <a:lnTo>
                  <a:pt x="530032" y="124394"/>
                </a:lnTo>
                <a:lnTo>
                  <a:pt x="530032" y="130910"/>
                </a:lnTo>
                <a:lnTo>
                  <a:pt x="531874" y="130153"/>
                </a:lnTo>
                <a:lnTo>
                  <a:pt x="539634" y="124984"/>
                </a:lnTo>
                <a:lnTo>
                  <a:pt x="540155" y="124394"/>
                </a:lnTo>
                <a:close/>
              </a:path>
              <a:path w="776605" h="199390">
                <a:moveTo>
                  <a:pt x="544462" y="86154"/>
                </a:moveTo>
                <a:lnTo>
                  <a:pt x="483960" y="86154"/>
                </a:lnTo>
                <a:lnTo>
                  <a:pt x="493260" y="86428"/>
                </a:lnTo>
                <a:lnTo>
                  <a:pt x="501352" y="87248"/>
                </a:lnTo>
                <a:lnTo>
                  <a:pt x="508234" y="88616"/>
                </a:lnTo>
                <a:lnTo>
                  <a:pt x="513906" y="90531"/>
                </a:lnTo>
                <a:lnTo>
                  <a:pt x="520817" y="93295"/>
                </a:lnTo>
                <a:lnTo>
                  <a:pt x="524273" y="97365"/>
                </a:lnTo>
                <a:lnTo>
                  <a:pt x="524273" y="108115"/>
                </a:lnTo>
                <a:lnTo>
                  <a:pt x="483960" y="119326"/>
                </a:lnTo>
                <a:lnTo>
                  <a:pt x="544619" y="119326"/>
                </a:lnTo>
                <a:lnTo>
                  <a:pt x="545178" y="118692"/>
                </a:lnTo>
                <a:lnTo>
                  <a:pt x="548503" y="111278"/>
                </a:lnTo>
                <a:lnTo>
                  <a:pt x="549612" y="102740"/>
                </a:lnTo>
                <a:lnTo>
                  <a:pt x="548503" y="94303"/>
                </a:lnTo>
                <a:lnTo>
                  <a:pt x="545178" y="86960"/>
                </a:lnTo>
                <a:lnTo>
                  <a:pt x="544462" y="86154"/>
                </a:lnTo>
                <a:close/>
              </a:path>
              <a:path w="776605" h="199390">
                <a:moveTo>
                  <a:pt x="565046" y="38239"/>
                </a:moveTo>
                <a:lnTo>
                  <a:pt x="403103" y="38239"/>
                </a:lnTo>
                <a:lnTo>
                  <a:pt x="403103" y="58280"/>
                </a:lnTo>
                <a:lnTo>
                  <a:pt x="565046" y="58280"/>
                </a:lnTo>
                <a:lnTo>
                  <a:pt x="565046" y="38239"/>
                </a:lnTo>
                <a:close/>
              </a:path>
              <a:path w="776605" h="199390">
                <a:moveTo>
                  <a:pt x="525424" y="6910"/>
                </a:moveTo>
                <a:lnTo>
                  <a:pt x="442495" y="6910"/>
                </a:lnTo>
                <a:lnTo>
                  <a:pt x="442495" y="27182"/>
                </a:lnTo>
                <a:lnTo>
                  <a:pt x="525424" y="27182"/>
                </a:lnTo>
                <a:lnTo>
                  <a:pt x="525424" y="6910"/>
                </a:lnTo>
                <a:close/>
              </a:path>
              <a:path w="776605" h="199390">
                <a:moveTo>
                  <a:pt x="748054" y="0"/>
                </a:moveTo>
                <a:lnTo>
                  <a:pt x="722254" y="0"/>
                </a:lnTo>
                <a:lnTo>
                  <a:pt x="722254" y="199030"/>
                </a:lnTo>
                <a:lnTo>
                  <a:pt x="748054" y="199030"/>
                </a:lnTo>
                <a:lnTo>
                  <a:pt x="748054" y="101127"/>
                </a:lnTo>
                <a:lnTo>
                  <a:pt x="735154" y="101127"/>
                </a:lnTo>
                <a:lnTo>
                  <a:pt x="735154" y="79934"/>
                </a:lnTo>
                <a:lnTo>
                  <a:pt x="748054" y="79934"/>
                </a:lnTo>
                <a:lnTo>
                  <a:pt x="748054" y="0"/>
                </a:lnTo>
                <a:close/>
              </a:path>
              <a:path w="776605" h="199390">
                <a:moveTo>
                  <a:pt x="748054" y="79934"/>
                </a:moveTo>
                <a:lnTo>
                  <a:pt x="735154" y="79934"/>
                </a:lnTo>
                <a:lnTo>
                  <a:pt x="735154" y="101127"/>
                </a:lnTo>
                <a:lnTo>
                  <a:pt x="748054" y="101127"/>
                </a:lnTo>
                <a:lnTo>
                  <a:pt x="748054" y="79934"/>
                </a:lnTo>
                <a:close/>
              </a:path>
              <a:path w="776605" h="199390">
                <a:moveTo>
                  <a:pt x="776388" y="79934"/>
                </a:moveTo>
                <a:lnTo>
                  <a:pt x="748054" y="79934"/>
                </a:lnTo>
                <a:lnTo>
                  <a:pt x="748054" y="101127"/>
                </a:lnTo>
                <a:lnTo>
                  <a:pt x="776388" y="101127"/>
                </a:lnTo>
                <a:lnTo>
                  <a:pt x="776388" y="79934"/>
                </a:lnTo>
                <a:close/>
              </a:path>
              <a:path w="776605" h="199390">
                <a:moveTo>
                  <a:pt x="626885" y="144896"/>
                </a:moveTo>
                <a:lnTo>
                  <a:pt x="586111" y="144896"/>
                </a:lnTo>
                <a:lnTo>
                  <a:pt x="586111" y="166089"/>
                </a:lnTo>
                <a:lnTo>
                  <a:pt x="626885" y="166089"/>
                </a:lnTo>
                <a:lnTo>
                  <a:pt x="638979" y="165916"/>
                </a:lnTo>
                <a:lnTo>
                  <a:pt x="687009" y="163094"/>
                </a:lnTo>
                <a:lnTo>
                  <a:pt x="716725" y="159408"/>
                </a:lnTo>
                <a:lnTo>
                  <a:pt x="716113" y="154340"/>
                </a:lnTo>
                <a:lnTo>
                  <a:pt x="626885" y="154340"/>
                </a:lnTo>
                <a:lnTo>
                  <a:pt x="626885" y="144896"/>
                </a:lnTo>
                <a:close/>
              </a:path>
              <a:path w="776605" h="199390">
                <a:moveTo>
                  <a:pt x="652685" y="82238"/>
                </a:moveTo>
                <a:lnTo>
                  <a:pt x="626885" y="82238"/>
                </a:lnTo>
                <a:lnTo>
                  <a:pt x="626885" y="154340"/>
                </a:lnTo>
                <a:lnTo>
                  <a:pt x="652685" y="154340"/>
                </a:lnTo>
                <a:lnTo>
                  <a:pt x="652685" y="144896"/>
                </a:lnTo>
                <a:lnTo>
                  <a:pt x="633642" y="144896"/>
                </a:lnTo>
                <a:lnTo>
                  <a:pt x="648827" y="144493"/>
                </a:lnTo>
                <a:lnTo>
                  <a:pt x="652685" y="144317"/>
                </a:lnTo>
                <a:lnTo>
                  <a:pt x="652685" y="82238"/>
                </a:lnTo>
                <a:close/>
              </a:path>
              <a:path w="776605" h="199390">
                <a:moveTo>
                  <a:pt x="714191" y="138446"/>
                </a:moveTo>
                <a:lnTo>
                  <a:pt x="670653" y="143283"/>
                </a:lnTo>
                <a:lnTo>
                  <a:pt x="652685" y="144317"/>
                </a:lnTo>
                <a:lnTo>
                  <a:pt x="652685" y="154340"/>
                </a:lnTo>
                <a:lnTo>
                  <a:pt x="716113" y="154340"/>
                </a:lnTo>
                <a:lnTo>
                  <a:pt x="714191" y="138446"/>
                </a:lnTo>
                <a:close/>
              </a:path>
              <a:path w="776605" h="199390">
                <a:moveTo>
                  <a:pt x="652685" y="144317"/>
                </a:moveTo>
                <a:lnTo>
                  <a:pt x="648827" y="144493"/>
                </a:lnTo>
                <a:lnTo>
                  <a:pt x="633642" y="144896"/>
                </a:lnTo>
                <a:lnTo>
                  <a:pt x="652685" y="144896"/>
                </a:lnTo>
                <a:lnTo>
                  <a:pt x="652685" y="144317"/>
                </a:lnTo>
                <a:close/>
              </a:path>
              <a:path w="776605" h="199390">
                <a:moveTo>
                  <a:pt x="701061" y="22114"/>
                </a:moveTo>
                <a:lnTo>
                  <a:pt x="596247" y="22114"/>
                </a:lnTo>
                <a:lnTo>
                  <a:pt x="596247" y="43768"/>
                </a:lnTo>
                <a:lnTo>
                  <a:pt x="675261" y="43768"/>
                </a:lnTo>
                <a:lnTo>
                  <a:pt x="675139" y="67418"/>
                </a:lnTo>
                <a:lnTo>
                  <a:pt x="675107" y="68723"/>
                </a:lnTo>
                <a:lnTo>
                  <a:pt x="674862" y="73254"/>
                </a:lnTo>
                <a:lnTo>
                  <a:pt x="674800" y="74406"/>
                </a:lnTo>
                <a:lnTo>
                  <a:pt x="674673" y="79090"/>
                </a:lnTo>
                <a:lnTo>
                  <a:pt x="674646" y="80088"/>
                </a:lnTo>
                <a:lnTo>
                  <a:pt x="674228" y="85386"/>
                </a:lnTo>
                <a:lnTo>
                  <a:pt x="674185" y="85924"/>
                </a:lnTo>
                <a:lnTo>
                  <a:pt x="673418" y="91913"/>
                </a:lnTo>
                <a:lnTo>
                  <a:pt x="672803" y="97902"/>
                </a:lnTo>
                <a:lnTo>
                  <a:pt x="671882" y="104660"/>
                </a:lnTo>
                <a:lnTo>
                  <a:pt x="670653" y="112185"/>
                </a:lnTo>
                <a:lnTo>
                  <a:pt x="696454" y="114949"/>
                </a:lnTo>
                <a:lnTo>
                  <a:pt x="697682" y="106502"/>
                </a:lnTo>
                <a:lnTo>
                  <a:pt x="698603" y="98901"/>
                </a:lnTo>
                <a:lnTo>
                  <a:pt x="699218" y="92143"/>
                </a:lnTo>
                <a:lnTo>
                  <a:pt x="699924" y="85924"/>
                </a:lnTo>
                <a:lnTo>
                  <a:pt x="700600" y="73254"/>
                </a:lnTo>
                <a:lnTo>
                  <a:pt x="700838" y="68723"/>
                </a:lnTo>
                <a:lnTo>
                  <a:pt x="700907" y="67418"/>
                </a:lnTo>
                <a:lnTo>
                  <a:pt x="701038" y="62581"/>
                </a:lnTo>
                <a:lnTo>
                  <a:pt x="701061" y="22114"/>
                </a:lnTo>
                <a:close/>
              </a:path>
            </a:pathLst>
          </a:custGeom>
          <a:solidFill>
            <a:srgbClr val="008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285" y="1376418"/>
            <a:ext cx="4568698" cy="48622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56506" y="2136060"/>
            <a:ext cx="838200" cy="52705"/>
          </a:xfrm>
          <a:custGeom>
            <a:avLst/>
            <a:gdLst/>
            <a:ahLst/>
            <a:cxnLst/>
            <a:rect l="l" t="t" r="r" b="b"/>
            <a:pathLst>
              <a:path w="838200" h="52705">
                <a:moveTo>
                  <a:pt x="811493" y="0"/>
                </a:moveTo>
                <a:lnTo>
                  <a:pt x="26177" y="0"/>
                </a:lnTo>
                <a:lnTo>
                  <a:pt x="15987" y="2057"/>
                </a:lnTo>
                <a:lnTo>
                  <a:pt x="7667" y="7667"/>
                </a:lnTo>
                <a:lnTo>
                  <a:pt x="2057" y="15987"/>
                </a:lnTo>
                <a:lnTo>
                  <a:pt x="0" y="26177"/>
                </a:lnTo>
                <a:lnTo>
                  <a:pt x="2057" y="36366"/>
                </a:lnTo>
                <a:lnTo>
                  <a:pt x="7667" y="44687"/>
                </a:lnTo>
                <a:lnTo>
                  <a:pt x="15987" y="50297"/>
                </a:lnTo>
                <a:lnTo>
                  <a:pt x="26177" y="52354"/>
                </a:lnTo>
                <a:lnTo>
                  <a:pt x="811493" y="52354"/>
                </a:lnTo>
                <a:lnTo>
                  <a:pt x="821682" y="50297"/>
                </a:lnTo>
                <a:lnTo>
                  <a:pt x="830003" y="44687"/>
                </a:lnTo>
                <a:lnTo>
                  <a:pt x="835613" y="36366"/>
                </a:lnTo>
                <a:lnTo>
                  <a:pt x="837670" y="26177"/>
                </a:lnTo>
                <a:lnTo>
                  <a:pt x="835613" y="15987"/>
                </a:lnTo>
                <a:lnTo>
                  <a:pt x="830003" y="7667"/>
                </a:lnTo>
                <a:lnTo>
                  <a:pt x="821682" y="2057"/>
                </a:lnTo>
                <a:lnTo>
                  <a:pt x="811493" y="0"/>
                </a:lnTo>
                <a:close/>
              </a:path>
            </a:pathLst>
          </a:custGeom>
          <a:solidFill>
            <a:srgbClr val="1BAF7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8860" y="2837609"/>
            <a:ext cx="8512829" cy="60312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45234" y="2837609"/>
            <a:ext cx="8512829" cy="603122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38684" y="9386676"/>
            <a:ext cx="9005867" cy="31883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8274817" y="10471932"/>
            <a:ext cx="536575" cy="178435"/>
          </a:xfrm>
          <a:custGeom>
            <a:avLst/>
            <a:gdLst/>
            <a:ahLst/>
            <a:cxnLst/>
            <a:rect l="l" t="t" r="r" b="b"/>
            <a:pathLst>
              <a:path w="536575" h="178434">
                <a:moveTo>
                  <a:pt x="54658" y="18428"/>
                </a:moveTo>
                <a:lnTo>
                  <a:pt x="36857" y="18428"/>
                </a:lnTo>
                <a:lnTo>
                  <a:pt x="46281" y="19894"/>
                </a:lnTo>
                <a:lnTo>
                  <a:pt x="36857" y="26162"/>
                </a:lnTo>
                <a:lnTo>
                  <a:pt x="36857" y="156015"/>
                </a:lnTo>
                <a:lnTo>
                  <a:pt x="54658" y="156015"/>
                </a:lnTo>
                <a:lnTo>
                  <a:pt x="54658" y="18428"/>
                </a:lnTo>
                <a:close/>
              </a:path>
              <a:path w="536575" h="178434">
                <a:moveTo>
                  <a:pt x="54658" y="7957"/>
                </a:moveTo>
                <a:lnTo>
                  <a:pt x="36648" y="7957"/>
                </a:lnTo>
                <a:lnTo>
                  <a:pt x="0" y="32668"/>
                </a:lnTo>
                <a:lnTo>
                  <a:pt x="0" y="50678"/>
                </a:lnTo>
                <a:lnTo>
                  <a:pt x="36857" y="26162"/>
                </a:lnTo>
                <a:lnTo>
                  <a:pt x="36857" y="18428"/>
                </a:lnTo>
                <a:lnTo>
                  <a:pt x="54658" y="18428"/>
                </a:lnTo>
                <a:lnTo>
                  <a:pt x="54658" y="7957"/>
                </a:lnTo>
                <a:close/>
              </a:path>
              <a:path w="536575" h="178434">
                <a:moveTo>
                  <a:pt x="36857" y="18428"/>
                </a:moveTo>
                <a:lnTo>
                  <a:pt x="36857" y="26162"/>
                </a:lnTo>
                <a:lnTo>
                  <a:pt x="46281" y="19894"/>
                </a:lnTo>
                <a:lnTo>
                  <a:pt x="36857" y="18428"/>
                </a:lnTo>
                <a:close/>
              </a:path>
              <a:path w="536575" h="178434">
                <a:moveTo>
                  <a:pt x="156912" y="18428"/>
                </a:moveTo>
                <a:lnTo>
                  <a:pt x="139112" y="18428"/>
                </a:lnTo>
                <a:lnTo>
                  <a:pt x="148536" y="19894"/>
                </a:lnTo>
                <a:lnTo>
                  <a:pt x="139112" y="26162"/>
                </a:lnTo>
                <a:lnTo>
                  <a:pt x="139112" y="156015"/>
                </a:lnTo>
                <a:lnTo>
                  <a:pt x="156912" y="156015"/>
                </a:lnTo>
                <a:lnTo>
                  <a:pt x="156912" y="18428"/>
                </a:lnTo>
                <a:close/>
              </a:path>
              <a:path w="536575" h="178434">
                <a:moveTo>
                  <a:pt x="156912" y="7957"/>
                </a:moveTo>
                <a:lnTo>
                  <a:pt x="138902" y="7957"/>
                </a:lnTo>
                <a:lnTo>
                  <a:pt x="102254" y="32668"/>
                </a:lnTo>
                <a:lnTo>
                  <a:pt x="102254" y="50678"/>
                </a:lnTo>
                <a:lnTo>
                  <a:pt x="139112" y="26162"/>
                </a:lnTo>
                <a:lnTo>
                  <a:pt x="139112" y="18428"/>
                </a:lnTo>
                <a:lnTo>
                  <a:pt x="156912" y="18428"/>
                </a:lnTo>
                <a:lnTo>
                  <a:pt x="156912" y="7957"/>
                </a:lnTo>
                <a:close/>
              </a:path>
              <a:path w="536575" h="178434">
                <a:moveTo>
                  <a:pt x="139112" y="18428"/>
                </a:moveTo>
                <a:lnTo>
                  <a:pt x="139112" y="26162"/>
                </a:lnTo>
                <a:lnTo>
                  <a:pt x="148536" y="19894"/>
                </a:lnTo>
                <a:lnTo>
                  <a:pt x="139112" y="18428"/>
                </a:lnTo>
                <a:close/>
              </a:path>
              <a:path w="536575" h="178434">
                <a:moveTo>
                  <a:pt x="313216" y="0"/>
                </a:moveTo>
                <a:lnTo>
                  <a:pt x="296672" y="0"/>
                </a:lnTo>
                <a:lnTo>
                  <a:pt x="248506" y="178214"/>
                </a:lnTo>
                <a:lnTo>
                  <a:pt x="265050" y="178214"/>
                </a:lnTo>
                <a:lnTo>
                  <a:pt x="313216" y="0"/>
                </a:lnTo>
                <a:close/>
              </a:path>
              <a:path w="536575" h="178434">
                <a:moveTo>
                  <a:pt x="434022" y="18428"/>
                </a:moveTo>
                <a:lnTo>
                  <a:pt x="416223" y="18428"/>
                </a:lnTo>
                <a:lnTo>
                  <a:pt x="425646" y="19894"/>
                </a:lnTo>
                <a:lnTo>
                  <a:pt x="416223" y="26162"/>
                </a:lnTo>
                <a:lnTo>
                  <a:pt x="416223" y="156015"/>
                </a:lnTo>
                <a:lnTo>
                  <a:pt x="434022" y="156015"/>
                </a:lnTo>
                <a:lnTo>
                  <a:pt x="434022" y="18428"/>
                </a:lnTo>
                <a:close/>
              </a:path>
              <a:path w="536575" h="178434">
                <a:moveTo>
                  <a:pt x="434022" y="7957"/>
                </a:moveTo>
                <a:lnTo>
                  <a:pt x="416013" y="7957"/>
                </a:lnTo>
                <a:lnTo>
                  <a:pt x="379365" y="32668"/>
                </a:lnTo>
                <a:lnTo>
                  <a:pt x="379365" y="50678"/>
                </a:lnTo>
                <a:lnTo>
                  <a:pt x="416223" y="26162"/>
                </a:lnTo>
                <a:lnTo>
                  <a:pt x="416223" y="18428"/>
                </a:lnTo>
                <a:lnTo>
                  <a:pt x="434022" y="18428"/>
                </a:lnTo>
                <a:lnTo>
                  <a:pt x="434022" y="7957"/>
                </a:lnTo>
                <a:close/>
              </a:path>
              <a:path w="536575" h="178434">
                <a:moveTo>
                  <a:pt x="416223" y="18428"/>
                </a:moveTo>
                <a:lnTo>
                  <a:pt x="416223" y="26162"/>
                </a:lnTo>
                <a:lnTo>
                  <a:pt x="425646" y="19894"/>
                </a:lnTo>
                <a:lnTo>
                  <a:pt x="416223" y="18428"/>
                </a:lnTo>
                <a:close/>
              </a:path>
              <a:path w="536575" h="178434">
                <a:moveTo>
                  <a:pt x="536278" y="18428"/>
                </a:moveTo>
                <a:lnTo>
                  <a:pt x="518477" y="18428"/>
                </a:lnTo>
                <a:lnTo>
                  <a:pt x="527901" y="19894"/>
                </a:lnTo>
                <a:lnTo>
                  <a:pt x="518477" y="26162"/>
                </a:lnTo>
                <a:lnTo>
                  <a:pt x="518477" y="156015"/>
                </a:lnTo>
                <a:lnTo>
                  <a:pt x="536278" y="156015"/>
                </a:lnTo>
                <a:lnTo>
                  <a:pt x="536278" y="18428"/>
                </a:lnTo>
                <a:close/>
              </a:path>
              <a:path w="536575" h="178434">
                <a:moveTo>
                  <a:pt x="536278" y="7957"/>
                </a:moveTo>
                <a:lnTo>
                  <a:pt x="518268" y="7957"/>
                </a:lnTo>
                <a:lnTo>
                  <a:pt x="481620" y="32668"/>
                </a:lnTo>
                <a:lnTo>
                  <a:pt x="481620" y="50678"/>
                </a:lnTo>
                <a:lnTo>
                  <a:pt x="518477" y="26162"/>
                </a:lnTo>
                <a:lnTo>
                  <a:pt x="518477" y="18428"/>
                </a:lnTo>
                <a:lnTo>
                  <a:pt x="536278" y="18428"/>
                </a:lnTo>
                <a:lnTo>
                  <a:pt x="536278" y="7957"/>
                </a:lnTo>
                <a:close/>
              </a:path>
              <a:path w="536575" h="178434">
                <a:moveTo>
                  <a:pt x="518477" y="18428"/>
                </a:moveTo>
                <a:lnTo>
                  <a:pt x="518477" y="26162"/>
                </a:lnTo>
                <a:lnTo>
                  <a:pt x="527901" y="19894"/>
                </a:lnTo>
                <a:lnTo>
                  <a:pt x="518477" y="18428"/>
                </a:lnTo>
                <a:close/>
              </a:path>
            </a:pathLst>
          </a:custGeom>
          <a:solidFill>
            <a:srgbClr val="C9C8C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Macintosh PowerPoint</Application>
  <PresentationFormat>사용자 지정</PresentationFormat>
  <Paragraphs>0</Paragraphs>
  <Slides>11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carbon-aware-scheduler</dc:title>
  <cp:lastModifiedBy>이종하</cp:lastModifiedBy>
  <cp:revision>3</cp:revision>
  <dcterms:created xsi:type="dcterms:W3CDTF">2026-08-06T07:05:55Z</dcterms:created>
  <dcterms:modified xsi:type="dcterms:W3CDTF">2026-08-06T07:08:39Z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2026-08-06T00:00:00Z</vt:filetime>
  </property>
  <property fmtid="{D5CDD505-2E9C-101B-9397-08002B2CF9AE}" pid="4" name="LastSaved">
    <vt:filetime>2026-08-06T00:00:00Z</vt:filetime>
  </property>
  <property fmtid="{D5CDD505-2E9C-101B-9397-08002B2CF9AE}" pid="5" name="Producer">
    <vt:lpwstr>3-Heights(TM) PDF Security Shell 4.8.25.2 (http://www.pdf-tools.com)</vt:lpwstr>
  </property>
</Properties>
</file>